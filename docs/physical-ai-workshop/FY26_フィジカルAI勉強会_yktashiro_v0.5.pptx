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41.xml" ContentType="application/vnd.openxmlformats-officedocument.presentationml.slide+xml"/>
  <Override PartName="/ppt/slides/slide4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45"/>
  </p:notesMasterIdLst>
  <p:handoutMasterIdLst>
    <p:handoutMasterId r:id="rId46"/>
  </p:handoutMasterIdLst>
  <p:sldIdLst>
    <p:sldId id="400" r:id="rId5"/>
    <p:sldId id="401" r:id="rId6"/>
    <p:sldId id="402" r:id="rId7"/>
    <p:sldId id="411" r:id="rId8"/>
    <p:sldId id="412" r:id="rId9"/>
    <p:sldId id="2147483484" r:id="rId10"/>
    <p:sldId id="2147483494" r:id="rId11"/>
    <p:sldId id="405" r:id="rId12"/>
    <p:sldId id="406" r:id="rId13"/>
    <p:sldId id="426" r:id="rId14"/>
    <p:sldId id="2147483499" r:id="rId15"/>
    <p:sldId id="2147483502" r:id="rId53"/>
    <p:sldId id="2147483503" r:id="rId54"/>
    <p:sldId id="418" r:id="rId18"/>
    <p:sldId id="2147483485" r:id="rId19"/>
    <p:sldId id="2147483498" r:id="rId20"/>
    <p:sldId id="420" r:id="rId21"/>
    <p:sldId id="2147483496" r:id="rId22"/>
    <p:sldId id="2147483486" r:id="rId23"/>
    <p:sldId id="2147483491" r:id="rId24"/>
    <p:sldId id="2147483489" r:id="rId25"/>
    <p:sldId id="2147483490" r:id="rId26"/>
    <p:sldId id="2147483492" r:id="rId27"/>
    <p:sldId id="425" r:id="rId28"/>
    <p:sldId id="2147483477" r:id="rId29"/>
    <p:sldId id="335" r:id="rId30"/>
    <p:sldId id="2147477989" r:id="rId31"/>
    <p:sldId id="2147483497" r:id="rId32"/>
    <p:sldId id="2147478047" r:id="rId33"/>
    <p:sldId id="2147478110" r:id="rId34"/>
    <p:sldId id="2147478045" r:id="rId35"/>
    <p:sldId id="2147478053" r:id="rId36"/>
    <p:sldId id="2147483481" r:id="rId37"/>
    <p:sldId id="430" r:id="rId38"/>
    <p:sldId id="2147483482" r:id="rId39"/>
    <p:sldId id="2147483480" r:id="rId40"/>
    <p:sldId id="2147479968" r:id="rId41"/>
    <p:sldId id="2147483478" r:id="rId42"/>
    <p:sldId id="433" r:id="rId43"/>
    <p:sldId id="434"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583ECF3C-90DB-4366-9D12-DBB0A295D9D8}">
          <p14:sldIdLst>
            <p14:sldId id="400"/>
            <p14:sldId id="401"/>
            <p14:sldId id="402"/>
            <p14:sldId id="411"/>
            <p14:sldId id="412"/>
            <p14:sldId id="2147483484"/>
            <p14:sldId id="2147483494"/>
            <p14:sldId id="405"/>
            <p14:sldId id="406"/>
            <p14:sldId id="426"/>
            <p14:sldId id="2147483499"/>
            <p14:sldId id="2147483500"/>
            <p14:sldId id="2147483501"/>
            <p14:sldId id="418"/>
            <p14:sldId id="2147483485"/>
            <p14:sldId id="2147483498"/>
            <p14:sldId id="420"/>
            <p14:sldId id="2147483496"/>
            <p14:sldId id="2147483486"/>
            <p14:sldId id="2147483491"/>
            <p14:sldId id="2147483489"/>
            <p14:sldId id="2147483490"/>
            <p14:sldId id="2147483492"/>
            <p14:sldId id="425"/>
            <p14:sldId id="2147483477"/>
            <p14:sldId id="335"/>
            <p14:sldId id="2147477989"/>
            <p14:sldId id="2147483497"/>
            <p14:sldId id="2147478047"/>
            <p14:sldId id="2147478110"/>
            <p14:sldId id="2147478045"/>
            <p14:sldId id="2147478053"/>
            <p14:sldId id="2147483481"/>
            <p14:sldId id="430"/>
            <p14:sldId id="2147483482"/>
            <p14:sldId id="2147483480"/>
            <p14:sldId id="2147479968"/>
            <p14:sldId id="2147483478"/>
            <p14:sldId id="433"/>
            <p14:sldId id="43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2A65F5"/>
    <a:srgbClr val="00219B"/>
    <a:srgbClr val="191919"/>
    <a:srgbClr val="A5ABAD"/>
    <a:srgbClr val="B74A1C"/>
    <a:srgbClr val="EDF4F8"/>
    <a:srgbClr val="0020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ED521E-7B87-480A-BA6B-6783CCA411F5}" v="9" dt="2026-08-27T04:25:15.766"/>
    <p1510:client id="{E8EC0F49-5437-4D88-8C2A-2F558F12CCB8}" v="16" dt="2026-08-26T09:27:16.0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34" autoAdjust="0"/>
    <p:restoredTop sz="74809" autoAdjust="0"/>
  </p:normalViewPr>
  <p:slideViewPr>
    <p:cSldViewPr snapToGrid="0">
      <p:cViewPr varScale="1">
        <p:scale>
          <a:sx n="90" d="100"/>
          <a:sy n="90" d="100"/>
        </p:scale>
        <p:origin x="108" y="402"/>
      </p:cViewPr>
      <p:guideLst/>
    </p:cSldViewPr>
  </p:slideViewPr>
  <p:notesTextViewPr>
    <p:cViewPr>
      <p:scale>
        <a:sx n="75" d="100"/>
        <a:sy n="75" d="100"/>
      </p:scale>
      <p:origin x="0" y="0"/>
    </p:cViewPr>
  </p:notesTextViewPr>
  <p:sorterViewPr>
    <p:cViewPr>
      <p:scale>
        <a:sx n="80" d="100"/>
        <a:sy n="80" d="100"/>
      </p:scale>
      <p:origin x="0" y="0"/>
    </p:cViewPr>
  </p:sorterViewPr>
  <p:notesViewPr>
    <p:cSldViewPr snapToGrid="0">
      <p:cViewPr varScale="1">
        <p:scale>
          <a:sx n="63" d="100"/>
          <a:sy n="63" d="100"/>
        </p:scale>
        <p:origin x="3206" y="72"/>
      </p:cViewPr>
      <p:guideLst/>
    </p:cSldViewPr>
  </p:notes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  <Relationship Id="rId53" Type="http://schemas.openxmlformats.org/officeDocument/2006/relationships/slide" Target="slides/slide41.xml"/>
  <Relationship Id="rId54" Type="http://schemas.openxmlformats.org/officeDocument/2006/relationships/slide" Target="slides/slide42.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田代 裕基" userId="23203928356_tp_box_2" providerId="OAuth2" clId="{89C46587-8D14-4DDF-B404-14C37C23732E}"/>
    <pc:docChg chg="undo custSel addSld delSld modSld sldOrd addSection delSection modSection">
      <pc:chgData name="田代 裕基" userId="23203928356_tp_box_2" providerId="OAuth2" clId="{89C46587-8D14-4DDF-B404-14C37C23732E}" dt="2026-08-27T04:28:16.440" v="9519" actId="20577"/>
      <pc:docMkLst>
        <pc:docMk/>
      </pc:docMkLst>
      <pc:sldChg chg="ord modNotesTx">
        <pc:chgData name="田代 裕基" userId="23203928356_tp_box_2" providerId="OAuth2" clId="{89C46587-8D14-4DDF-B404-14C37C23732E}" dt="2026-08-26T07:58:27.455" v="2549" actId="20577"/>
        <pc:sldMkLst>
          <pc:docMk/>
          <pc:sldMk cId="2660636635" sldId="335"/>
        </pc:sldMkLst>
      </pc:sldChg>
      <pc:sldChg chg="modNotesTx">
        <pc:chgData name="田代 裕基" userId="23203928356_tp_box_2" providerId="OAuth2" clId="{89C46587-8D14-4DDF-B404-14C37C23732E}" dt="2026-08-19T08:36:54.804" v="1110" actId="20577"/>
        <pc:sldMkLst>
          <pc:docMk/>
          <pc:sldMk cId="1070626628" sldId="400"/>
        </pc:sldMkLst>
      </pc:sldChg>
      <pc:sldChg chg="modNotesTx">
        <pc:chgData name="田代 裕基" userId="23203928356_tp_box_2" providerId="OAuth2" clId="{89C46587-8D14-4DDF-B404-14C37C23732E}" dt="2026-08-19T05:54:01.607" v="517" actId="20577"/>
        <pc:sldMkLst>
          <pc:docMk/>
          <pc:sldMk cId="1701623771" sldId="401"/>
        </pc:sldMkLst>
      </pc:sldChg>
      <pc:sldChg chg="modNotesTx">
        <pc:chgData name="田代 裕基" userId="23203928356_tp_box_2" providerId="OAuth2" clId="{89C46587-8D14-4DDF-B404-14C37C23732E}" dt="2026-08-19T05:54:32.370" v="619" actId="20577"/>
        <pc:sldMkLst>
          <pc:docMk/>
          <pc:sldMk cId="90117854" sldId="402"/>
        </pc:sldMkLst>
      </pc:sldChg>
      <pc:sldChg chg="del modNotesTx">
        <pc:chgData name="田代 裕基" userId="23203928356_tp_box_2" providerId="OAuth2" clId="{89C46587-8D14-4DDF-B404-14C37C23732E}" dt="2026-08-26T07:23:29.738" v="1451" actId="47"/>
        <pc:sldMkLst>
          <pc:docMk/>
          <pc:sldMk cId="3061702759" sldId="403"/>
        </pc:sldMkLst>
      </pc:sldChg>
      <pc:sldChg chg="add del">
        <pc:chgData name="田代 裕基" userId="23203928356_tp_box_2" providerId="OAuth2" clId="{89C46587-8D14-4DDF-B404-14C37C23732E}" dt="2026-08-27T04:08:23.327" v="9504" actId="47"/>
        <pc:sldMkLst>
          <pc:docMk/>
          <pc:sldMk cId="1515491089" sldId="404"/>
        </pc:sldMkLst>
      </pc:sldChg>
      <pc:sldChg chg="modNotesTx">
        <pc:chgData name="田代 裕基" userId="23203928356_tp_box_2" providerId="OAuth2" clId="{89C46587-8D14-4DDF-B404-14C37C23732E}" dt="2026-08-19T06:04:15.936" v="635" actId="20577"/>
        <pc:sldMkLst>
          <pc:docMk/>
          <pc:sldMk cId="2951868316" sldId="405"/>
        </pc:sldMkLst>
      </pc:sldChg>
      <pc:sldChg chg="modNotesTx">
        <pc:chgData name="田代 裕基" userId="23203928356_tp_box_2" providerId="OAuth2" clId="{89C46587-8D14-4DDF-B404-14C37C23732E}" dt="2026-08-20T04:28:20.087" v="1122" actId="20577"/>
        <pc:sldMkLst>
          <pc:docMk/>
          <pc:sldMk cId="2515304843" sldId="406"/>
        </pc:sldMkLst>
      </pc:sldChg>
      <pc:sldChg chg="add">
        <pc:chgData name="田代 裕基" userId="23203928356_tp_box_2" providerId="OAuth2" clId="{89C46587-8D14-4DDF-B404-14C37C23732E}" dt="2026-08-20T04:59:24.906" v="1230"/>
        <pc:sldMkLst>
          <pc:docMk/>
          <pc:sldMk cId="60719060" sldId="407"/>
        </pc:sldMkLst>
      </pc:sldChg>
      <pc:sldChg chg="add">
        <pc:chgData name="田代 裕基" userId="23203928356_tp_box_2" providerId="OAuth2" clId="{89C46587-8D14-4DDF-B404-14C37C23732E}" dt="2026-08-20T04:59:24.906" v="1230"/>
        <pc:sldMkLst>
          <pc:docMk/>
          <pc:sldMk cId="4074776346" sldId="408"/>
        </pc:sldMkLst>
      </pc:sldChg>
      <pc:sldChg chg="add ord">
        <pc:chgData name="田代 裕基" userId="23203928356_tp_box_2" providerId="OAuth2" clId="{89C46587-8D14-4DDF-B404-14C37C23732E}" dt="2026-08-27T04:25:24.943" v="9511"/>
        <pc:sldMkLst>
          <pc:docMk/>
          <pc:sldMk cId="2532646019" sldId="409"/>
        </pc:sldMkLst>
      </pc:sldChg>
      <pc:sldChg chg="modSp mod">
        <pc:chgData name="田代 裕基" userId="23203928356_tp_box_2" providerId="OAuth2" clId="{89C46587-8D14-4DDF-B404-14C37C23732E}" dt="2026-08-26T08:49:54.798" v="4138" actId="20577"/>
        <pc:sldMkLst>
          <pc:docMk/>
          <pc:sldMk cId="1303675212" sldId="412"/>
        </pc:sldMkLst>
        <pc:spChg chg="mod">
          <ac:chgData name="田代 裕基" userId="23203928356_tp_box_2" providerId="OAuth2" clId="{89C46587-8D14-4DDF-B404-14C37C23732E}" dt="2026-08-26T08:49:54.798" v="4138" actId="20577"/>
          <ac:spMkLst>
            <pc:docMk/>
            <pc:sldMk cId="1303675212" sldId="412"/>
            <ac:spMk id="9" creationId="{00000000-0000-0000-0000-000000000000}"/>
          </ac:spMkLst>
        </pc:spChg>
        <pc:spChg chg="mod">
          <ac:chgData name="田代 裕基" userId="23203928356_tp_box_2" providerId="OAuth2" clId="{89C46587-8D14-4DDF-B404-14C37C23732E}" dt="2026-08-26T08:49:44.349" v="4124" actId="14100"/>
          <ac:spMkLst>
            <pc:docMk/>
            <pc:sldMk cId="1303675212" sldId="412"/>
            <ac:spMk id="11" creationId="{00000000-0000-0000-0000-000000000000}"/>
          </ac:spMkLst>
        </pc:spChg>
        <pc:spChg chg="mod">
          <ac:chgData name="田代 裕基" userId="23203928356_tp_box_2" providerId="OAuth2" clId="{89C46587-8D14-4DDF-B404-14C37C23732E}" dt="2026-08-26T08:49:43.920" v="4123" actId="14100"/>
          <ac:spMkLst>
            <pc:docMk/>
            <pc:sldMk cId="1303675212" sldId="412"/>
            <ac:spMk id="13" creationId="{00000000-0000-0000-0000-000000000000}"/>
          </ac:spMkLst>
        </pc:spChg>
      </pc:sldChg>
      <pc:sldChg chg="modNotesTx">
        <pc:chgData name="田代 裕基" userId="23203928356_tp_box_2" providerId="OAuth2" clId="{89C46587-8D14-4DDF-B404-14C37C23732E}" dt="2026-08-19T07:50:13.529" v="818" actId="20577"/>
        <pc:sldMkLst>
          <pc:docMk/>
          <pc:sldMk cId="3061702759" sldId="420"/>
        </pc:sldMkLst>
      </pc:sldChg>
      <pc:sldChg chg="add ord">
        <pc:chgData name="田代 裕基" userId="23203928356_tp_box_2" providerId="OAuth2" clId="{89C46587-8D14-4DDF-B404-14C37C23732E}" dt="2026-08-19T08:08:16.828" v="894"/>
        <pc:sldMkLst>
          <pc:docMk/>
          <pc:sldMk cId="1074262778" sldId="423"/>
        </pc:sldMkLst>
      </pc:sldChg>
      <pc:sldChg chg="modNotesTx">
        <pc:chgData name="田代 裕基" userId="23203928356_tp_box_2" providerId="OAuth2" clId="{89C46587-8D14-4DDF-B404-14C37C23732E}" dt="2026-08-27T02:08:24.254" v="8045" actId="20577"/>
        <pc:sldMkLst>
          <pc:docMk/>
          <pc:sldMk cId="472078251" sldId="426"/>
        </pc:sldMkLst>
      </pc:sldChg>
      <pc:sldChg chg="modNotesTx">
        <pc:chgData name="田代 裕基" userId="23203928356_tp_box_2" providerId="OAuth2" clId="{89C46587-8D14-4DDF-B404-14C37C23732E}" dt="2026-08-19T08:10:11.961" v="897" actId="20577"/>
        <pc:sldMkLst>
          <pc:docMk/>
          <pc:sldMk cId="2817969517" sldId="430"/>
        </pc:sldMkLst>
      </pc:sldChg>
      <pc:sldChg chg="addSp modSp del mod modNotesTx">
        <pc:chgData name="田代 裕基" userId="23203928356_tp_box_2" providerId="OAuth2" clId="{89C46587-8D14-4DDF-B404-14C37C23732E}" dt="2026-08-27T04:25:12.741" v="9508" actId="2696"/>
        <pc:sldMkLst>
          <pc:docMk/>
          <pc:sldMk cId="1506829946" sldId="435"/>
        </pc:sldMkLst>
        <pc:spChg chg="add mod">
          <ac:chgData name="田代 裕基" userId="23203928356_tp_box_2" providerId="OAuth2" clId="{89C46587-8D14-4DDF-B404-14C37C23732E}" dt="2026-08-27T04:11:33.210" v="9505" actId="14100"/>
          <ac:spMkLst>
            <pc:docMk/>
            <pc:sldMk cId="1506829946" sldId="435"/>
            <ac:spMk id="3" creationId="{31C73A36-BDEE-028C-85A2-4AE998190774}"/>
          </ac:spMkLst>
        </pc:spChg>
        <pc:spChg chg="mod">
          <ac:chgData name="田代 裕基" userId="23203928356_tp_box_2" providerId="OAuth2" clId="{89C46587-8D14-4DDF-B404-14C37C23732E}" dt="2026-08-27T02:36:23.155" v="8104" actId="20577"/>
          <ac:spMkLst>
            <pc:docMk/>
            <pc:sldMk cId="1506829946" sldId="435"/>
            <ac:spMk id="6" creationId="{32A68682-204F-8F4C-7173-40E3954B59B9}"/>
          </ac:spMkLst>
        </pc:spChg>
      </pc:sldChg>
      <pc:sldChg chg="add del">
        <pc:chgData name="田代 裕基" userId="23203928356_tp_box_2" providerId="OAuth2" clId="{89C46587-8D14-4DDF-B404-14C37C23732E}" dt="2026-08-27T04:26:17.722" v="9517" actId="47"/>
        <pc:sldMkLst>
          <pc:docMk/>
          <pc:sldMk cId="2903180149" sldId="435"/>
        </pc:sldMkLst>
      </pc:sldChg>
      <pc:sldChg chg="del modNotesTx">
        <pc:chgData name="田代 裕基" userId="23203928356_tp_box_2" providerId="OAuth2" clId="{89C46587-8D14-4DDF-B404-14C37C23732E}" dt="2026-08-26T08:04:07.500" v="3388" actId="47"/>
        <pc:sldMkLst>
          <pc:docMk/>
          <pc:sldMk cId="473195002" sldId="2147477973"/>
        </pc:sldMkLst>
      </pc:sldChg>
      <pc:sldChg chg="del">
        <pc:chgData name="田代 裕基" userId="23203928356_tp_box_2" providerId="OAuth2" clId="{89C46587-8D14-4DDF-B404-14C37C23732E}" dt="2026-08-27T04:25:54.190" v="9513" actId="47"/>
        <pc:sldMkLst>
          <pc:docMk/>
          <pc:sldMk cId="1152256869" sldId="2147477974"/>
        </pc:sldMkLst>
      </pc:sldChg>
      <pc:sldChg chg="del">
        <pc:chgData name="田代 裕基" userId="23203928356_tp_box_2" providerId="OAuth2" clId="{89C46587-8D14-4DDF-B404-14C37C23732E}" dt="2026-08-27T04:25:54.970" v="9514" actId="47"/>
        <pc:sldMkLst>
          <pc:docMk/>
          <pc:sldMk cId="2557268662" sldId="2147477975"/>
        </pc:sldMkLst>
      </pc:sldChg>
      <pc:sldChg chg="del">
        <pc:chgData name="田代 裕基" userId="23203928356_tp_box_2" providerId="OAuth2" clId="{89C46587-8D14-4DDF-B404-14C37C23732E}" dt="2026-08-27T04:25:53.150" v="9512" actId="47"/>
        <pc:sldMkLst>
          <pc:docMk/>
          <pc:sldMk cId="1219943898" sldId="2147477980"/>
        </pc:sldMkLst>
      </pc:sldChg>
      <pc:sldChg chg="del modNotesTx">
        <pc:chgData name="田代 裕基" userId="23203928356_tp_box_2" providerId="OAuth2" clId="{89C46587-8D14-4DDF-B404-14C37C23732E}" dt="2026-08-26T08:04:09.099" v="3389" actId="47"/>
        <pc:sldMkLst>
          <pc:docMk/>
          <pc:sldMk cId="3026560575" sldId="2147477981"/>
        </pc:sldMkLst>
      </pc:sldChg>
      <pc:sldChg chg="ord modNotesTx">
        <pc:chgData name="田代 裕基" userId="23203928356_tp_box_2" providerId="OAuth2" clId="{89C46587-8D14-4DDF-B404-14C37C23732E}" dt="2026-08-26T07:58:36.247" v="2553" actId="20577"/>
        <pc:sldMkLst>
          <pc:docMk/>
          <pc:sldMk cId="165987773" sldId="2147477989"/>
        </pc:sldMkLst>
      </pc:sldChg>
      <pc:sldChg chg="modNotesTx">
        <pc:chgData name="田代 裕基" userId="23203928356_tp_box_2" providerId="OAuth2" clId="{89C46587-8D14-4DDF-B404-14C37C23732E}" dt="2026-08-26T08:03:25.013" v="3315" actId="20577"/>
        <pc:sldMkLst>
          <pc:docMk/>
          <pc:sldMk cId="2739687411" sldId="2147478047"/>
        </pc:sldMkLst>
      </pc:sldChg>
      <pc:sldChg chg="add">
        <pc:chgData name="田代 裕基" userId="23203928356_tp_box_2" providerId="OAuth2" clId="{89C46587-8D14-4DDF-B404-14C37C23732E}" dt="2026-08-19T08:08:12.411" v="892"/>
        <pc:sldMkLst>
          <pc:docMk/>
          <pc:sldMk cId="256641096" sldId="2147478049"/>
        </pc:sldMkLst>
      </pc:sldChg>
      <pc:sldChg chg="add ord">
        <pc:chgData name="田代 裕基" userId="23203928356_tp_box_2" providerId="OAuth2" clId="{89C46587-8D14-4DDF-B404-14C37C23732E}" dt="2026-08-27T04:26:09.934" v="9516"/>
        <pc:sldMkLst>
          <pc:docMk/>
          <pc:sldMk cId="1683528025" sldId="2147478050"/>
        </pc:sldMkLst>
      </pc:sldChg>
      <pc:sldChg chg="del">
        <pc:chgData name="田代 裕基" userId="23203928356_tp_box_2" providerId="OAuth2" clId="{89C46587-8D14-4DDF-B404-14C37C23732E}" dt="2026-08-26T08:03:58.540" v="3384" actId="47"/>
        <pc:sldMkLst>
          <pc:docMk/>
          <pc:sldMk cId="2102396800" sldId="2147478051"/>
        </pc:sldMkLst>
      </pc:sldChg>
      <pc:sldChg chg="del">
        <pc:chgData name="田代 裕基" userId="23203928356_tp_box_2" providerId="OAuth2" clId="{89C46587-8D14-4DDF-B404-14C37C23732E}" dt="2026-08-26T07:54:26.287" v="2107" actId="47"/>
        <pc:sldMkLst>
          <pc:docMk/>
          <pc:sldMk cId="559708239" sldId="2147478055"/>
        </pc:sldMkLst>
      </pc:sldChg>
      <pc:sldChg chg="del">
        <pc:chgData name="田代 裕基" userId="23203928356_tp_box_2" providerId="OAuth2" clId="{89C46587-8D14-4DDF-B404-14C37C23732E}" dt="2026-08-26T08:03:57.474" v="3383" actId="47"/>
        <pc:sldMkLst>
          <pc:docMk/>
          <pc:sldMk cId="3244374255" sldId="2147478072"/>
        </pc:sldMkLst>
      </pc:sldChg>
      <pc:sldChg chg="add">
        <pc:chgData name="田代 裕基" userId="23203928356_tp_box_2" providerId="OAuth2" clId="{89C46587-8D14-4DDF-B404-14C37C23732E}" dt="2026-08-19T08:07:30.501" v="890"/>
        <pc:sldMkLst>
          <pc:docMk/>
          <pc:sldMk cId="3616483865" sldId="2147478075"/>
        </pc:sldMkLst>
      </pc:sldChg>
      <pc:sldChg chg="del modNotesTx">
        <pc:chgData name="田代 裕基" userId="23203928356_tp_box_2" providerId="OAuth2" clId="{89C46587-8D14-4DDF-B404-14C37C23732E}" dt="2026-08-26T08:04:06.831" v="3387" actId="47"/>
        <pc:sldMkLst>
          <pc:docMk/>
          <pc:sldMk cId="2655900387" sldId="2147478078"/>
        </pc:sldMkLst>
      </pc:sldChg>
      <pc:sldChg chg="del">
        <pc:chgData name="田代 裕基" userId="23203928356_tp_box_2" providerId="OAuth2" clId="{89C46587-8D14-4DDF-B404-14C37C23732E}" dt="2026-08-26T08:04:06.263" v="3386" actId="47"/>
        <pc:sldMkLst>
          <pc:docMk/>
          <pc:sldMk cId="1819421249" sldId="2147478108"/>
        </pc:sldMkLst>
      </pc:sldChg>
      <pc:sldChg chg="del">
        <pc:chgData name="田代 裕基" userId="23203928356_tp_box_2" providerId="OAuth2" clId="{89C46587-8D14-4DDF-B404-14C37C23732E}" dt="2026-08-26T08:04:05.529" v="3385" actId="47"/>
        <pc:sldMkLst>
          <pc:docMk/>
          <pc:sldMk cId="2354882801" sldId="2147478109"/>
        </pc:sldMkLst>
      </pc:sldChg>
      <pc:sldChg chg="modNotesTx">
        <pc:chgData name="田代 裕基" userId="23203928356_tp_box_2" providerId="OAuth2" clId="{89C46587-8D14-4DDF-B404-14C37C23732E}" dt="2026-08-26T08:03:44.497" v="3382" actId="20577"/>
        <pc:sldMkLst>
          <pc:docMk/>
          <pc:sldMk cId="48090202" sldId="2147478110"/>
        </pc:sldMkLst>
      </pc:sldChg>
      <pc:sldChg chg="modSp add mod">
        <pc:chgData name="田代 裕基" userId="23203928356_tp_box_2" providerId="OAuth2" clId="{89C46587-8D14-4DDF-B404-14C37C23732E}" dt="2026-08-27T04:28:12.217" v="9518" actId="20577"/>
        <pc:sldMkLst>
          <pc:docMk/>
          <pc:sldMk cId="915494960" sldId="2147483473"/>
        </pc:sldMkLst>
        <pc:spChg chg="mod">
          <ac:chgData name="田代 裕基" userId="23203928356_tp_box_2" providerId="OAuth2" clId="{89C46587-8D14-4DDF-B404-14C37C23732E}" dt="2026-08-27T04:28:12.217" v="9518" actId="20577"/>
          <ac:spMkLst>
            <pc:docMk/>
            <pc:sldMk cId="915494960" sldId="2147483473"/>
            <ac:spMk id="5" creationId="{99D10079-0216-6B87-3237-8CA55F611E58}"/>
          </ac:spMkLst>
        </pc:spChg>
      </pc:sldChg>
      <pc:sldChg chg="add del">
        <pc:chgData name="田代 裕基" userId="23203928356_tp_box_2" providerId="OAuth2" clId="{89C46587-8D14-4DDF-B404-14C37C23732E}" dt="2026-08-27T04:25:00.696" v="9506" actId="2696"/>
        <pc:sldMkLst>
          <pc:docMk/>
          <pc:sldMk cId="2689325706" sldId="2147483473"/>
        </pc:sldMkLst>
      </pc:sldChg>
      <pc:sldChg chg="del modNotesTx">
        <pc:chgData name="田代 裕基" userId="23203928356_tp_box_2" providerId="OAuth2" clId="{89C46587-8D14-4DDF-B404-14C37C23732E}" dt="2026-08-27T02:06:58.337" v="7805" actId="2696"/>
        <pc:sldMkLst>
          <pc:docMk/>
          <pc:sldMk cId="2729831005" sldId="2147483473"/>
        </pc:sldMkLst>
      </pc:sldChg>
      <pc:sldChg chg="add del">
        <pc:chgData name="田代 裕基" userId="23203928356_tp_box_2" providerId="OAuth2" clId="{89C46587-8D14-4DDF-B404-14C37C23732E}" dt="2026-08-27T04:25:00.696" v="9506" actId="2696"/>
        <pc:sldMkLst>
          <pc:docMk/>
          <pc:sldMk cId="900304473" sldId="2147483474"/>
        </pc:sldMkLst>
      </pc:sldChg>
      <pc:sldChg chg="del">
        <pc:chgData name="田代 裕基" userId="23203928356_tp_box_2" providerId="OAuth2" clId="{89C46587-8D14-4DDF-B404-14C37C23732E}" dt="2026-08-27T02:06:58.337" v="7805" actId="2696"/>
        <pc:sldMkLst>
          <pc:docMk/>
          <pc:sldMk cId="2037001317" sldId="2147483474"/>
        </pc:sldMkLst>
      </pc:sldChg>
      <pc:sldChg chg="modSp add mod">
        <pc:chgData name="田代 裕基" userId="23203928356_tp_box_2" providerId="OAuth2" clId="{89C46587-8D14-4DDF-B404-14C37C23732E}" dt="2026-08-27T04:28:16.440" v="9519" actId="20577"/>
        <pc:sldMkLst>
          <pc:docMk/>
          <pc:sldMk cId="4224670988" sldId="2147483474"/>
        </pc:sldMkLst>
        <pc:spChg chg="mod">
          <ac:chgData name="田代 裕基" userId="23203928356_tp_box_2" providerId="OAuth2" clId="{89C46587-8D14-4DDF-B404-14C37C23732E}" dt="2026-08-27T04:28:16.440" v="9519" actId="20577"/>
          <ac:spMkLst>
            <pc:docMk/>
            <pc:sldMk cId="4224670988" sldId="2147483474"/>
            <ac:spMk id="5" creationId="{370EA4D3-FF8D-5122-A5D8-C96C53D547DD}"/>
          </ac:spMkLst>
        </pc:spChg>
      </pc:sldChg>
      <pc:sldChg chg="modSp mod modNotesTx">
        <pc:chgData name="田代 裕基" userId="23203928356_tp_box_2" providerId="OAuth2" clId="{89C46587-8D14-4DDF-B404-14C37C23732E}" dt="2026-08-26T07:49:49.214" v="2016" actId="20577"/>
        <pc:sldMkLst>
          <pc:docMk/>
          <pc:sldMk cId="3993754877" sldId="2147483477"/>
        </pc:sldMkLst>
        <pc:spChg chg="mod">
          <ac:chgData name="田代 裕基" userId="23203928356_tp_box_2" providerId="OAuth2" clId="{89C46587-8D14-4DDF-B404-14C37C23732E}" dt="2026-08-26T07:28:59.110" v="1507" actId="14100"/>
          <ac:spMkLst>
            <pc:docMk/>
            <pc:sldMk cId="3993754877" sldId="2147483477"/>
            <ac:spMk id="2" creationId="{450B73D6-F3AB-5E1F-0725-CCB7C5216A27}"/>
          </ac:spMkLst>
        </pc:spChg>
      </pc:sldChg>
      <pc:sldChg chg="modNotesTx">
        <pc:chgData name="田代 裕基" userId="23203928356_tp_box_2" providerId="OAuth2" clId="{89C46587-8D14-4DDF-B404-14C37C23732E}" dt="2026-08-26T08:07:08.762" v="3780" actId="20577"/>
        <pc:sldMkLst>
          <pc:docMk/>
          <pc:sldMk cId="1413952013" sldId="2147483482"/>
        </pc:sldMkLst>
      </pc:sldChg>
      <pc:sldChg chg="addSp delSp modSp mod ord modNotesTx">
        <pc:chgData name="田代 裕基" userId="23203928356_tp_box_2" providerId="OAuth2" clId="{89C46587-8D14-4DDF-B404-14C37C23732E}" dt="2026-08-27T01:52:18.919" v="7756" actId="20577"/>
        <pc:sldMkLst>
          <pc:docMk/>
          <pc:sldMk cId="2595839127" sldId="2147483485"/>
        </pc:sldMkLst>
        <pc:spChg chg="add del mod">
          <ac:chgData name="田代 裕基" userId="23203928356_tp_box_2" providerId="OAuth2" clId="{89C46587-8D14-4DDF-B404-14C37C23732E}" dt="2026-08-27T01:50:52.106" v="7658" actId="478"/>
          <ac:spMkLst>
            <pc:docMk/>
            <pc:sldMk cId="2595839127" sldId="2147483485"/>
            <ac:spMk id="3" creationId="{0C89C13A-CC5D-99C9-E0A3-16EE0FCDE8A8}"/>
          </ac:spMkLst>
        </pc:spChg>
        <pc:spChg chg="add mod">
          <ac:chgData name="田代 裕基" userId="23203928356_tp_box_2" providerId="OAuth2" clId="{89C46587-8D14-4DDF-B404-14C37C23732E}" dt="2026-08-27T01:52:18.919" v="7756" actId="20577"/>
          <ac:spMkLst>
            <pc:docMk/>
            <pc:sldMk cId="2595839127" sldId="2147483485"/>
            <ac:spMk id="4" creationId="{1E03B761-AB9B-8365-8D64-C5EDA805D69F}"/>
          </ac:spMkLst>
        </pc:spChg>
      </pc:sldChg>
      <pc:sldChg chg="delSp modSp del mod">
        <pc:chgData name="田代 裕基" userId="23203928356_tp_box_2" providerId="OAuth2" clId="{89C46587-8D14-4DDF-B404-14C37C23732E}" dt="2026-08-26T07:24:30.093" v="1504" actId="47"/>
        <pc:sldMkLst>
          <pc:docMk/>
          <pc:sldMk cId="2218845473" sldId="2147483487"/>
        </pc:sldMkLst>
      </pc:sldChg>
      <pc:sldChg chg="addSp delSp modSp del mod modNotesTx">
        <pc:chgData name="田代 裕基" userId="23203928356_tp_box_2" providerId="OAuth2" clId="{89C46587-8D14-4DDF-B404-14C37C23732E}" dt="2026-08-27T02:06:58.337" v="7805" actId="2696"/>
        <pc:sldMkLst>
          <pc:docMk/>
          <pc:sldMk cId="2313283313" sldId="2147483493"/>
        </pc:sldMkLst>
        <pc:spChg chg="mod">
          <ac:chgData name="田代 裕基" userId="23203928356_tp_box_2" providerId="OAuth2" clId="{89C46587-8D14-4DDF-B404-14C37C23732E}" dt="2026-08-26T08:40:39.910" v="3896" actId="20577"/>
          <ac:spMkLst>
            <pc:docMk/>
            <pc:sldMk cId="2313283313" sldId="2147483493"/>
            <ac:spMk id="2" creationId="{ED0457C4-4D97-40F2-3E04-9CA988CED47D}"/>
          </ac:spMkLst>
        </pc:spChg>
        <pc:spChg chg="add mod">
          <ac:chgData name="田代 裕基" userId="23203928356_tp_box_2" providerId="OAuth2" clId="{89C46587-8D14-4DDF-B404-14C37C23732E}" dt="2026-08-26T09:18:20.798" v="6139" actId="14100"/>
          <ac:spMkLst>
            <pc:docMk/>
            <pc:sldMk cId="2313283313" sldId="2147483493"/>
            <ac:spMk id="3" creationId="{8AB23E42-9EB9-234D-7C8A-633FB4D29C1C}"/>
          </ac:spMkLst>
        </pc:spChg>
        <pc:spChg chg="mod">
          <ac:chgData name="田代 裕基" userId="23203928356_tp_box_2" providerId="OAuth2" clId="{89C46587-8D14-4DDF-B404-14C37C23732E}" dt="2026-08-26T08:37:43.865" v="3812"/>
          <ac:spMkLst>
            <pc:docMk/>
            <pc:sldMk cId="2313283313" sldId="2147483493"/>
            <ac:spMk id="15" creationId="{47F91594-8EF5-5A94-882F-AD66336271D6}"/>
          </ac:spMkLst>
        </pc:spChg>
        <pc:picChg chg="mod">
          <ac:chgData name="田代 裕基" userId="23203928356_tp_box_2" providerId="OAuth2" clId="{89C46587-8D14-4DDF-B404-14C37C23732E}" dt="2026-08-26T08:38:02.388" v="3820" actId="1076"/>
          <ac:picMkLst>
            <pc:docMk/>
            <pc:sldMk cId="2313283313" sldId="2147483493"/>
            <ac:picMk id="4" creationId="{D66FA726-D9B9-6BD0-045E-B1E0D0AFEEAF}"/>
          </ac:picMkLst>
        </pc:picChg>
        <pc:picChg chg="mod">
          <ac:chgData name="田代 裕基" userId="23203928356_tp_box_2" providerId="OAuth2" clId="{89C46587-8D14-4DDF-B404-14C37C23732E}" dt="2026-08-26T08:38:00.982" v="3819" actId="688"/>
          <ac:picMkLst>
            <pc:docMk/>
            <pc:sldMk cId="2313283313" sldId="2147483493"/>
            <ac:picMk id="7" creationId="{136BD3CC-0CEE-9936-13BF-5A53CF314025}"/>
          </ac:picMkLst>
        </pc:picChg>
        <pc:picChg chg="del">
          <ac:chgData name="田代 裕基" userId="23203928356_tp_box_2" providerId="OAuth2" clId="{89C46587-8D14-4DDF-B404-14C37C23732E}" dt="2026-08-26T08:37:49.112" v="3813" actId="478"/>
          <ac:picMkLst>
            <pc:docMk/>
            <pc:sldMk cId="2313283313" sldId="2147483493"/>
            <ac:picMk id="23" creationId="{25984CF2-1BF5-4249-5543-6123F6E30531}"/>
          </ac:picMkLst>
        </pc:picChg>
        <pc:picChg chg="mod">
          <ac:chgData name="田代 裕基" userId="23203928356_tp_box_2" providerId="OAuth2" clId="{89C46587-8D14-4DDF-B404-14C37C23732E}" dt="2026-08-26T08:37:57.989" v="3816" actId="1076"/>
          <ac:picMkLst>
            <pc:docMk/>
            <pc:sldMk cId="2313283313" sldId="2147483493"/>
            <ac:picMk id="25" creationId="{AC002005-2CEA-AB36-3357-1DB68879CD51}"/>
          </ac:picMkLst>
        </pc:picChg>
        <pc:picChg chg="mod">
          <ac:chgData name="田代 裕基" userId="23203928356_tp_box_2" providerId="OAuth2" clId="{89C46587-8D14-4DDF-B404-14C37C23732E}" dt="2026-08-26T08:37:54.875" v="3815" actId="1076"/>
          <ac:picMkLst>
            <pc:docMk/>
            <pc:sldMk cId="2313283313" sldId="2147483493"/>
            <ac:picMk id="27" creationId="{A6187DB8-1F4A-051C-8F3A-F8C8F31ED6ED}"/>
          </ac:picMkLst>
        </pc:picChg>
      </pc:sldChg>
      <pc:sldChg chg="add del">
        <pc:chgData name="田代 裕基" userId="23203928356_tp_box_2" providerId="OAuth2" clId="{89C46587-8D14-4DDF-B404-14C37C23732E}" dt="2026-08-27T02:09:11.079" v="8046" actId="47"/>
        <pc:sldMkLst>
          <pc:docMk/>
          <pc:sldMk cId="3074914847" sldId="2147483493"/>
        </pc:sldMkLst>
      </pc:sldChg>
      <pc:sldChg chg="addSp delSp add mod">
        <pc:chgData name="田代 裕基" userId="23203928356_tp_box_2" providerId="OAuth2" clId="{89C46587-8D14-4DDF-B404-14C37C23732E}" dt="2026-08-26T07:23:14.044" v="1449" actId="22"/>
        <pc:sldMkLst>
          <pc:docMk/>
          <pc:sldMk cId="4029664524" sldId="2147483494"/>
        </pc:sldMkLst>
        <pc:spChg chg="del">
          <ac:chgData name="田代 裕基" userId="23203928356_tp_box_2" providerId="OAuth2" clId="{89C46587-8D14-4DDF-B404-14C37C23732E}" dt="2026-08-26T07:23:13.853" v="1448" actId="478"/>
          <ac:spMkLst>
            <pc:docMk/>
            <pc:sldMk cId="4029664524" sldId="2147483494"/>
            <ac:spMk id="2" creationId="{8F9F47AA-19D9-B908-A10E-9C07F15F59A5}"/>
          </ac:spMkLst>
        </pc:spChg>
        <pc:spChg chg="add">
          <ac:chgData name="田代 裕基" userId="23203928356_tp_box_2" providerId="OAuth2" clId="{89C46587-8D14-4DDF-B404-14C37C23732E}" dt="2026-08-26T07:23:14.044" v="1449" actId="22"/>
          <ac:spMkLst>
            <pc:docMk/>
            <pc:sldMk cId="4029664524" sldId="2147483494"/>
            <ac:spMk id="4" creationId="{1442E27D-3552-DE99-4B47-750F8218729F}"/>
          </ac:spMkLst>
        </pc:spChg>
      </pc:sldChg>
      <pc:sldChg chg="addSp delSp modSp add del mod">
        <pc:chgData name="田代 裕基" userId="23203928356_tp_box_2" providerId="OAuth2" clId="{89C46587-8D14-4DDF-B404-14C37C23732E}" dt="2026-08-27T02:37:18.240" v="8106" actId="47"/>
        <pc:sldMkLst>
          <pc:docMk/>
          <pc:sldMk cId="544560827" sldId="2147483495"/>
        </pc:sldMkLst>
        <pc:spChg chg="del">
          <ac:chgData name="田代 裕基" userId="23203928356_tp_box_2" providerId="OAuth2" clId="{89C46587-8D14-4DDF-B404-14C37C23732E}" dt="2026-08-26T07:23:10.440" v="1447" actId="21"/>
          <ac:spMkLst>
            <pc:docMk/>
            <pc:sldMk cId="544560827" sldId="2147483495"/>
            <ac:spMk id="3" creationId="{B8E74ED0-A053-166F-DC95-405716C11656}"/>
          </ac:spMkLst>
        </pc:spChg>
        <pc:spChg chg="add mod">
          <ac:chgData name="田代 裕基" userId="23203928356_tp_box_2" providerId="OAuth2" clId="{89C46587-8D14-4DDF-B404-14C37C23732E}" dt="2026-08-26T07:23:20.302" v="1450" actId="1076"/>
          <ac:spMkLst>
            <pc:docMk/>
            <pc:sldMk cId="544560827" sldId="2147483495"/>
            <ac:spMk id="4" creationId="{53DA4CE5-B1F6-82EF-ADB4-E561AD74B493}"/>
          </ac:spMkLst>
        </pc:spChg>
      </pc:sldChg>
      <pc:sldChg chg="addSp modSp add mod">
        <pc:chgData name="田代 裕基" userId="23203928356_tp_box_2" providerId="OAuth2" clId="{89C46587-8D14-4DDF-B404-14C37C23732E}" dt="2026-08-26T07:24:22.724" v="1503" actId="1076"/>
        <pc:sldMkLst>
          <pc:docMk/>
          <pc:sldMk cId="93559119" sldId="2147483496"/>
        </pc:sldMkLst>
        <pc:spChg chg="add mod">
          <ac:chgData name="田代 裕基" userId="23203928356_tp_box_2" providerId="OAuth2" clId="{89C46587-8D14-4DDF-B404-14C37C23732E}" dt="2026-08-26T07:24:22.724" v="1503" actId="1076"/>
          <ac:spMkLst>
            <pc:docMk/>
            <pc:sldMk cId="93559119" sldId="2147483496"/>
            <ac:spMk id="3" creationId="{B16BAE89-307C-A153-D04B-5284A76AE417}"/>
          </ac:spMkLst>
        </pc:spChg>
      </pc:sldChg>
      <pc:sldChg chg="addSp modSp add del mod">
        <pc:chgData name="田代 裕基" userId="23203928356_tp_box_2" providerId="OAuth2" clId="{89C46587-8D14-4DDF-B404-14C37C23732E}" dt="2026-08-26T07:36:00.705" v="1559" actId="47"/>
        <pc:sldMkLst>
          <pc:docMk/>
          <pc:sldMk cId="372847026" sldId="2147483497"/>
        </pc:sldMkLst>
        <pc:spChg chg="add">
          <ac:chgData name="田代 裕基" userId="23203928356_tp_box_2" providerId="OAuth2" clId="{89C46587-8D14-4DDF-B404-14C37C23732E}" dt="2026-08-26T07:34:35.956" v="1511" actId="22"/>
          <ac:spMkLst>
            <pc:docMk/>
            <pc:sldMk cId="372847026" sldId="2147483497"/>
            <ac:spMk id="3" creationId="{6A9B80FC-D3C2-B886-50BA-DCF82A2AC774}"/>
          </ac:spMkLst>
        </pc:spChg>
        <pc:spChg chg="mod">
          <ac:chgData name="田代 裕基" userId="23203928356_tp_box_2" providerId="OAuth2" clId="{89C46587-8D14-4DDF-B404-14C37C23732E}" dt="2026-08-26T07:35:54.301" v="1558" actId="20577"/>
          <ac:spMkLst>
            <pc:docMk/>
            <pc:sldMk cId="372847026" sldId="2147483497"/>
            <ac:spMk id="9" creationId="{CC16164D-85C8-65A2-EEBB-0F71E7B4A0BE}"/>
          </ac:spMkLst>
        </pc:spChg>
      </pc:sldChg>
      <pc:sldChg chg="add modNotesTx">
        <pc:chgData name="田代 裕基" userId="23203928356_tp_box_2" providerId="OAuth2" clId="{89C46587-8D14-4DDF-B404-14C37C23732E}" dt="2026-08-26T08:01:53.237" v="3196" actId="20577"/>
        <pc:sldMkLst>
          <pc:docMk/>
          <pc:sldMk cId="3818441992" sldId="2147483497"/>
        </pc:sldMkLst>
      </pc:sldChg>
      <pc:sldChg chg="addSp modSp add mod modNotesTx">
        <pc:chgData name="田代 裕基" userId="23203928356_tp_box_2" providerId="OAuth2" clId="{89C46587-8D14-4DDF-B404-14C37C23732E}" dt="2026-08-27T01:52:57.198" v="7804" actId="20577"/>
        <pc:sldMkLst>
          <pc:docMk/>
          <pc:sldMk cId="2228764979" sldId="2147483498"/>
        </pc:sldMkLst>
        <pc:spChg chg="add mod">
          <ac:chgData name="田代 裕基" userId="23203928356_tp_box_2" providerId="OAuth2" clId="{89C46587-8D14-4DDF-B404-14C37C23732E}" dt="2026-08-26T08:52:44.264" v="4546" actId="20577"/>
          <ac:spMkLst>
            <pc:docMk/>
            <pc:sldMk cId="2228764979" sldId="2147483498"/>
            <ac:spMk id="3" creationId="{D509604B-9EF8-4214-73DD-AD290225911B}"/>
          </ac:spMkLst>
        </pc:spChg>
        <pc:spChg chg="mod">
          <ac:chgData name="田代 裕基" userId="23203928356_tp_box_2" providerId="OAuth2" clId="{89C46587-8D14-4DDF-B404-14C37C23732E}" dt="2026-08-26T09:06:26.854" v="5639" actId="20577"/>
          <ac:spMkLst>
            <pc:docMk/>
            <pc:sldMk cId="2228764979" sldId="2147483498"/>
            <ac:spMk id="6" creationId="{C61704E3-8110-72C8-5476-DAC03CA6A035}"/>
          </ac:spMkLst>
        </pc:spChg>
        <pc:spChg chg="mod">
          <ac:chgData name="田代 裕基" userId="23203928356_tp_box_2" providerId="OAuth2" clId="{89C46587-8D14-4DDF-B404-14C37C23732E}" dt="2026-08-26T09:08:18.951" v="5896" actId="1076"/>
          <ac:spMkLst>
            <pc:docMk/>
            <pc:sldMk cId="2228764979" sldId="2147483498"/>
            <ac:spMk id="8" creationId="{D4C96A99-692B-ED55-FB7F-403B2DCD88C7}"/>
          </ac:spMkLst>
        </pc:spChg>
        <pc:spChg chg="mod">
          <ac:chgData name="田代 裕基" userId="23203928356_tp_box_2" providerId="OAuth2" clId="{89C46587-8D14-4DDF-B404-14C37C23732E}" dt="2026-08-26T09:09:52.602" v="5973" actId="20577"/>
          <ac:spMkLst>
            <pc:docMk/>
            <pc:sldMk cId="2228764979" sldId="2147483498"/>
            <ac:spMk id="9" creationId="{00000000-0000-0000-0000-000000000000}"/>
          </ac:spMkLst>
        </pc:spChg>
        <pc:spChg chg="mod">
          <ac:chgData name="田代 裕基" userId="23203928356_tp_box_2" providerId="OAuth2" clId="{89C46587-8D14-4DDF-B404-14C37C23732E}" dt="2026-08-26T09:09:55.300" v="5974" actId="20577"/>
          <ac:spMkLst>
            <pc:docMk/>
            <pc:sldMk cId="2228764979" sldId="2147483498"/>
            <ac:spMk id="11" creationId="{00000000-0000-0000-0000-000000000000}"/>
          </ac:spMkLst>
        </pc:spChg>
        <pc:spChg chg="mod">
          <ac:chgData name="田代 裕基" userId="23203928356_tp_box_2" providerId="OAuth2" clId="{89C46587-8D14-4DDF-B404-14C37C23732E}" dt="2026-08-26T09:09:57.141" v="5975" actId="20577"/>
          <ac:spMkLst>
            <pc:docMk/>
            <pc:sldMk cId="2228764979" sldId="2147483498"/>
            <ac:spMk id="13" creationId="{00000000-0000-0000-0000-000000000000}"/>
          </ac:spMkLst>
        </pc:spChg>
      </pc:sldChg>
      <pc:sldChg chg="add del">
        <pc:chgData name="田代 裕基" userId="23203928356_tp_box_2" providerId="OAuth2" clId="{89C46587-8D14-4DDF-B404-14C37C23732E}" dt="2026-08-26T07:34:31.640" v="1510"/>
        <pc:sldMkLst>
          <pc:docMk/>
          <pc:sldMk cId="3682594413" sldId="2147483498"/>
        </pc:sldMkLst>
      </pc:sldChg>
      <pc:sldChg chg="addSp delSp modSp add del mod modNotesTx">
        <pc:chgData name="田代 裕基" userId="23203928356_tp_box_2" providerId="OAuth2" clId="{89C46587-8D14-4DDF-B404-14C37C23732E}" dt="2026-08-27T02:06:58.337" v="7805" actId="2696"/>
        <pc:sldMkLst>
          <pc:docMk/>
          <pc:sldMk cId="1859506257" sldId="2147483499"/>
        </pc:sldMkLst>
        <pc:spChg chg="add mod ord">
          <ac:chgData name="田代 裕基" userId="23203928356_tp_box_2" providerId="OAuth2" clId="{89C46587-8D14-4DDF-B404-14C37C23732E}" dt="2026-08-26T09:23:41.959" v="6305" actId="14100"/>
          <ac:spMkLst>
            <pc:docMk/>
            <pc:sldMk cId="1859506257" sldId="2147483499"/>
            <ac:spMk id="3" creationId="{60521398-7759-0571-10BA-67B79DE416F8}"/>
          </ac:spMkLst>
        </pc:spChg>
        <pc:spChg chg="add del mod ord">
          <ac:chgData name="田代 裕基" userId="23203928356_tp_box_2" providerId="OAuth2" clId="{89C46587-8D14-4DDF-B404-14C37C23732E}" dt="2026-08-26T09:23:46.052" v="6306" actId="478"/>
          <ac:spMkLst>
            <pc:docMk/>
            <pc:sldMk cId="1859506257" sldId="2147483499"/>
            <ac:spMk id="5" creationId="{919DDCAE-C703-408C-F997-3883C3F06F54}"/>
          </ac:spMkLst>
        </pc:spChg>
        <pc:spChg chg="mod">
          <ac:chgData name="田代 裕基" userId="23203928356_tp_box_2" providerId="OAuth2" clId="{89C46587-8D14-4DDF-B404-14C37C23732E}" dt="2026-08-26T09:19:14.816" v="6144" actId="1076"/>
          <ac:spMkLst>
            <pc:docMk/>
            <pc:sldMk cId="1859506257" sldId="2147483499"/>
            <ac:spMk id="8" creationId="{4CC578AD-10C0-1FA8-5170-9F84B193E8A3}"/>
          </ac:spMkLst>
        </pc:spChg>
        <pc:spChg chg="mod">
          <ac:chgData name="田代 裕基" userId="23203928356_tp_box_2" providerId="OAuth2" clId="{89C46587-8D14-4DDF-B404-14C37C23732E}" dt="2026-08-26T09:23:34.508" v="6304" actId="20577"/>
          <ac:spMkLst>
            <pc:docMk/>
            <pc:sldMk cId="1859506257" sldId="2147483499"/>
            <ac:spMk id="9" creationId="{11564707-2083-6620-5783-1EBF38BD82E3}"/>
          </ac:spMkLst>
        </pc:spChg>
        <pc:spChg chg="mod">
          <ac:chgData name="田代 裕基" userId="23203928356_tp_box_2" providerId="OAuth2" clId="{89C46587-8D14-4DDF-B404-14C37C23732E}" dt="2026-08-26T09:20:54.382" v="6168" actId="1036"/>
          <ac:spMkLst>
            <pc:docMk/>
            <pc:sldMk cId="1859506257" sldId="2147483499"/>
            <ac:spMk id="13" creationId="{582DB3C3-BD9D-08E1-D567-D4BF5D670739}"/>
          </ac:spMkLst>
        </pc:spChg>
        <pc:spChg chg="mod">
          <ac:chgData name="田代 裕基" userId="23203928356_tp_box_2" providerId="OAuth2" clId="{89C46587-8D14-4DDF-B404-14C37C23732E}" dt="2026-08-26T09:20:54.382" v="6168" actId="1036"/>
          <ac:spMkLst>
            <pc:docMk/>
            <pc:sldMk cId="1859506257" sldId="2147483499"/>
            <ac:spMk id="15" creationId="{8225BB59-79F1-DBE2-7259-F27DEDB4AB39}"/>
          </ac:spMkLst>
        </pc:spChg>
        <pc:spChg chg="mod">
          <ac:chgData name="田代 裕基" userId="23203928356_tp_box_2" providerId="OAuth2" clId="{89C46587-8D14-4DDF-B404-14C37C23732E}" dt="2026-08-26T09:20:54.382" v="6168" actId="1036"/>
          <ac:spMkLst>
            <pc:docMk/>
            <pc:sldMk cId="1859506257" sldId="2147483499"/>
            <ac:spMk id="19" creationId="{4BE48FAA-0222-108F-44E4-E07BFA70DD25}"/>
          </ac:spMkLst>
        </pc:spChg>
        <pc:spChg chg="mod">
          <ac:chgData name="田代 裕基" userId="23203928356_tp_box_2" providerId="OAuth2" clId="{89C46587-8D14-4DDF-B404-14C37C23732E}" dt="2026-08-26T09:20:54.382" v="6168" actId="1036"/>
          <ac:spMkLst>
            <pc:docMk/>
            <pc:sldMk cId="1859506257" sldId="2147483499"/>
            <ac:spMk id="20" creationId="{626629E5-D874-C14C-2123-9185F247CD0B}"/>
          </ac:spMkLst>
        </pc:spChg>
        <pc:spChg chg="del">
          <ac:chgData name="田代 裕基" userId="23203928356_tp_box_2" providerId="OAuth2" clId="{89C46587-8D14-4DDF-B404-14C37C23732E}" dt="2026-08-26T09:19:17.353" v="6145" actId="478"/>
          <ac:spMkLst>
            <pc:docMk/>
            <pc:sldMk cId="1859506257" sldId="2147483499"/>
            <ac:spMk id="21" creationId="{65868487-5627-51C1-45CF-EEC7E9F07F2B}"/>
          </ac:spMkLst>
        </pc:spChg>
        <pc:spChg chg="add mod">
          <ac:chgData name="田代 裕基" userId="23203928356_tp_box_2" providerId="OAuth2" clId="{89C46587-8D14-4DDF-B404-14C37C23732E}" dt="2026-08-26T09:23:10.598" v="6278" actId="20577"/>
          <ac:spMkLst>
            <pc:docMk/>
            <pc:sldMk cId="1859506257" sldId="2147483499"/>
            <ac:spMk id="23" creationId="{E9F01954-671A-70FA-FC3D-B007B4975B97}"/>
          </ac:spMkLst>
        </pc:spChg>
        <pc:spChg chg="add mod">
          <ac:chgData name="田代 裕基" userId="23203928356_tp_box_2" providerId="OAuth2" clId="{89C46587-8D14-4DDF-B404-14C37C23732E}" dt="2026-08-26T09:24:37.243" v="6355" actId="20577"/>
          <ac:spMkLst>
            <pc:docMk/>
            <pc:sldMk cId="1859506257" sldId="2147483499"/>
            <ac:spMk id="24" creationId="{74768F74-DA8E-68C3-3514-A04106B1A125}"/>
          </ac:spMkLst>
        </pc:spChg>
        <pc:picChg chg="mod">
          <ac:chgData name="田代 裕基" userId="23203928356_tp_box_2" providerId="OAuth2" clId="{89C46587-8D14-4DDF-B404-14C37C23732E}" dt="2026-08-26T09:20:54.382" v="6168" actId="1036"/>
          <ac:picMkLst>
            <pc:docMk/>
            <pc:sldMk cId="1859506257" sldId="2147483499"/>
            <ac:picMk id="10" creationId="{3D10D97D-EC9E-B6A5-3AB2-34E976706AEB}"/>
          </ac:picMkLst>
        </pc:picChg>
        <pc:picChg chg="mod">
          <ac:chgData name="田代 裕基" userId="23203928356_tp_box_2" providerId="OAuth2" clId="{89C46587-8D14-4DDF-B404-14C37C23732E}" dt="2026-08-26T09:20:54.382" v="6168" actId="1036"/>
          <ac:picMkLst>
            <pc:docMk/>
            <pc:sldMk cId="1859506257" sldId="2147483499"/>
            <ac:picMk id="11" creationId="{39A51A74-3528-2BE2-B259-2845A74B18AF}"/>
          </ac:picMkLst>
        </pc:picChg>
        <pc:picChg chg="mod">
          <ac:chgData name="田代 裕基" userId="23203928356_tp_box_2" providerId="OAuth2" clId="{89C46587-8D14-4DDF-B404-14C37C23732E}" dt="2026-08-26T09:20:54.382" v="6168" actId="1036"/>
          <ac:picMkLst>
            <pc:docMk/>
            <pc:sldMk cId="1859506257" sldId="2147483499"/>
            <ac:picMk id="12" creationId="{AC173CFD-60A9-132F-D938-BA1D75F3CD5E}"/>
          </ac:picMkLst>
        </pc:picChg>
        <pc:picChg chg="mod">
          <ac:chgData name="田代 裕基" userId="23203928356_tp_box_2" providerId="OAuth2" clId="{89C46587-8D14-4DDF-B404-14C37C23732E}" dt="2026-08-26T09:20:54.382" v="6168" actId="1036"/>
          <ac:picMkLst>
            <pc:docMk/>
            <pc:sldMk cId="1859506257" sldId="2147483499"/>
            <ac:picMk id="18" creationId="{232F3F43-3870-5747-4650-872D54E2CD6B}"/>
          </ac:picMkLst>
        </pc:picChg>
      </pc:sldChg>
      <pc:sldChg chg="modSp add mod modNotesTx">
        <pc:chgData name="田代 裕基" userId="23203928356_tp_box_2" providerId="OAuth2" clId="{89C46587-8D14-4DDF-B404-14C37C23732E}" dt="2026-08-27T02:57:51.155" v="9410" actId="20577"/>
        <pc:sldMkLst>
          <pc:docMk/>
          <pc:sldMk cId="3699318032" sldId="2147483499"/>
        </pc:sldMkLst>
        <pc:spChg chg="mod">
          <ac:chgData name="田代 裕基" userId="23203928356_tp_box_2" providerId="OAuth2" clId="{89C46587-8D14-4DDF-B404-14C37C23732E}" dt="2026-08-27T02:36:29.398" v="8105"/>
          <ac:spMkLst>
            <pc:docMk/>
            <pc:sldMk cId="3699318032" sldId="2147483499"/>
            <ac:spMk id="6" creationId="{C3245353-99D7-EA09-3B91-1E15AE0E6ABA}"/>
          </ac:spMkLst>
        </pc:spChg>
        <pc:spChg chg="mod">
          <ac:chgData name="田代 裕基" userId="23203928356_tp_box_2" providerId="OAuth2" clId="{89C46587-8D14-4DDF-B404-14C37C23732E}" dt="2026-08-27T02:09:54.579" v="8059" actId="20577"/>
          <ac:spMkLst>
            <pc:docMk/>
            <pc:sldMk cId="3699318032" sldId="2147483499"/>
            <ac:spMk id="9" creationId="{11564707-2083-6620-5783-1EBF38BD82E3}"/>
          </ac:spMkLst>
        </pc:spChg>
        <pc:spChg chg="mod">
          <ac:chgData name="田代 裕基" userId="23203928356_tp_box_2" providerId="OAuth2" clId="{89C46587-8D14-4DDF-B404-14C37C23732E}" dt="2026-08-27T02:53:13.039" v="9200" actId="20577"/>
          <ac:spMkLst>
            <pc:docMk/>
            <pc:sldMk cId="3699318032" sldId="2147483499"/>
            <ac:spMk id="23" creationId="{E9F01954-671A-70FA-FC3D-B007B4975B97}"/>
          </ac:spMkLst>
        </pc:spChg>
        <pc:picChg chg="mod">
          <ac:chgData name="田代 裕基" userId="23203928356_tp_box_2" providerId="OAuth2" clId="{89C46587-8D14-4DDF-B404-14C37C23732E}" dt="2026-08-27T02:10:32.963" v="8062" actId="14100"/>
          <ac:picMkLst>
            <pc:docMk/>
            <pc:sldMk cId="3699318032" sldId="2147483499"/>
            <ac:picMk id="31" creationId="{D1906609-C6D9-ACD8-2136-4DDC4E370046}"/>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Work\S%20Tech%20I\20260306_&#26908;&#35388;&#38917;&#30446;.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Work\S%20Tech%20I\20260306_&#26908;&#35388;&#38917;&#30446;.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r>
              <a:rPr lang="en-US" altLang="ja-JP"/>
              <a:t>YOLOv11-m</a:t>
            </a:r>
            <a:r>
              <a:rPr lang="en-US" altLang="ja-JP" baseline="0"/>
              <a:t> Mixed Simple</a:t>
            </a:r>
            <a:endParaRPr lang="ja-JP" altLang="en-US"/>
          </a:p>
        </c:rich>
      </c:tx>
      <c:overlay val="0"/>
      <c:spPr>
        <a:noFill/>
        <a:ln>
          <a:noFill/>
        </a:ln>
        <a:effectLst/>
      </c:spPr>
      <c:txPr>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lineChart>
        <c:grouping val="standard"/>
        <c:varyColors val="0"/>
        <c:ser>
          <c:idx val="1"/>
          <c:order val="1"/>
          <c:tx>
            <c:strRef>
              <c:f>Mixed_Simple!$B$1</c:f>
              <c:strCache>
                <c:ptCount val="1"/>
                <c:pt idx="0">
                  <c:v>PCIモジュール全体の消費電力</c:v>
                </c:pt>
              </c:strCache>
            </c:strRef>
          </c:tx>
          <c:spPr>
            <a:ln w="12700" cap="rnd">
              <a:solidFill>
                <a:schemeClr val="accent2"/>
              </a:solidFill>
              <a:round/>
            </a:ln>
            <a:effectLst/>
          </c:spPr>
          <c:marker>
            <c:symbol val="none"/>
          </c:marker>
          <c:val>
            <c:numRef>
              <c:f>Mixed_Simple!$B$2:$B$3615</c:f>
              <c:numCache>
                <c:formatCode>General</c:formatCode>
                <c:ptCount val="3614"/>
                <c:pt idx="0">
                  <c:v>7.3045200000000001</c:v>
                </c:pt>
                <c:pt idx="1">
                  <c:v>7.2676100000000003</c:v>
                </c:pt>
                <c:pt idx="2">
                  <c:v>7.1818299999999997</c:v>
                </c:pt>
                <c:pt idx="3">
                  <c:v>7.0481400000000001</c:v>
                </c:pt>
                <c:pt idx="4">
                  <c:v>7.2134400000000003</c:v>
                </c:pt>
                <c:pt idx="5">
                  <c:v>7.2632399999999997</c:v>
                </c:pt>
                <c:pt idx="6">
                  <c:v>7.0107900000000001</c:v>
                </c:pt>
                <c:pt idx="7">
                  <c:v>7.1876499999999997</c:v>
                </c:pt>
                <c:pt idx="8">
                  <c:v>7.3707900000000004</c:v>
                </c:pt>
                <c:pt idx="9">
                  <c:v>7.4596400000000003</c:v>
                </c:pt>
                <c:pt idx="10">
                  <c:v>7.2329800000000004</c:v>
                </c:pt>
                <c:pt idx="11">
                  <c:v>7.1581700000000001</c:v>
                </c:pt>
                <c:pt idx="12">
                  <c:v>7.38828</c:v>
                </c:pt>
                <c:pt idx="13">
                  <c:v>7.0715399999999997</c:v>
                </c:pt>
                <c:pt idx="14">
                  <c:v>9.3995200000000008</c:v>
                </c:pt>
                <c:pt idx="15">
                  <c:v>9.3694500000000005</c:v>
                </c:pt>
                <c:pt idx="16">
                  <c:v>9.08033</c:v>
                </c:pt>
                <c:pt idx="17">
                  <c:v>8.9028700000000001</c:v>
                </c:pt>
                <c:pt idx="18">
                  <c:v>8.7913700000000006</c:v>
                </c:pt>
                <c:pt idx="19">
                  <c:v>8.9061400000000006</c:v>
                </c:pt>
                <c:pt idx="20">
                  <c:v>9.2569199999999991</c:v>
                </c:pt>
                <c:pt idx="21">
                  <c:v>9.54495</c:v>
                </c:pt>
                <c:pt idx="22">
                  <c:v>9.0477100000000004</c:v>
                </c:pt>
                <c:pt idx="23">
                  <c:v>8.9839400000000005</c:v>
                </c:pt>
                <c:pt idx="24">
                  <c:v>8.7212700000000005</c:v>
                </c:pt>
                <c:pt idx="25">
                  <c:v>8.7520799999999994</c:v>
                </c:pt>
                <c:pt idx="26">
                  <c:v>9.3262400000000003</c:v>
                </c:pt>
                <c:pt idx="27">
                  <c:v>8.85703</c:v>
                </c:pt>
                <c:pt idx="28">
                  <c:v>8.8186699999999991</c:v>
                </c:pt>
                <c:pt idx="29">
                  <c:v>8.74221</c:v>
                </c:pt>
                <c:pt idx="30">
                  <c:v>9.0819200000000002</c:v>
                </c:pt>
                <c:pt idx="31">
                  <c:v>9.1167400000000001</c:v>
                </c:pt>
                <c:pt idx="32">
                  <c:v>8.4312900000000006</c:v>
                </c:pt>
                <c:pt idx="33">
                  <c:v>8.5966400000000007</c:v>
                </c:pt>
                <c:pt idx="34">
                  <c:v>9.0877300000000005</c:v>
                </c:pt>
                <c:pt idx="35">
                  <c:v>8.6188800000000008</c:v>
                </c:pt>
                <c:pt idx="36">
                  <c:v>9.6357599999999994</c:v>
                </c:pt>
                <c:pt idx="37">
                  <c:v>8.9376700000000007</c:v>
                </c:pt>
                <c:pt idx="38">
                  <c:v>8.6390499999999992</c:v>
                </c:pt>
                <c:pt idx="39">
                  <c:v>8.7839399999999994</c:v>
                </c:pt>
                <c:pt idx="40">
                  <c:v>8.9906000000000006</c:v>
                </c:pt>
                <c:pt idx="41">
                  <c:v>9.0346200000000003</c:v>
                </c:pt>
                <c:pt idx="42">
                  <c:v>8.7577499999999997</c:v>
                </c:pt>
                <c:pt idx="43">
                  <c:v>9.0251400000000004</c:v>
                </c:pt>
                <c:pt idx="44">
                  <c:v>9.2986799999999992</c:v>
                </c:pt>
                <c:pt idx="45">
                  <c:v>8.6269500000000008</c:v>
                </c:pt>
                <c:pt idx="46">
                  <c:v>9.0185700000000004</c:v>
                </c:pt>
                <c:pt idx="47">
                  <c:v>9.1173599999999997</c:v>
                </c:pt>
                <c:pt idx="48">
                  <c:v>8.6101500000000009</c:v>
                </c:pt>
                <c:pt idx="49">
                  <c:v>9.5337499999999995</c:v>
                </c:pt>
                <c:pt idx="50">
                  <c:v>9.1488899999999997</c:v>
                </c:pt>
                <c:pt idx="51">
                  <c:v>8.9182000000000006</c:v>
                </c:pt>
                <c:pt idx="52">
                  <c:v>8.5577199999999998</c:v>
                </c:pt>
                <c:pt idx="53">
                  <c:v>8.5983000000000001</c:v>
                </c:pt>
                <c:pt idx="54">
                  <c:v>8.6876999999999995</c:v>
                </c:pt>
                <c:pt idx="55">
                  <c:v>8.5792000000000002</c:v>
                </c:pt>
                <c:pt idx="56">
                  <c:v>8.5582100000000008</c:v>
                </c:pt>
                <c:pt idx="57">
                  <c:v>9.4333299999999998</c:v>
                </c:pt>
                <c:pt idx="58">
                  <c:v>8.71556</c:v>
                </c:pt>
                <c:pt idx="59">
                  <c:v>9.0716000000000001</c:v>
                </c:pt>
                <c:pt idx="60">
                  <c:v>9.0984099999999994</c:v>
                </c:pt>
                <c:pt idx="61">
                  <c:v>9.0705100000000005</c:v>
                </c:pt>
                <c:pt idx="62">
                  <c:v>8.8115299999999994</c:v>
                </c:pt>
                <c:pt idx="63">
                  <c:v>8.80321</c:v>
                </c:pt>
                <c:pt idx="64">
                  <c:v>8.3958100000000009</c:v>
                </c:pt>
                <c:pt idx="65">
                  <c:v>8.6954899999999995</c:v>
                </c:pt>
                <c:pt idx="66">
                  <c:v>9.2577499999999997</c:v>
                </c:pt>
                <c:pt idx="67">
                  <c:v>8.9974100000000004</c:v>
                </c:pt>
                <c:pt idx="68">
                  <c:v>8.9479199999999999</c:v>
                </c:pt>
                <c:pt idx="69">
                  <c:v>8.42774</c:v>
                </c:pt>
                <c:pt idx="70">
                  <c:v>8.9510199999999998</c:v>
                </c:pt>
                <c:pt idx="71">
                  <c:v>8.5579999999999998</c:v>
                </c:pt>
                <c:pt idx="72">
                  <c:v>8.6743400000000008</c:v>
                </c:pt>
                <c:pt idx="73">
                  <c:v>8.5056999999999992</c:v>
                </c:pt>
                <c:pt idx="74">
                  <c:v>8.4907699999999995</c:v>
                </c:pt>
                <c:pt idx="75">
                  <c:v>9.2070500000000006</c:v>
                </c:pt>
                <c:pt idx="76">
                  <c:v>8.3737499999999994</c:v>
                </c:pt>
                <c:pt idx="77">
                  <c:v>8.3447300000000002</c:v>
                </c:pt>
                <c:pt idx="78">
                  <c:v>9.1979500000000005</c:v>
                </c:pt>
                <c:pt idx="79">
                  <c:v>9.1923899999999996</c:v>
                </c:pt>
                <c:pt idx="80">
                  <c:v>8.8444199999999995</c:v>
                </c:pt>
                <c:pt idx="81">
                  <c:v>9.24573</c:v>
                </c:pt>
                <c:pt idx="82">
                  <c:v>9.2206499999999991</c:v>
                </c:pt>
                <c:pt idx="83">
                  <c:v>9.27956</c:v>
                </c:pt>
                <c:pt idx="84">
                  <c:v>9.2386999999999997</c:v>
                </c:pt>
                <c:pt idx="85">
                  <c:v>9.0940899999999996</c:v>
                </c:pt>
                <c:pt idx="86">
                  <c:v>9.2077200000000001</c:v>
                </c:pt>
                <c:pt idx="87">
                  <c:v>9.2398000000000007</c:v>
                </c:pt>
                <c:pt idx="88">
                  <c:v>9.62547</c:v>
                </c:pt>
                <c:pt idx="89">
                  <c:v>8.9311299999999996</c:v>
                </c:pt>
                <c:pt idx="90">
                  <c:v>9.1318900000000003</c:v>
                </c:pt>
                <c:pt idx="91">
                  <c:v>8.6325500000000002</c:v>
                </c:pt>
                <c:pt idx="92">
                  <c:v>8.7276299999999996</c:v>
                </c:pt>
                <c:pt idx="93">
                  <c:v>8.9565699999999993</c:v>
                </c:pt>
                <c:pt idx="94">
                  <c:v>8.9190199999999997</c:v>
                </c:pt>
                <c:pt idx="95">
                  <c:v>8.7511100000000006</c:v>
                </c:pt>
                <c:pt idx="96">
                  <c:v>8.7331099999999999</c:v>
                </c:pt>
                <c:pt idx="97">
                  <c:v>8.9101300000000005</c:v>
                </c:pt>
                <c:pt idx="98">
                  <c:v>9.4498300000000004</c:v>
                </c:pt>
                <c:pt idx="99">
                  <c:v>9.0825200000000006</c:v>
                </c:pt>
                <c:pt idx="100">
                  <c:v>9.1034600000000001</c:v>
                </c:pt>
                <c:pt idx="101">
                  <c:v>9.0645399999999992</c:v>
                </c:pt>
                <c:pt idx="102">
                  <c:v>9.26844</c:v>
                </c:pt>
                <c:pt idx="103">
                  <c:v>9.1227099999999997</c:v>
                </c:pt>
                <c:pt idx="104">
                  <c:v>9.0194100000000006</c:v>
                </c:pt>
                <c:pt idx="105">
                  <c:v>9.13584</c:v>
                </c:pt>
                <c:pt idx="106">
                  <c:v>8.8740000000000006</c:v>
                </c:pt>
                <c:pt idx="107">
                  <c:v>8.6391899999999993</c:v>
                </c:pt>
                <c:pt idx="108">
                  <c:v>9.5622900000000008</c:v>
                </c:pt>
                <c:pt idx="109">
                  <c:v>9.4262099999999993</c:v>
                </c:pt>
                <c:pt idx="110">
                  <c:v>9.2437299999999993</c:v>
                </c:pt>
                <c:pt idx="111">
                  <c:v>9.2254100000000001</c:v>
                </c:pt>
                <c:pt idx="112">
                  <c:v>9.0161800000000003</c:v>
                </c:pt>
                <c:pt idx="113">
                  <c:v>8.58718</c:v>
                </c:pt>
                <c:pt idx="114">
                  <c:v>8.7896300000000007</c:v>
                </c:pt>
                <c:pt idx="115">
                  <c:v>8.8915299999999995</c:v>
                </c:pt>
                <c:pt idx="116">
                  <c:v>8.6132299999999997</c:v>
                </c:pt>
                <c:pt idx="117">
                  <c:v>8.9150500000000008</c:v>
                </c:pt>
                <c:pt idx="118">
                  <c:v>8.7456999999999994</c:v>
                </c:pt>
                <c:pt idx="119">
                  <c:v>9.2511899999999994</c:v>
                </c:pt>
                <c:pt idx="120">
                  <c:v>9.4764900000000001</c:v>
                </c:pt>
                <c:pt idx="121">
                  <c:v>8.7359100000000005</c:v>
                </c:pt>
                <c:pt idx="122">
                  <c:v>9.3280999999999992</c:v>
                </c:pt>
                <c:pt idx="123">
                  <c:v>9.2104400000000002</c:v>
                </c:pt>
                <c:pt idx="124">
                  <c:v>9.2683999999999997</c:v>
                </c:pt>
                <c:pt idx="125">
                  <c:v>8.9517100000000003</c:v>
                </c:pt>
                <c:pt idx="126">
                  <c:v>8.4483200000000007</c:v>
                </c:pt>
                <c:pt idx="127">
                  <c:v>9.3151799999999998</c:v>
                </c:pt>
                <c:pt idx="128">
                  <c:v>8.7284900000000007</c:v>
                </c:pt>
                <c:pt idx="129">
                  <c:v>9.3290400000000009</c:v>
                </c:pt>
                <c:pt idx="130">
                  <c:v>9.1463400000000004</c:v>
                </c:pt>
                <c:pt idx="131">
                  <c:v>9.0336099999999995</c:v>
                </c:pt>
                <c:pt idx="132">
                  <c:v>8.8151899999999994</c:v>
                </c:pt>
                <c:pt idx="133">
                  <c:v>9.4977499999999999</c:v>
                </c:pt>
                <c:pt idx="134">
                  <c:v>9.1963200000000001</c:v>
                </c:pt>
                <c:pt idx="135">
                  <c:v>9.13279</c:v>
                </c:pt>
                <c:pt idx="136">
                  <c:v>9.0129400000000004</c:v>
                </c:pt>
                <c:pt idx="137">
                  <c:v>8.9273500000000006</c:v>
                </c:pt>
                <c:pt idx="138">
                  <c:v>8.9978400000000001</c:v>
                </c:pt>
                <c:pt idx="139">
                  <c:v>9.19069</c:v>
                </c:pt>
                <c:pt idx="140">
                  <c:v>9.3361499999999999</c:v>
                </c:pt>
                <c:pt idx="141">
                  <c:v>9.3535400000000006</c:v>
                </c:pt>
                <c:pt idx="142">
                  <c:v>9.0470600000000001</c:v>
                </c:pt>
                <c:pt idx="143">
                  <c:v>8.7591000000000001</c:v>
                </c:pt>
                <c:pt idx="144">
                  <c:v>8.9120500000000007</c:v>
                </c:pt>
                <c:pt idx="145">
                  <c:v>8.8060700000000001</c:v>
                </c:pt>
                <c:pt idx="146">
                  <c:v>8.9203499999999991</c:v>
                </c:pt>
                <c:pt idx="147">
                  <c:v>9.0614500000000007</c:v>
                </c:pt>
                <c:pt idx="148">
                  <c:v>9.2247299999999992</c:v>
                </c:pt>
                <c:pt idx="149">
                  <c:v>9.2985399999999991</c:v>
                </c:pt>
                <c:pt idx="150">
                  <c:v>9.0297599999999996</c:v>
                </c:pt>
                <c:pt idx="151">
                  <c:v>9.03505</c:v>
                </c:pt>
                <c:pt idx="152">
                  <c:v>9.92652</c:v>
                </c:pt>
                <c:pt idx="153">
                  <c:v>9.2260299999999997</c:v>
                </c:pt>
                <c:pt idx="154">
                  <c:v>9.1240900000000007</c:v>
                </c:pt>
                <c:pt idx="155">
                  <c:v>8.9937199999999997</c:v>
                </c:pt>
                <c:pt idx="156">
                  <c:v>8.9052199999999999</c:v>
                </c:pt>
                <c:pt idx="157">
                  <c:v>9.0445499999999992</c:v>
                </c:pt>
                <c:pt idx="158">
                  <c:v>9.0827200000000001</c:v>
                </c:pt>
                <c:pt idx="159">
                  <c:v>8.63504</c:v>
                </c:pt>
                <c:pt idx="160">
                  <c:v>8.8636800000000004</c:v>
                </c:pt>
                <c:pt idx="161">
                  <c:v>9.16798</c:v>
                </c:pt>
                <c:pt idx="162">
                  <c:v>9.5243300000000009</c:v>
                </c:pt>
                <c:pt idx="163">
                  <c:v>9.5149699999999999</c:v>
                </c:pt>
                <c:pt idx="164">
                  <c:v>9.0136199999999995</c:v>
                </c:pt>
                <c:pt idx="165">
                  <c:v>8.8972200000000008</c:v>
                </c:pt>
                <c:pt idx="166">
                  <c:v>8.9800199999999997</c:v>
                </c:pt>
                <c:pt idx="167">
                  <c:v>8.7323900000000005</c:v>
                </c:pt>
                <c:pt idx="168">
                  <c:v>8.9684299999999997</c:v>
                </c:pt>
                <c:pt idx="169">
                  <c:v>8.34666</c:v>
                </c:pt>
                <c:pt idx="170">
                  <c:v>8.8598400000000002</c:v>
                </c:pt>
                <c:pt idx="171">
                  <c:v>8.9906000000000006</c:v>
                </c:pt>
                <c:pt idx="172">
                  <c:v>9.3416200000000007</c:v>
                </c:pt>
                <c:pt idx="173">
                  <c:v>9.2986000000000004</c:v>
                </c:pt>
                <c:pt idx="174">
                  <c:v>8.5634200000000007</c:v>
                </c:pt>
                <c:pt idx="175">
                  <c:v>8.6937200000000008</c:v>
                </c:pt>
                <c:pt idx="176">
                  <c:v>8.4533199999999997</c:v>
                </c:pt>
                <c:pt idx="177">
                  <c:v>8.7820199999999993</c:v>
                </c:pt>
                <c:pt idx="178">
                  <c:v>8.7002199999999998</c:v>
                </c:pt>
                <c:pt idx="179">
                  <c:v>8.9289400000000008</c:v>
                </c:pt>
                <c:pt idx="180">
                  <c:v>9.5347899999999992</c:v>
                </c:pt>
                <c:pt idx="181">
                  <c:v>9.0635999999999992</c:v>
                </c:pt>
                <c:pt idx="182">
                  <c:v>9.9793299999999991</c:v>
                </c:pt>
                <c:pt idx="183">
                  <c:v>9.4000400000000006</c:v>
                </c:pt>
                <c:pt idx="184">
                  <c:v>9.5981400000000008</c:v>
                </c:pt>
                <c:pt idx="185">
                  <c:v>9.6108799999999999</c:v>
                </c:pt>
                <c:pt idx="186">
                  <c:v>9.0413399999999999</c:v>
                </c:pt>
                <c:pt idx="187">
                  <c:v>8.7079400000000007</c:v>
                </c:pt>
                <c:pt idx="188">
                  <c:v>9.3085599999999999</c:v>
                </c:pt>
                <c:pt idx="189">
                  <c:v>9.0591500000000007</c:v>
                </c:pt>
                <c:pt idx="190">
                  <c:v>9.1657100000000007</c:v>
                </c:pt>
                <c:pt idx="191">
                  <c:v>9.3672199999999997</c:v>
                </c:pt>
                <c:pt idx="192">
                  <c:v>9.5273099999999999</c:v>
                </c:pt>
                <c:pt idx="193">
                  <c:v>9.3558199999999996</c:v>
                </c:pt>
                <c:pt idx="194">
                  <c:v>8.8400700000000008</c:v>
                </c:pt>
                <c:pt idx="195">
                  <c:v>8.9825400000000002</c:v>
                </c:pt>
                <c:pt idx="196">
                  <c:v>8.6957100000000001</c:v>
                </c:pt>
                <c:pt idx="197">
                  <c:v>8.7616800000000001</c:v>
                </c:pt>
                <c:pt idx="198">
                  <c:v>8.8805300000000003</c:v>
                </c:pt>
                <c:pt idx="199">
                  <c:v>9.6439299999999992</c:v>
                </c:pt>
                <c:pt idx="200">
                  <c:v>9.3869000000000007</c:v>
                </c:pt>
                <c:pt idx="201">
                  <c:v>9.2728300000000008</c:v>
                </c:pt>
                <c:pt idx="202">
                  <c:v>8.9176300000000008</c:v>
                </c:pt>
                <c:pt idx="203">
                  <c:v>8.5980799999999995</c:v>
                </c:pt>
                <c:pt idx="204">
                  <c:v>9.2589299999999994</c:v>
                </c:pt>
                <c:pt idx="205">
                  <c:v>9.0958900000000007</c:v>
                </c:pt>
                <c:pt idx="206">
                  <c:v>9.4724199999999996</c:v>
                </c:pt>
                <c:pt idx="207">
                  <c:v>9.5352899999999998</c:v>
                </c:pt>
                <c:pt idx="208">
                  <c:v>8.8616499999999991</c:v>
                </c:pt>
                <c:pt idx="209">
                  <c:v>8.9324899999999996</c:v>
                </c:pt>
                <c:pt idx="210">
                  <c:v>9.0636899999999994</c:v>
                </c:pt>
                <c:pt idx="211">
                  <c:v>8.45167</c:v>
                </c:pt>
                <c:pt idx="212">
                  <c:v>9.1575000000000006</c:v>
                </c:pt>
                <c:pt idx="213">
                  <c:v>10.191800000000001</c:v>
                </c:pt>
                <c:pt idx="214">
                  <c:v>9.0786800000000003</c:v>
                </c:pt>
                <c:pt idx="215">
                  <c:v>9.1152599999999993</c:v>
                </c:pt>
                <c:pt idx="216">
                  <c:v>9.1404700000000005</c:v>
                </c:pt>
                <c:pt idx="217">
                  <c:v>9.3289000000000009</c:v>
                </c:pt>
                <c:pt idx="218">
                  <c:v>9.3100100000000001</c:v>
                </c:pt>
                <c:pt idx="219">
                  <c:v>9.1912800000000008</c:v>
                </c:pt>
                <c:pt idx="220">
                  <c:v>9.2301199999999994</c:v>
                </c:pt>
                <c:pt idx="221">
                  <c:v>9.3300099999999997</c:v>
                </c:pt>
                <c:pt idx="222">
                  <c:v>9.6728400000000008</c:v>
                </c:pt>
                <c:pt idx="223">
                  <c:v>9.7394999999999996</c:v>
                </c:pt>
                <c:pt idx="224">
                  <c:v>9.3194099999999995</c:v>
                </c:pt>
                <c:pt idx="225">
                  <c:v>9.5536100000000008</c:v>
                </c:pt>
                <c:pt idx="226">
                  <c:v>9.1409199999999995</c:v>
                </c:pt>
                <c:pt idx="227">
                  <c:v>9.3522700000000007</c:v>
                </c:pt>
                <c:pt idx="228">
                  <c:v>9.6774900000000006</c:v>
                </c:pt>
                <c:pt idx="229">
                  <c:v>9.5078700000000005</c:v>
                </c:pt>
                <c:pt idx="230">
                  <c:v>9.0025300000000001</c:v>
                </c:pt>
                <c:pt idx="231">
                  <c:v>8.6639900000000001</c:v>
                </c:pt>
                <c:pt idx="232">
                  <c:v>8.7175700000000003</c:v>
                </c:pt>
                <c:pt idx="233">
                  <c:v>8.7650199999999998</c:v>
                </c:pt>
                <c:pt idx="234">
                  <c:v>9.3491999999999997</c:v>
                </c:pt>
                <c:pt idx="235">
                  <c:v>9.0750499999999992</c:v>
                </c:pt>
                <c:pt idx="236">
                  <c:v>8.9171499999999995</c:v>
                </c:pt>
                <c:pt idx="237">
                  <c:v>8.7311999999999994</c:v>
                </c:pt>
                <c:pt idx="238">
                  <c:v>8.9130699999999994</c:v>
                </c:pt>
                <c:pt idx="239">
                  <c:v>9.92483</c:v>
                </c:pt>
                <c:pt idx="240">
                  <c:v>9.3464100000000006</c:v>
                </c:pt>
                <c:pt idx="241">
                  <c:v>9.0768799999999992</c:v>
                </c:pt>
                <c:pt idx="242">
                  <c:v>8.9997600000000002</c:v>
                </c:pt>
                <c:pt idx="243">
                  <c:v>8.9278600000000008</c:v>
                </c:pt>
                <c:pt idx="244">
                  <c:v>8.9782600000000006</c:v>
                </c:pt>
                <c:pt idx="245">
                  <c:v>8.9794300000000007</c:v>
                </c:pt>
                <c:pt idx="246">
                  <c:v>8.9443199999999994</c:v>
                </c:pt>
                <c:pt idx="247">
                  <c:v>9.3822399999999995</c:v>
                </c:pt>
                <c:pt idx="248">
                  <c:v>9.5712299999999999</c:v>
                </c:pt>
                <c:pt idx="249">
                  <c:v>9.2717799999999997</c:v>
                </c:pt>
                <c:pt idx="250">
                  <c:v>8.9033700000000007</c:v>
                </c:pt>
                <c:pt idx="251">
                  <c:v>9.2645099999999996</c:v>
                </c:pt>
                <c:pt idx="252">
                  <c:v>9.1246600000000004</c:v>
                </c:pt>
                <c:pt idx="253">
                  <c:v>8.8861899999999991</c:v>
                </c:pt>
                <c:pt idx="254">
                  <c:v>8.6353899999999992</c:v>
                </c:pt>
                <c:pt idx="255">
                  <c:v>8.5697200000000002</c:v>
                </c:pt>
                <c:pt idx="256">
                  <c:v>8.9098799999999994</c:v>
                </c:pt>
                <c:pt idx="257">
                  <c:v>9.0918500000000009</c:v>
                </c:pt>
                <c:pt idx="258">
                  <c:v>9.4441500000000005</c:v>
                </c:pt>
                <c:pt idx="259">
                  <c:v>9.1994100000000003</c:v>
                </c:pt>
                <c:pt idx="260">
                  <c:v>8.95364</c:v>
                </c:pt>
                <c:pt idx="261">
                  <c:v>9.10501</c:v>
                </c:pt>
                <c:pt idx="262">
                  <c:v>8.6152599999999993</c:v>
                </c:pt>
                <c:pt idx="263">
                  <c:v>9.0296800000000008</c:v>
                </c:pt>
                <c:pt idx="264">
                  <c:v>8.9379500000000007</c:v>
                </c:pt>
                <c:pt idx="265">
                  <c:v>8.8411299999999997</c:v>
                </c:pt>
                <c:pt idx="266">
                  <c:v>8.9977499999999999</c:v>
                </c:pt>
                <c:pt idx="267">
                  <c:v>9.1293799999999994</c:v>
                </c:pt>
                <c:pt idx="268">
                  <c:v>8.9397099999999998</c:v>
                </c:pt>
                <c:pt idx="269">
                  <c:v>8.8376400000000004</c:v>
                </c:pt>
                <c:pt idx="270">
                  <c:v>9.6881799999999991</c:v>
                </c:pt>
                <c:pt idx="271">
                  <c:v>9.6196699999999993</c:v>
                </c:pt>
                <c:pt idx="272">
                  <c:v>9.1248100000000001</c:v>
                </c:pt>
                <c:pt idx="273">
                  <c:v>10.0403</c:v>
                </c:pt>
                <c:pt idx="274">
                  <c:v>9.2772600000000001</c:v>
                </c:pt>
                <c:pt idx="275">
                  <c:v>9.6136599999999994</c:v>
                </c:pt>
                <c:pt idx="276">
                  <c:v>9.1950699999999994</c:v>
                </c:pt>
                <c:pt idx="277">
                  <c:v>9.1411099999999994</c:v>
                </c:pt>
                <c:pt idx="278">
                  <c:v>9.2338500000000003</c:v>
                </c:pt>
                <c:pt idx="279">
                  <c:v>9.1124200000000002</c:v>
                </c:pt>
                <c:pt idx="280">
                  <c:v>9.7594899999999996</c:v>
                </c:pt>
                <c:pt idx="281">
                  <c:v>8.4854900000000004</c:v>
                </c:pt>
                <c:pt idx="282">
                  <c:v>8.6815599999999993</c:v>
                </c:pt>
                <c:pt idx="283">
                  <c:v>9.2268299999999996</c:v>
                </c:pt>
                <c:pt idx="284">
                  <c:v>9.2545500000000001</c:v>
                </c:pt>
                <c:pt idx="285">
                  <c:v>8.6783000000000001</c:v>
                </c:pt>
                <c:pt idx="286">
                  <c:v>8.5883800000000008</c:v>
                </c:pt>
                <c:pt idx="287">
                  <c:v>8.3176799999999993</c:v>
                </c:pt>
                <c:pt idx="288">
                  <c:v>8.9993400000000001</c:v>
                </c:pt>
                <c:pt idx="289">
                  <c:v>9.0332899999999992</c:v>
                </c:pt>
                <c:pt idx="290">
                  <c:v>9.3978300000000008</c:v>
                </c:pt>
                <c:pt idx="291">
                  <c:v>9.1844199999999994</c:v>
                </c:pt>
                <c:pt idx="292">
                  <c:v>9.2562300000000004</c:v>
                </c:pt>
                <c:pt idx="293">
                  <c:v>9.5145499999999998</c:v>
                </c:pt>
                <c:pt idx="294">
                  <c:v>8.7505500000000005</c:v>
                </c:pt>
                <c:pt idx="295">
                  <c:v>9.3382900000000006</c:v>
                </c:pt>
                <c:pt idx="296">
                  <c:v>9.5811899999999994</c:v>
                </c:pt>
                <c:pt idx="297">
                  <c:v>8.8377199999999991</c:v>
                </c:pt>
                <c:pt idx="298">
                  <c:v>9.4738299999999995</c:v>
                </c:pt>
                <c:pt idx="299">
                  <c:v>8.9946599999999997</c:v>
                </c:pt>
                <c:pt idx="300">
                  <c:v>9.0728500000000007</c:v>
                </c:pt>
                <c:pt idx="301">
                  <c:v>8.9275199999999995</c:v>
                </c:pt>
                <c:pt idx="302">
                  <c:v>8.7111199999999993</c:v>
                </c:pt>
                <c:pt idx="303">
                  <c:v>9.1424099999999999</c:v>
                </c:pt>
                <c:pt idx="304">
                  <c:v>9.3979300000000006</c:v>
                </c:pt>
                <c:pt idx="305">
                  <c:v>9.3323999999999998</c:v>
                </c:pt>
                <c:pt idx="306">
                  <c:v>9.2253000000000007</c:v>
                </c:pt>
                <c:pt idx="307">
                  <c:v>9.0356299999999994</c:v>
                </c:pt>
                <c:pt idx="308">
                  <c:v>9.2426499999999994</c:v>
                </c:pt>
                <c:pt idx="309">
                  <c:v>9.1281199999999991</c:v>
                </c:pt>
                <c:pt idx="310">
                  <c:v>8.8971099999999996</c:v>
                </c:pt>
                <c:pt idx="311">
                  <c:v>9.6026500000000006</c:v>
                </c:pt>
                <c:pt idx="312">
                  <c:v>9.0292700000000004</c:v>
                </c:pt>
                <c:pt idx="313">
                  <c:v>8.4079800000000002</c:v>
                </c:pt>
                <c:pt idx="314">
                  <c:v>8.6485099999999999</c:v>
                </c:pt>
                <c:pt idx="315">
                  <c:v>8.7449999999999992</c:v>
                </c:pt>
                <c:pt idx="316">
                  <c:v>9.2876499999999993</c:v>
                </c:pt>
                <c:pt idx="317">
                  <c:v>8.8251000000000008</c:v>
                </c:pt>
                <c:pt idx="318">
                  <c:v>8.8138900000000007</c:v>
                </c:pt>
                <c:pt idx="319">
                  <c:v>9.4077500000000001</c:v>
                </c:pt>
                <c:pt idx="320">
                  <c:v>9.4676500000000008</c:v>
                </c:pt>
                <c:pt idx="321">
                  <c:v>9.4511699999999994</c:v>
                </c:pt>
                <c:pt idx="322">
                  <c:v>9.0709999999999997</c:v>
                </c:pt>
                <c:pt idx="323">
                  <c:v>9.5010999999999992</c:v>
                </c:pt>
                <c:pt idx="324">
                  <c:v>9.3463999999999992</c:v>
                </c:pt>
                <c:pt idx="325">
                  <c:v>9.1291200000000003</c:v>
                </c:pt>
                <c:pt idx="326">
                  <c:v>9.1267099999999992</c:v>
                </c:pt>
                <c:pt idx="327">
                  <c:v>9.2411600000000007</c:v>
                </c:pt>
                <c:pt idx="328">
                  <c:v>9.3148999999999997</c:v>
                </c:pt>
                <c:pt idx="329">
                  <c:v>9.3645700000000005</c:v>
                </c:pt>
                <c:pt idx="330">
                  <c:v>8.8227200000000003</c:v>
                </c:pt>
                <c:pt idx="331">
                  <c:v>9.1154299999999999</c:v>
                </c:pt>
                <c:pt idx="332">
                  <c:v>9.4473599999999998</c:v>
                </c:pt>
                <c:pt idx="333">
                  <c:v>9.5366800000000005</c:v>
                </c:pt>
                <c:pt idx="334">
                  <c:v>8.8336199999999998</c:v>
                </c:pt>
                <c:pt idx="335">
                  <c:v>9.1988400000000006</c:v>
                </c:pt>
                <c:pt idx="336">
                  <c:v>9.0195000000000007</c:v>
                </c:pt>
                <c:pt idx="337">
                  <c:v>9.4397900000000003</c:v>
                </c:pt>
                <c:pt idx="338">
                  <c:v>9.2386099999999995</c:v>
                </c:pt>
                <c:pt idx="339">
                  <c:v>8.7301199999999994</c:v>
                </c:pt>
                <c:pt idx="340">
                  <c:v>9.4947999999999997</c:v>
                </c:pt>
                <c:pt idx="341">
                  <c:v>8.7859800000000003</c:v>
                </c:pt>
                <c:pt idx="342">
                  <c:v>8.7514500000000002</c:v>
                </c:pt>
                <c:pt idx="343">
                  <c:v>9.1286500000000004</c:v>
                </c:pt>
                <c:pt idx="344">
                  <c:v>8.8564100000000003</c:v>
                </c:pt>
                <c:pt idx="345">
                  <c:v>8.7316500000000001</c:v>
                </c:pt>
                <c:pt idx="346">
                  <c:v>9.0842799999999997</c:v>
                </c:pt>
                <c:pt idx="347">
                  <c:v>8.9255600000000008</c:v>
                </c:pt>
                <c:pt idx="348">
                  <c:v>9.0472199999999994</c:v>
                </c:pt>
                <c:pt idx="349">
                  <c:v>8.9486899999999991</c:v>
                </c:pt>
                <c:pt idx="350">
                  <c:v>8.7569999999999997</c:v>
                </c:pt>
                <c:pt idx="351">
                  <c:v>8.48949</c:v>
                </c:pt>
                <c:pt idx="352">
                  <c:v>8.8625399999999992</c:v>
                </c:pt>
                <c:pt idx="353">
                  <c:v>8.6551600000000004</c:v>
                </c:pt>
                <c:pt idx="354">
                  <c:v>9.1103199999999998</c:v>
                </c:pt>
                <c:pt idx="355">
                  <c:v>9.4589599999999994</c:v>
                </c:pt>
                <c:pt idx="356">
                  <c:v>9.2458600000000004</c:v>
                </c:pt>
                <c:pt idx="357">
                  <c:v>9.8208800000000007</c:v>
                </c:pt>
                <c:pt idx="358">
                  <c:v>9.0715800000000009</c:v>
                </c:pt>
                <c:pt idx="359">
                  <c:v>9.0466300000000004</c:v>
                </c:pt>
                <c:pt idx="360">
                  <c:v>9.1522199999999998</c:v>
                </c:pt>
                <c:pt idx="361">
                  <c:v>8.8641500000000004</c:v>
                </c:pt>
                <c:pt idx="362">
                  <c:v>9.5568299999999997</c:v>
                </c:pt>
                <c:pt idx="363">
                  <c:v>9.2183299999999999</c:v>
                </c:pt>
                <c:pt idx="364">
                  <c:v>9.0407100000000007</c:v>
                </c:pt>
                <c:pt idx="365">
                  <c:v>9.6952999999999996</c:v>
                </c:pt>
                <c:pt idx="366">
                  <c:v>9.6488399999999999</c:v>
                </c:pt>
                <c:pt idx="367">
                  <c:v>8.9968299999999992</c:v>
                </c:pt>
                <c:pt idx="368">
                  <c:v>8.7230100000000004</c:v>
                </c:pt>
                <c:pt idx="369">
                  <c:v>9.1986899999999991</c:v>
                </c:pt>
                <c:pt idx="370">
                  <c:v>8.7596100000000003</c:v>
                </c:pt>
                <c:pt idx="371">
                  <c:v>9.0626499999999997</c:v>
                </c:pt>
                <c:pt idx="372">
                  <c:v>9.4221400000000006</c:v>
                </c:pt>
                <c:pt idx="373">
                  <c:v>9.1035000000000004</c:v>
                </c:pt>
                <c:pt idx="374">
                  <c:v>9.0353600000000007</c:v>
                </c:pt>
                <c:pt idx="375">
                  <c:v>8.9848999999999997</c:v>
                </c:pt>
                <c:pt idx="376">
                  <c:v>9.1185500000000008</c:v>
                </c:pt>
                <c:pt idx="377">
                  <c:v>8.7785399999999996</c:v>
                </c:pt>
                <c:pt idx="378">
                  <c:v>8.8289899999999992</c:v>
                </c:pt>
                <c:pt idx="379">
                  <c:v>9.08596</c:v>
                </c:pt>
                <c:pt idx="380">
                  <c:v>9.0853999999999999</c:v>
                </c:pt>
                <c:pt idx="381">
                  <c:v>9.5117700000000003</c:v>
                </c:pt>
                <c:pt idx="382">
                  <c:v>9.3397000000000006</c:v>
                </c:pt>
                <c:pt idx="383">
                  <c:v>9.3877000000000006</c:v>
                </c:pt>
                <c:pt idx="384">
                  <c:v>9.3270800000000005</c:v>
                </c:pt>
                <c:pt idx="385">
                  <c:v>9.1975800000000003</c:v>
                </c:pt>
                <c:pt idx="386">
                  <c:v>9.4968699999999995</c:v>
                </c:pt>
                <c:pt idx="387">
                  <c:v>8.8778299999999994</c:v>
                </c:pt>
                <c:pt idx="388">
                  <c:v>8.9523700000000002</c:v>
                </c:pt>
                <c:pt idx="389">
                  <c:v>9.3693799999999996</c:v>
                </c:pt>
                <c:pt idx="390">
                  <c:v>9.29772</c:v>
                </c:pt>
                <c:pt idx="391">
                  <c:v>9.0818399999999997</c:v>
                </c:pt>
                <c:pt idx="392">
                  <c:v>9.3469599999999993</c:v>
                </c:pt>
                <c:pt idx="393">
                  <c:v>8.9402000000000008</c:v>
                </c:pt>
                <c:pt idx="394">
                  <c:v>9.0008499999999998</c:v>
                </c:pt>
                <c:pt idx="395">
                  <c:v>9.4883799999999994</c:v>
                </c:pt>
                <c:pt idx="396">
                  <c:v>9.5306300000000004</c:v>
                </c:pt>
                <c:pt idx="397">
                  <c:v>9.7075999999999993</c:v>
                </c:pt>
                <c:pt idx="398">
                  <c:v>9.0780499999999993</c:v>
                </c:pt>
                <c:pt idx="399">
                  <c:v>8.8958200000000005</c:v>
                </c:pt>
                <c:pt idx="400">
                  <c:v>9.1653500000000001</c:v>
                </c:pt>
                <c:pt idx="401">
                  <c:v>8.9027100000000008</c:v>
                </c:pt>
                <c:pt idx="402">
                  <c:v>9.7224699999999995</c:v>
                </c:pt>
                <c:pt idx="403">
                  <c:v>8.8826999999999998</c:v>
                </c:pt>
                <c:pt idx="404">
                  <c:v>9.1925299999999996</c:v>
                </c:pt>
                <c:pt idx="405">
                  <c:v>9.1056299999999997</c:v>
                </c:pt>
                <c:pt idx="406">
                  <c:v>8.8173100000000009</c:v>
                </c:pt>
                <c:pt idx="407">
                  <c:v>8.9855699999999992</c:v>
                </c:pt>
                <c:pt idx="408">
                  <c:v>8.9298699999999993</c:v>
                </c:pt>
                <c:pt idx="409">
                  <c:v>9.4440000000000008</c:v>
                </c:pt>
                <c:pt idx="410">
                  <c:v>9.0696600000000007</c:v>
                </c:pt>
                <c:pt idx="411">
                  <c:v>9.1947500000000009</c:v>
                </c:pt>
                <c:pt idx="412">
                  <c:v>8.8360299999999992</c:v>
                </c:pt>
                <c:pt idx="413">
                  <c:v>8.7259200000000003</c:v>
                </c:pt>
                <c:pt idx="414">
                  <c:v>9.0683900000000008</c:v>
                </c:pt>
                <c:pt idx="415">
                  <c:v>9.5092300000000005</c:v>
                </c:pt>
                <c:pt idx="416">
                  <c:v>9.3109800000000007</c:v>
                </c:pt>
                <c:pt idx="417">
                  <c:v>9.0331899999999994</c:v>
                </c:pt>
                <c:pt idx="418">
                  <c:v>8.7395499999999995</c:v>
                </c:pt>
                <c:pt idx="419">
                  <c:v>8.5230800000000002</c:v>
                </c:pt>
                <c:pt idx="420">
                  <c:v>9.4386799999999997</c:v>
                </c:pt>
                <c:pt idx="421">
                  <c:v>9.2230500000000006</c:v>
                </c:pt>
                <c:pt idx="422">
                  <c:v>8.9848099999999995</c:v>
                </c:pt>
                <c:pt idx="423">
                  <c:v>9.4018499999999996</c:v>
                </c:pt>
                <c:pt idx="424">
                  <c:v>9.3594500000000007</c:v>
                </c:pt>
                <c:pt idx="425">
                  <c:v>8.3296500000000009</c:v>
                </c:pt>
                <c:pt idx="426">
                  <c:v>8.6500900000000005</c:v>
                </c:pt>
                <c:pt idx="427">
                  <c:v>8.9299700000000009</c:v>
                </c:pt>
                <c:pt idx="428">
                  <c:v>9.6602700000000006</c:v>
                </c:pt>
                <c:pt idx="429">
                  <c:v>9.1782599999999999</c:v>
                </c:pt>
                <c:pt idx="430">
                  <c:v>8.6898199999999992</c:v>
                </c:pt>
                <c:pt idx="431">
                  <c:v>8.7321600000000004</c:v>
                </c:pt>
                <c:pt idx="432">
                  <c:v>9.2064500000000002</c:v>
                </c:pt>
                <c:pt idx="433">
                  <c:v>8.3475000000000001</c:v>
                </c:pt>
                <c:pt idx="434">
                  <c:v>8.7603600000000004</c:v>
                </c:pt>
                <c:pt idx="435">
                  <c:v>9.1283999999999992</c:v>
                </c:pt>
                <c:pt idx="436">
                  <c:v>9.1113199999999992</c:v>
                </c:pt>
                <c:pt idx="437">
                  <c:v>9.4508700000000001</c:v>
                </c:pt>
                <c:pt idx="438">
                  <c:v>9.4951600000000003</c:v>
                </c:pt>
                <c:pt idx="439">
                  <c:v>9.3933</c:v>
                </c:pt>
                <c:pt idx="440">
                  <c:v>8.9475099999999994</c:v>
                </c:pt>
                <c:pt idx="441">
                  <c:v>8.9640599999999999</c:v>
                </c:pt>
                <c:pt idx="442">
                  <c:v>8.8577999999999992</c:v>
                </c:pt>
                <c:pt idx="443">
                  <c:v>9.4305199999999996</c:v>
                </c:pt>
                <c:pt idx="444">
                  <c:v>9.6991800000000001</c:v>
                </c:pt>
                <c:pt idx="445">
                  <c:v>9.0845000000000002</c:v>
                </c:pt>
                <c:pt idx="446">
                  <c:v>8.9047199999999993</c:v>
                </c:pt>
                <c:pt idx="447">
                  <c:v>8.7549899999999994</c:v>
                </c:pt>
                <c:pt idx="448">
                  <c:v>8.2888800000000007</c:v>
                </c:pt>
                <c:pt idx="449">
                  <c:v>8.2989800000000002</c:v>
                </c:pt>
                <c:pt idx="450">
                  <c:v>8.9602799999999991</c:v>
                </c:pt>
                <c:pt idx="451">
                  <c:v>9.1185299999999998</c:v>
                </c:pt>
                <c:pt idx="452">
                  <c:v>9.5876099999999997</c:v>
                </c:pt>
                <c:pt idx="453">
                  <c:v>8.68079</c:v>
                </c:pt>
                <c:pt idx="454">
                  <c:v>9.1308000000000007</c:v>
                </c:pt>
                <c:pt idx="455">
                  <c:v>8.7835199999999993</c:v>
                </c:pt>
                <c:pt idx="456">
                  <c:v>9.0736299999999996</c:v>
                </c:pt>
                <c:pt idx="457">
                  <c:v>9.2396999999999991</c:v>
                </c:pt>
                <c:pt idx="458">
                  <c:v>9.3165899999999997</c:v>
                </c:pt>
                <c:pt idx="459">
                  <c:v>8.7899999999999991</c:v>
                </c:pt>
                <c:pt idx="460">
                  <c:v>8.6727699999999999</c:v>
                </c:pt>
                <c:pt idx="461">
                  <c:v>9.5951699999999995</c:v>
                </c:pt>
                <c:pt idx="462">
                  <c:v>9.7752300000000005</c:v>
                </c:pt>
                <c:pt idx="463">
                  <c:v>9.0302600000000002</c:v>
                </c:pt>
                <c:pt idx="464">
                  <c:v>8.5369299999999999</c:v>
                </c:pt>
                <c:pt idx="465">
                  <c:v>8.6977399999999996</c:v>
                </c:pt>
                <c:pt idx="466">
                  <c:v>8.9602699999999995</c:v>
                </c:pt>
                <c:pt idx="467">
                  <c:v>9.7453400000000006</c:v>
                </c:pt>
                <c:pt idx="468">
                  <c:v>9.6417699999999993</c:v>
                </c:pt>
                <c:pt idx="469">
                  <c:v>8.3957999999999995</c:v>
                </c:pt>
                <c:pt idx="470">
                  <c:v>8.8383099999999999</c:v>
                </c:pt>
                <c:pt idx="471">
                  <c:v>8.9029199999999999</c:v>
                </c:pt>
                <c:pt idx="472">
                  <c:v>8.5782799999999995</c:v>
                </c:pt>
                <c:pt idx="473">
                  <c:v>8.5459700000000005</c:v>
                </c:pt>
                <c:pt idx="474">
                  <c:v>8.7782400000000003</c:v>
                </c:pt>
                <c:pt idx="475">
                  <c:v>9.1737500000000001</c:v>
                </c:pt>
                <c:pt idx="476">
                  <c:v>8.78538</c:v>
                </c:pt>
                <c:pt idx="477">
                  <c:v>9.0569600000000001</c:v>
                </c:pt>
                <c:pt idx="478">
                  <c:v>9.6354799999999994</c:v>
                </c:pt>
                <c:pt idx="479">
                  <c:v>8.9072300000000002</c:v>
                </c:pt>
                <c:pt idx="480">
                  <c:v>9.3014700000000001</c:v>
                </c:pt>
                <c:pt idx="481">
                  <c:v>9.1355299999999993</c:v>
                </c:pt>
                <c:pt idx="482">
                  <c:v>9.2452100000000002</c:v>
                </c:pt>
                <c:pt idx="483">
                  <c:v>9.3135200000000005</c:v>
                </c:pt>
                <c:pt idx="484">
                  <c:v>9.5694499999999998</c:v>
                </c:pt>
                <c:pt idx="485">
                  <c:v>8.9012799999999999</c:v>
                </c:pt>
                <c:pt idx="486">
                  <c:v>9.4095600000000008</c:v>
                </c:pt>
                <c:pt idx="487">
                  <c:v>8.6224100000000004</c:v>
                </c:pt>
                <c:pt idx="488">
                  <c:v>8.6220099999999995</c:v>
                </c:pt>
                <c:pt idx="489">
                  <c:v>8.9668500000000009</c:v>
                </c:pt>
                <c:pt idx="490">
                  <c:v>8.6789900000000006</c:v>
                </c:pt>
                <c:pt idx="491">
                  <c:v>9.1218500000000002</c:v>
                </c:pt>
                <c:pt idx="492">
                  <c:v>8.3294200000000007</c:v>
                </c:pt>
                <c:pt idx="493">
                  <c:v>8.9803099999999993</c:v>
                </c:pt>
                <c:pt idx="494">
                  <c:v>9.07456</c:v>
                </c:pt>
                <c:pt idx="495">
                  <c:v>9.2063600000000001</c:v>
                </c:pt>
                <c:pt idx="496">
                  <c:v>9.06738</c:v>
                </c:pt>
                <c:pt idx="497">
                  <c:v>9.1799199999999992</c:v>
                </c:pt>
                <c:pt idx="498">
                  <c:v>9.1369500000000006</c:v>
                </c:pt>
                <c:pt idx="499">
                  <c:v>9.2916699999999999</c:v>
                </c:pt>
                <c:pt idx="500">
                  <c:v>9.2093100000000003</c:v>
                </c:pt>
                <c:pt idx="501">
                  <c:v>9.3678299999999997</c:v>
                </c:pt>
                <c:pt idx="502">
                  <c:v>9.3618000000000006</c:v>
                </c:pt>
                <c:pt idx="503">
                  <c:v>8.9828600000000005</c:v>
                </c:pt>
                <c:pt idx="504">
                  <c:v>9.2391799999999993</c:v>
                </c:pt>
                <c:pt idx="505">
                  <c:v>8.7741699999999998</c:v>
                </c:pt>
                <c:pt idx="506">
                  <c:v>9.1302299999999992</c:v>
                </c:pt>
                <c:pt idx="507">
                  <c:v>8.6879299999999997</c:v>
                </c:pt>
                <c:pt idx="508">
                  <c:v>9.2411600000000007</c:v>
                </c:pt>
                <c:pt idx="509">
                  <c:v>9.2462800000000005</c:v>
                </c:pt>
                <c:pt idx="510">
                  <c:v>8.6985100000000006</c:v>
                </c:pt>
                <c:pt idx="511">
                  <c:v>9.2933199999999996</c:v>
                </c:pt>
                <c:pt idx="512">
                  <c:v>9.27346</c:v>
                </c:pt>
                <c:pt idx="513">
                  <c:v>9.2534799999999997</c:v>
                </c:pt>
                <c:pt idx="514">
                  <c:v>8.6192700000000002</c:v>
                </c:pt>
                <c:pt idx="515">
                  <c:v>8.5085700000000006</c:v>
                </c:pt>
                <c:pt idx="516">
                  <c:v>8.9422200000000007</c:v>
                </c:pt>
                <c:pt idx="517">
                  <c:v>9.1870200000000004</c:v>
                </c:pt>
                <c:pt idx="518">
                  <c:v>9.2512399999999992</c:v>
                </c:pt>
                <c:pt idx="519">
                  <c:v>9.7582299999999993</c:v>
                </c:pt>
                <c:pt idx="520">
                  <c:v>9.4549199999999995</c:v>
                </c:pt>
                <c:pt idx="521">
                  <c:v>9.3126700000000007</c:v>
                </c:pt>
                <c:pt idx="522">
                  <c:v>9.3711800000000007</c:v>
                </c:pt>
                <c:pt idx="523">
                  <c:v>9.1025700000000001</c:v>
                </c:pt>
                <c:pt idx="524">
                  <c:v>9.4369899999999998</c:v>
                </c:pt>
                <c:pt idx="525">
                  <c:v>9.7082499999999996</c:v>
                </c:pt>
                <c:pt idx="526">
                  <c:v>8.7264300000000006</c:v>
                </c:pt>
                <c:pt idx="527">
                  <c:v>9.4477700000000002</c:v>
                </c:pt>
                <c:pt idx="528">
                  <c:v>9.4004499999999993</c:v>
                </c:pt>
                <c:pt idx="529">
                  <c:v>8.9019899999999996</c:v>
                </c:pt>
                <c:pt idx="530">
                  <c:v>9.4903600000000008</c:v>
                </c:pt>
                <c:pt idx="531">
                  <c:v>10.432399999999999</c:v>
                </c:pt>
                <c:pt idx="532">
                  <c:v>9.2993600000000001</c:v>
                </c:pt>
                <c:pt idx="533">
                  <c:v>9.2939299999999996</c:v>
                </c:pt>
                <c:pt idx="534">
                  <c:v>9.2729300000000006</c:v>
                </c:pt>
                <c:pt idx="535">
                  <c:v>8.8079999999999998</c:v>
                </c:pt>
                <c:pt idx="536">
                  <c:v>9.2614000000000001</c:v>
                </c:pt>
                <c:pt idx="537">
                  <c:v>8.4590099999999993</c:v>
                </c:pt>
                <c:pt idx="538">
                  <c:v>9.2345299999999995</c:v>
                </c:pt>
                <c:pt idx="539">
                  <c:v>9.3819800000000004</c:v>
                </c:pt>
                <c:pt idx="540">
                  <c:v>9.1470800000000008</c:v>
                </c:pt>
                <c:pt idx="541">
                  <c:v>9.1723499999999998</c:v>
                </c:pt>
                <c:pt idx="542">
                  <c:v>9.1322299999999998</c:v>
                </c:pt>
                <c:pt idx="543">
                  <c:v>9.0028600000000001</c:v>
                </c:pt>
                <c:pt idx="544">
                  <c:v>9.4179399999999998</c:v>
                </c:pt>
                <c:pt idx="545">
                  <c:v>9.5815199999999994</c:v>
                </c:pt>
                <c:pt idx="546">
                  <c:v>9.3038500000000006</c:v>
                </c:pt>
                <c:pt idx="547">
                  <c:v>8.6690799999999992</c:v>
                </c:pt>
                <c:pt idx="548">
                  <c:v>9.0094200000000004</c:v>
                </c:pt>
                <c:pt idx="549">
                  <c:v>8.7974200000000007</c:v>
                </c:pt>
                <c:pt idx="550">
                  <c:v>9.31</c:v>
                </c:pt>
                <c:pt idx="551">
                  <c:v>9.3020200000000006</c:v>
                </c:pt>
                <c:pt idx="552">
                  <c:v>8.9517799999999994</c:v>
                </c:pt>
                <c:pt idx="553">
                  <c:v>9.0835100000000004</c:v>
                </c:pt>
                <c:pt idx="554">
                  <c:v>8.8057700000000008</c:v>
                </c:pt>
                <c:pt idx="555">
                  <c:v>9.3826900000000002</c:v>
                </c:pt>
                <c:pt idx="556">
                  <c:v>9.0176599999999993</c:v>
                </c:pt>
                <c:pt idx="557">
                  <c:v>9.1614799999999992</c:v>
                </c:pt>
                <c:pt idx="558">
                  <c:v>9.3115400000000008</c:v>
                </c:pt>
                <c:pt idx="559">
                  <c:v>9.1702499999999993</c:v>
                </c:pt>
                <c:pt idx="560">
                  <c:v>8.5921599999999998</c:v>
                </c:pt>
                <c:pt idx="561">
                  <c:v>8.8269599999999997</c:v>
                </c:pt>
                <c:pt idx="562">
                  <c:v>8.6694600000000008</c:v>
                </c:pt>
                <c:pt idx="563">
                  <c:v>8.6630699999999994</c:v>
                </c:pt>
                <c:pt idx="564">
                  <c:v>8.8462200000000006</c:v>
                </c:pt>
                <c:pt idx="565">
                  <c:v>9.3721800000000002</c:v>
                </c:pt>
                <c:pt idx="566">
                  <c:v>9.7948500000000003</c:v>
                </c:pt>
                <c:pt idx="567">
                  <c:v>8.8145399999999992</c:v>
                </c:pt>
                <c:pt idx="568">
                  <c:v>8.5885499999999997</c:v>
                </c:pt>
                <c:pt idx="569">
                  <c:v>8.7137799999999999</c:v>
                </c:pt>
                <c:pt idx="570">
                  <c:v>9.1341599999999996</c:v>
                </c:pt>
                <c:pt idx="571">
                  <c:v>9.3370499999999996</c:v>
                </c:pt>
                <c:pt idx="572">
                  <c:v>9.5306700000000006</c:v>
                </c:pt>
                <c:pt idx="573">
                  <c:v>9.4383599999999994</c:v>
                </c:pt>
                <c:pt idx="574">
                  <c:v>9.0178100000000008</c:v>
                </c:pt>
                <c:pt idx="575">
                  <c:v>9.0702700000000007</c:v>
                </c:pt>
                <c:pt idx="576">
                  <c:v>8.4720700000000004</c:v>
                </c:pt>
                <c:pt idx="577">
                  <c:v>9.1124200000000002</c:v>
                </c:pt>
                <c:pt idx="578">
                  <c:v>8.8025500000000001</c:v>
                </c:pt>
                <c:pt idx="579">
                  <c:v>9.2407400000000006</c:v>
                </c:pt>
                <c:pt idx="580">
                  <c:v>9.2897200000000009</c:v>
                </c:pt>
                <c:pt idx="581">
                  <c:v>8.8746700000000001</c:v>
                </c:pt>
                <c:pt idx="582">
                  <c:v>9.1950599999999998</c:v>
                </c:pt>
                <c:pt idx="583">
                  <c:v>9.62819</c:v>
                </c:pt>
                <c:pt idx="584">
                  <c:v>9.2946299999999997</c:v>
                </c:pt>
                <c:pt idx="585">
                  <c:v>9.1798300000000008</c:v>
                </c:pt>
                <c:pt idx="586">
                  <c:v>9.1808399999999999</c:v>
                </c:pt>
                <c:pt idx="587">
                  <c:v>9.2376400000000007</c:v>
                </c:pt>
                <c:pt idx="588">
                  <c:v>8.4168099999999999</c:v>
                </c:pt>
                <c:pt idx="589">
                  <c:v>8.7809399999999993</c:v>
                </c:pt>
                <c:pt idx="590">
                  <c:v>9.1402000000000001</c:v>
                </c:pt>
                <c:pt idx="591">
                  <c:v>9.7526600000000006</c:v>
                </c:pt>
                <c:pt idx="592">
                  <c:v>9.8720599999999994</c:v>
                </c:pt>
                <c:pt idx="593">
                  <c:v>9.1701899999999998</c:v>
                </c:pt>
                <c:pt idx="594">
                  <c:v>8.5988500000000005</c:v>
                </c:pt>
                <c:pt idx="595">
                  <c:v>9.1882599999999996</c:v>
                </c:pt>
                <c:pt idx="596">
                  <c:v>8.6503399999999999</c:v>
                </c:pt>
                <c:pt idx="597">
                  <c:v>9.4340399999999995</c:v>
                </c:pt>
                <c:pt idx="598">
                  <c:v>9.0018700000000003</c:v>
                </c:pt>
                <c:pt idx="599">
                  <c:v>9.3430499999999999</c:v>
                </c:pt>
                <c:pt idx="600">
                  <c:v>8.5693000000000001</c:v>
                </c:pt>
                <c:pt idx="601">
                  <c:v>9.1699199999999994</c:v>
                </c:pt>
                <c:pt idx="602">
                  <c:v>9.4397699999999993</c:v>
                </c:pt>
                <c:pt idx="603">
                  <c:v>9.1623000000000001</c:v>
                </c:pt>
                <c:pt idx="604">
                  <c:v>8.8815600000000003</c:v>
                </c:pt>
                <c:pt idx="605">
                  <c:v>9.3774899999999999</c:v>
                </c:pt>
                <c:pt idx="606">
                  <c:v>9.3605400000000003</c:v>
                </c:pt>
                <c:pt idx="607">
                  <c:v>9.0809999999999995</c:v>
                </c:pt>
                <c:pt idx="608">
                  <c:v>8.85168</c:v>
                </c:pt>
                <c:pt idx="609">
                  <c:v>8.9270999999999994</c:v>
                </c:pt>
                <c:pt idx="610">
                  <c:v>9.0888299999999997</c:v>
                </c:pt>
                <c:pt idx="611">
                  <c:v>9.2873400000000004</c:v>
                </c:pt>
                <c:pt idx="612">
                  <c:v>8.8474199999999996</c:v>
                </c:pt>
                <c:pt idx="613">
                  <c:v>8.7963000000000005</c:v>
                </c:pt>
                <c:pt idx="614">
                  <c:v>8.7510300000000001</c:v>
                </c:pt>
                <c:pt idx="615">
                  <c:v>8.5077700000000007</c:v>
                </c:pt>
                <c:pt idx="616">
                  <c:v>9.1645099999999999</c:v>
                </c:pt>
                <c:pt idx="617">
                  <c:v>9.7766800000000007</c:v>
                </c:pt>
                <c:pt idx="618">
                  <c:v>8.8514999999999997</c:v>
                </c:pt>
                <c:pt idx="619">
                  <c:v>8.9408700000000003</c:v>
                </c:pt>
                <c:pt idx="620">
                  <c:v>8.88476</c:v>
                </c:pt>
                <c:pt idx="621">
                  <c:v>8.8419000000000008</c:v>
                </c:pt>
                <c:pt idx="622">
                  <c:v>9.0456400000000006</c:v>
                </c:pt>
                <c:pt idx="623">
                  <c:v>9.5699900000000007</c:v>
                </c:pt>
                <c:pt idx="624">
                  <c:v>9.60107</c:v>
                </c:pt>
                <c:pt idx="625">
                  <c:v>9.1572200000000006</c:v>
                </c:pt>
                <c:pt idx="626">
                  <c:v>10.331899999999999</c:v>
                </c:pt>
                <c:pt idx="627">
                  <c:v>8.6902899999999992</c:v>
                </c:pt>
                <c:pt idx="628">
                  <c:v>9.2572500000000009</c:v>
                </c:pt>
                <c:pt idx="629">
                  <c:v>9.0705799999999996</c:v>
                </c:pt>
                <c:pt idx="630">
                  <c:v>8.8874899999999997</c:v>
                </c:pt>
                <c:pt idx="631">
                  <c:v>9.1158000000000001</c:v>
                </c:pt>
                <c:pt idx="632">
                  <c:v>8.7195800000000006</c:v>
                </c:pt>
                <c:pt idx="633">
                  <c:v>8.7315699999999996</c:v>
                </c:pt>
                <c:pt idx="634">
                  <c:v>9.9332100000000008</c:v>
                </c:pt>
                <c:pt idx="635">
                  <c:v>9.0321999999999996</c:v>
                </c:pt>
                <c:pt idx="636">
                  <c:v>9.32193</c:v>
                </c:pt>
                <c:pt idx="637">
                  <c:v>8.8488000000000007</c:v>
                </c:pt>
                <c:pt idx="638">
                  <c:v>8.9397599999999997</c:v>
                </c:pt>
                <c:pt idx="639">
                  <c:v>8.7164599999999997</c:v>
                </c:pt>
                <c:pt idx="640">
                  <c:v>8.8734199999999994</c:v>
                </c:pt>
                <c:pt idx="641">
                  <c:v>9.4053599999999999</c:v>
                </c:pt>
                <c:pt idx="642">
                  <c:v>8.8385200000000008</c:v>
                </c:pt>
                <c:pt idx="643">
                  <c:v>8.8770000000000007</c:v>
                </c:pt>
                <c:pt idx="644">
                  <c:v>8.9733000000000001</c:v>
                </c:pt>
                <c:pt idx="645">
                  <c:v>8.9519699999999993</c:v>
                </c:pt>
                <c:pt idx="646">
                  <c:v>9.3011300000000006</c:v>
                </c:pt>
                <c:pt idx="647">
                  <c:v>9.2552500000000002</c:v>
                </c:pt>
                <c:pt idx="648">
                  <c:v>8.9275800000000007</c:v>
                </c:pt>
                <c:pt idx="649">
                  <c:v>8.9822900000000008</c:v>
                </c:pt>
                <c:pt idx="650">
                  <c:v>9.3759499999999996</c:v>
                </c:pt>
                <c:pt idx="651">
                  <c:v>9.7758800000000008</c:v>
                </c:pt>
                <c:pt idx="652">
                  <c:v>9.1058599999999998</c:v>
                </c:pt>
                <c:pt idx="653">
                  <c:v>8.8114299999999997</c:v>
                </c:pt>
                <c:pt idx="654">
                  <c:v>9.0436099999999993</c:v>
                </c:pt>
                <c:pt idx="655">
                  <c:v>8.9644200000000005</c:v>
                </c:pt>
                <c:pt idx="656">
                  <c:v>8.8130699999999997</c:v>
                </c:pt>
                <c:pt idx="657">
                  <c:v>8.6417300000000008</c:v>
                </c:pt>
                <c:pt idx="658">
                  <c:v>8.4552399999999999</c:v>
                </c:pt>
                <c:pt idx="659">
                  <c:v>9.1067099999999996</c:v>
                </c:pt>
                <c:pt idx="660">
                  <c:v>9.3325399999999998</c:v>
                </c:pt>
                <c:pt idx="661">
                  <c:v>8.7397200000000002</c:v>
                </c:pt>
                <c:pt idx="662">
                  <c:v>9.6122700000000005</c:v>
                </c:pt>
                <c:pt idx="663">
                  <c:v>9.4633299999999991</c:v>
                </c:pt>
                <c:pt idx="664">
                  <c:v>9.4033999999999995</c:v>
                </c:pt>
                <c:pt idx="665">
                  <c:v>8.7744599999999995</c:v>
                </c:pt>
                <c:pt idx="666">
                  <c:v>8.9100999999999999</c:v>
                </c:pt>
                <c:pt idx="667">
                  <c:v>8.8793299999999995</c:v>
                </c:pt>
                <c:pt idx="668">
                  <c:v>9.0125499999999992</c:v>
                </c:pt>
                <c:pt idx="669">
                  <c:v>8.8190899999999992</c:v>
                </c:pt>
                <c:pt idx="670">
                  <c:v>8.8824699999999996</c:v>
                </c:pt>
                <c:pt idx="671">
                  <c:v>9.2433899999999998</c:v>
                </c:pt>
                <c:pt idx="672">
                  <c:v>9.6176499999999994</c:v>
                </c:pt>
                <c:pt idx="673">
                  <c:v>9.1049199999999999</c:v>
                </c:pt>
                <c:pt idx="674">
                  <c:v>8.9871599999999994</c:v>
                </c:pt>
                <c:pt idx="675">
                  <c:v>8.9250000000000007</c:v>
                </c:pt>
                <c:pt idx="676">
                  <c:v>9.0875400000000006</c:v>
                </c:pt>
                <c:pt idx="677">
                  <c:v>9.6711200000000002</c:v>
                </c:pt>
                <c:pt idx="678">
                  <c:v>9.0556199999999993</c:v>
                </c:pt>
                <c:pt idx="679">
                  <c:v>8.7489299999999997</c:v>
                </c:pt>
                <c:pt idx="680">
                  <c:v>9.0198599999999995</c:v>
                </c:pt>
                <c:pt idx="681">
                  <c:v>9.1083599999999993</c:v>
                </c:pt>
                <c:pt idx="682">
                  <c:v>9.0517400000000006</c:v>
                </c:pt>
                <c:pt idx="683">
                  <c:v>8.4254099999999994</c:v>
                </c:pt>
                <c:pt idx="684">
                  <c:v>8.7059300000000004</c:v>
                </c:pt>
                <c:pt idx="685">
                  <c:v>9.3133900000000001</c:v>
                </c:pt>
                <c:pt idx="686">
                  <c:v>8.8376400000000004</c:v>
                </c:pt>
                <c:pt idx="687">
                  <c:v>8.8846699999999998</c:v>
                </c:pt>
                <c:pt idx="688">
                  <c:v>8.4757599999999993</c:v>
                </c:pt>
                <c:pt idx="689">
                  <c:v>8.6349800000000005</c:v>
                </c:pt>
                <c:pt idx="690">
                  <c:v>8.6770099999999992</c:v>
                </c:pt>
                <c:pt idx="691">
                  <c:v>9.2374200000000002</c:v>
                </c:pt>
                <c:pt idx="692">
                  <c:v>9.0544399999999996</c:v>
                </c:pt>
                <c:pt idx="693">
                  <c:v>8.9867799999999995</c:v>
                </c:pt>
                <c:pt idx="694">
                  <c:v>9.1901799999999998</c:v>
                </c:pt>
                <c:pt idx="695">
                  <c:v>9.2948799999999991</c:v>
                </c:pt>
                <c:pt idx="696">
                  <c:v>9.3853899999999992</c:v>
                </c:pt>
                <c:pt idx="697">
                  <c:v>9.4627599999999994</c:v>
                </c:pt>
                <c:pt idx="698">
                  <c:v>9.1409900000000004</c:v>
                </c:pt>
                <c:pt idx="699">
                  <c:v>8.8819900000000001</c:v>
                </c:pt>
                <c:pt idx="700">
                  <c:v>8.6196800000000007</c:v>
                </c:pt>
                <c:pt idx="701">
                  <c:v>9.0455400000000008</c:v>
                </c:pt>
                <c:pt idx="702">
                  <c:v>9.32456</c:v>
                </c:pt>
                <c:pt idx="703">
                  <c:v>9.0291599999999992</c:v>
                </c:pt>
                <c:pt idx="704">
                  <c:v>8.6686200000000007</c:v>
                </c:pt>
                <c:pt idx="705">
                  <c:v>9.1810899999999993</c:v>
                </c:pt>
                <c:pt idx="706">
                  <c:v>9.36111</c:v>
                </c:pt>
                <c:pt idx="707">
                  <c:v>9.2263099999999998</c:v>
                </c:pt>
                <c:pt idx="708">
                  <c:v>8.7846399999999996</c:v>
                </c:pt>
                <c:pt idx="709">
                  <c:v>8.5012399999999992</c:v>
                </c:pt>
                <c:pt idx="710">
                  <c:v>8.8310999999999993</c:v>
                </c:pt>
                <c:pt idx="711">
                  <c:v>8.7524700000000006</c:v>
                </c:pt>
                <c:pt idx="712">
                  <c:v>9.00319</c:v>
                </c:pt>
                <c:pt idx="713">
                  <c:v>9.0632999999999999</c:v>
                </c:pt>
                <c:pt idx="714">
                  <c:v>9.0254799999999999</c:v>
                </c:pt>
                <c:pt idx="715">
                  <c:v>8.9839000000000002</c:v>
                </c:pt>
                <c:pt idx="716">
                  <c:v>9.6803000000000008</c:v>
                </c:pt>
                <c:pt idx="717">
                  <c:v>9.0753599999999999</c:v>
                </c:pt>
                <c:pt idx="718">
                  <c:v>9.0006000000000004</c:v>
                </c:pt>
                <c:pt idx="719">
                  <c:v>8.9991800000000008</c:v>
                </c:pt>
                <c:pt idx="720">
                  <c:v>9.3168600000000001</c:v>
                </c:pt>
                <c:pt idx="721">
                  <c:v>9.2905499999999996</c:v>
                </c:pt>
                <c:pt idx="722">
                  <c:v>9.3594399999999993</c:v>
                </c:pt>
                <c:pt idx="723">
                  <c:v>9.2446000000000002</c:v>
                </c:pt>
                <c:pt idx="724">
                  <c:v>9.1831899999999997</c:v>
                </c:pt>
                <c:pt idx="725">
                  <c:v>9.2982600000000009</c:v>
                </c:pt>
                <c:pt idx="726">
                  <c:v>8.9868900000000007</c:v>
                </c:pt>
                <c:pt idx="727">
                  <c:v>9.2486800000000002</c:v>
                </c:pt>
                <c:pt idx="728">
                  <c:v>9.5906900000000004</c:v>
                </c:pt>
                <c:pt idx="729">
                  <c:v>9.0977899999999998</c:v>
                </c:pt>
                <c:pt idx="730">
                  <c:v>8.7358200000000004</c:v>
                </c:pt>
                <c:pt idx="731">
                  <c:v>8.7289499999999993</c:v>
                </c:pt>
                <c:pt idx="732">
                  <c:v>8.8996300000000002</c:v>
                </c:pt>
                <c:pt idx="733">
                  <c:v>8.6478699999999993</c:v>
                </c:pt>
                <c:pt idx="734">
                  <c:v>9.07</c:v>
                </c:pt>
                <c:pt idx="735">
                  <c:v>9.8064999999999998</c:v>
                </c:pt>
                <c:pt idx="736">
                  <c:v>9.3779199999999996</c:v>
                </c:pt>
                <c:pt idx="737">
                  <c:v>9.3532799999999998</c:v>
                </c:pt>
                <c:pt idx="738">
                  <c:v>8.9475099999999994</c:v>
                </c:pt>
                <c:pt idx="739">
                  <c:v>8.8392499999999998</c:v>
                </c:pt>
                <c:pt idx="740">
                  <c:v>9.2334099999999992</c:v>
                </c:pt>
                <c:pt idx="741">
                  <c:v>9.3644700000000007</c:v>
                </c:pt>
                <c:pt idx="742">
                  <c:v>9.3381399999999992</c:v>
                </c:pt>
                <c:pt idx="743">
                  <c:v>9.1113199999999992</c:v>
                </c:pt>
                <c:pt idx="744">
                  <c:v>9.2506699999999995</c:v>
                </c:pt>
                <c:pt idx="745">
                  <c:v>8.9443800000000007</c:v>
                </c:pt>
                <c:pt idx="746">
                  <c:v>9.1199899999999996</c:v>
                </c:pt>
                <c:pt idx="747">
                  <c:v>8.7644400000000005</c:v>
                </c:pt>
                <c:pt idx="748">
                  <c:v>8.9172700000000003</c:v>
                </c:pt>
                <c:pt idx="749">
                  <c:v>9.3148800000000005</c:v>
                </c:pt>
                <c:pt idx="750">
                  <c:v>9.3482400000000005</c:v>
                </c:pt>
                <c:pt idx="751">
                  <c:v>9.0183400000000002</c:v>
                </c:pt>
                <c:pt idx="752">
                  <c:v>9.5936500000000002</c:v>
                </c:pt>
                <c:pt idx="753">
                  <c:v>9.0168199999999992</c:v>
                </c:pt>
                <c:pt idx="754">
                  <c:v>8.8706999999999994</c:v>
                </c:pt>
                <c:pt idx="755">
                  <c:v>8.7905700000000007</c:v>
                </c:pt>
                <c:pt idx="756">
                  <c:v>8.7905899999999999</c:v>
                </c:pt>
                <c:pt idx="757">
                  <c:v>9.1613000000000007</c:v>
                </c:pt>
                <c:pt idx="758">
                  <c:v>9.13401</c:v>
                </c:pt>
                <c:pt idx="759">
                  <c:v>9.48977</c:v>
                </c:pt>
                <c:pt idx="760">
                  <c:v>9.9687000000000001</c:v>
                </c:pt>
                <c:pt idx="761">
                  <c:v>8.8551800000000007</c:v>
                </c:pt>
                <c:pt idx="762">
                  <c:v>8.8750199999999992</c:v>
                </c:pt>
                <c:pt idx="763">
                  <c:v>8.8838399999999993</c:v>
                </c:pt>
                <c:pt idx="764">
                  <c:v>8.9872499999999995</c:v>
                </c:pt>
                <c:pt idx="765">
                  <c:v>9.1119000000000003</c:v>
                </c:pt>
                <c:pt idx="766">
                  <c:v>9.2364899999999999</c:v>
                </c:pt>
                <c:pt idx="767">
                  <c:v>8.8472000000000008</c:v>
                </c:pt>
                <c:pt idx="768">
                  <c:v>9.1764200000000002</c:v>
                </c:pt>
                <c:pt idx="769">
                  <c:v>8.9455799999999996</c:v>
                </c:pt>
                <c:pt idx="770">
                  <c:v>9.16052</c:v>
                </c:pt>
                <c:pt idx="771">
                  <c:v>9.2996400000000001</c:v>
                </c:pt>
                <c:pt idx="772">
                  <c:v>9.0651899999999994</c:v>
                </c:pt>
                <c:pt idx="773">
                  <c:v>9.7152700000000003</c:v>
                </c:pt>
                <c:pt idx="774">
                  <c:v>9.6763999999999992</c:v>
                </c:pt>
                <c:pt idx="775">
                  <c:v>9.2992299999999997</c:v>
                </c:pt>
                <c:pt idx="776">
                  <c:v>9.3398299999999992</c:v>
                </c:pt>
                <c:pt idx="777">
                  <c:v>8.8319600000000005</c:v>
                </c:pt>
                <c:pt idx="778">
                  <c:v>8.7980599999999995</c:v>
                </c:pt>
                <c:pt idx="779">
                  <c:v>8.6873500000000003</c:v>
                </c:pt>
                <c:pt idx="780">
                  <c:v>9.0483100000000007</c:v>
                </c:pt>
                <c:pt idx="781">
                  <c:v>8.6799400000000002</c:v>
                </c:pt>
                <c:pt idx="782">
                  <c:v>8.6876999999999995</c:v>
                </c:pt>
                <c:pt idx="783">
                  <c:v>9.2534299999999998</c:v>
                </c:pt>
                <c:pt idx="784">
                  <c:v>8.6115200000000005</c:v>
                </c:pt>
                <c:pt idx="785">
                  <c:v>8.5882100000000001</c:v>
                </c:pt>
                <c:pt idx="786">
                  <c:v>8.5480599999999995</c:v>
                </c:pt>
                <c:pt idx="787">
                  <c:v>8.7023700000000002</c:v>
                </c:pt>
                <c:pt idx="788">
                  <c:v>8.9517100000000003</c:v>
                </c:pt>
                <c:pt idx="789">
                  <c:v>8.9066500000000008</c:v>
                </c:pt>
                <c:pt idx="790">
                  <c:v>9.2950300000000006</c:v>
                </c:pt>
                <c:pt idx="791">
                  <c:v>9.2747600000000006</c:v>
                </c:pt>
                <c:pt idx="792">
                  <c:v>8.9917700000000007</c:v>
                </c:pt>
                <c:pt idx="793">
                  <c:v>8.9798500000000008</c:v>
                </c:pt>
                <c:pt idx="794">
                  <c:v>9.0232100000000006</c:v>
                </c:pt>
                <c:pt idx="795">
                  <c:v>9.1295500000000001</c:v>
                </c:pt>
                <c:pt idx="796">
                  <c:v>8.9418900000000008</c:v>
                </c:pt>
                <c:pt idx="797">
                  <c:v>8.7726900000000008</c:v>
                </c:pt>
                <c:pt idx="798">
                  <c:v>8.8362800000000004</c:v>
                </c:pt>
                <c:pt idx="799">
                  <c:v>9.4673999999999996</c:v>
                </c:pt>
                <c:pt idx="800">
                  <c:v>9.53965</c:v>
                </c:pt>
                <c:pt idx="801">
                  <c:v>8.9567700000000006</c:v>
                </c:pt>
                <c:pt idx="802">
                  <c:v>9.1555700000000009</c:v>
                </c:pt>
                <c:pt idx="803">
                  <c:v>9.1950299999999991</c:v>
                </c:pt>
                <c:pt idx="804">
                  <c:v>8.8341499999999993</c:v>
                </c:pt>
                <c:pt idx="805">
                  <c:v>8.5648700000000009</c:v>
                </c:pt>
                <c:pt idx="806">
                  <c:v>9.0526800000000005</c:v>
                </c:pt>
                <c:pt idx="807">
                  <c:v>9.2069700000000001</c:v>
                </c:pt>
                <c:pt idx="808">
                  <c:v>9.0970399999999998</c:v>
                </c:pt>
                <c:pt idx="809">
                  <c:v>8.8439999999999994</c:v>
                </c:pt>
                <c:pt idx="810">
                  <c:v>8.7689900000000005</c:v>
                </c:pt>
                <c:pt idx="811">
                  <c:v>8.7371099999999995</c:v>
                </c:pt>
                <c:pt idx="812">
                  <c:v>8.7288999999999994</c:v>
                </c:pt>
                <c:pt idx="813">
                  <c:v>9.0553699999999999</c:v>
                </c:pt>
                <c:pt idx="814">
                  <c:v>9.0674799999999998</c:v>
                </c:pt>
                <c:pt idx="815">
                  <c:v>9.0022699999999993</c:v>
                </c:pt>
                <c:pt idx="816">
                  <c:v>9.1488099999999992</c:v>
                </c:pt>
                <c:pt idx="817">
                  <c:v>8.8047400000000007</c:v>
                </c:pt>
                <c:pt idx="818">
                  <c:v>9.0651200000000003</c:v>
                </c:pt>
                <c:pt idx="819">
                  <c:v>9.3517100000000006</c:v>
                </c:pt>
                <c:pt idx="820">
                  <c:v>9.2562899999999999</c:v>
                </c:pt>
                <c:pt idx="821">
                  <c:v>9.2957599999999996</c:v>
                </c:pt>
                <c:pt idx="822">
                  <c:v>9.1379400000000004</c:v>
                </c:pt>
                <c:pt idx="823">
                  <c:v>9.1875400000000003</c:v>
                </c:pt>
                <c:pt idx="824">
                  <c:v>9.2110000000000003</c:v>
                </c:pt>
                <c:pt idx="825">
                  <c:v>9.1509099999999997</c:v>
                </c:pt>
                <c:pt idx="826">
                  <c:v>9.7323799999999991</c:v>
                </c:pt>
                <c:pt idx="827">
                  <c:v>9.2934900000000003</c:v>
                </c:pt>
                <c:pt idx="828">
                  <c:v>8.5748999999999995</c:v>
                </c:pt>
                <c:pt idx="829">
                  <c:v>9.2160299999999999</c:v>
                </c:pt>
                <c:pt idx="830">
                  <c:v>8.9414599999999993</c:v>
                </c:pt>
                <c:pt idx="831">
                  <c:v>8.9253</c:v>
                </c:pt>
                <c:pt idx="832">
                  <c:v>8.5161499999999997</c:v>
                </c:pt>
                <c:pt idx="833">
                  <c:v>8.9094300000000004</c:v>
                </c:pt>
                <c:pt idx="834">
                  <c:v>9.0331899999999994</c:v>
                </c:pt>
                <c:pt idx="835">
                  <c:v>8.8185599999999997</c:v>
                </c:pt>
                <c:pt idx="836">
                  <c:v>9.2645099999999996</c:v>
                </c:pt>
                <c:pt idx="837">
                  <c:v>9.0865600000000004</c:v>
                </c:pt>
                <c:pt idx="838">
                  <c:v>8.9305400000000006</c:v>
                </c:pt>
                <c:pt idx="839">
                  <c:v>9.4517199999999999</c:v>
                </c:pt>
                <c:pt idx="840">
                  <c:v>8.8590599999999995</c:v>
                </c:pt>
                <c:pt idx="841">
                  <c:v>9.4808000000000003</c:v>
                </c:pt>
                <c:pt idx="842">
                  <c:v>10.0016</c:v>
                </c:pt>
                <c:pt idx="843">
                  <c:v>8.8938299999999995</c:v>
                </c:pt>
                <c:pt idx="844">
                  <c:v>9.2999200000000002</c:v>
                </c:pt>
                <c:pt idx="845">
                  <c:v>9.3531200000000005</c:v>
                </c:pt>
                <c:pt idx="846">
                  <c:v>9.2649500000000007</c:v>
                </c:pt>
                <c:pt idx="847">
                  <c:v>8.8131699999999995</c:v>
                </c:pt>
                <c:pt idx="848">
                  <c:v>9.2779399999999992</c:v>
                </c:pt>
                <c:pt idx="849">
                  <c:v>9.3682400000000001</c:v>
                </c:pt>
                <c:pt idx="850">
                  <c:v>8.5364799999999992</c:v>
                </c:pt>
                <c:pt idx="851">
                  <c:v>8.7965199999999992</c:v>
                </c:pt>
                <c:pt idx="852">
                  <c:v>9.0599000000000007</c:v>
                </c:pt>
                <c:pt idx="853">
                  <c:v>9.2407000000000004</c:v>
                </c:pt>
                <c:pt idx="854">
                  <c:v>9.6015899999999998</c:v>
                </c:pt>
                <c:pt idx="855">
                  <c:v>9.3457399999999993</c:v>
                </c:pt>
                <c:pt idx="856">
                  <c:v>9.1148799999999994</c:v>
                </c:pt>
                <c:pt idx="857">
                  <c:v>8.9269099999999995</c:v>
                </c:pt>
                <c:pt idx="858">
                  <c:v>8.6373599999999993</c:v>
                </c:pt>
                <c:pt idx="859">
                  <c:v>8.9674999999999994</c:v>
                </c:pt>
                <c:pt idx="860">
                  <c:v>9.0151400000000006</c:v>
                </c:pt>
                <c:pt idx="861">
                  <c:v>9.1846899999999998</c:v>
                </c:pt>
                <c:pt idx="862">
                  <c:v>8.9777500000000003</c:v>
                </c:pt>
                <c:pt idx="863">
                  <c:v>8.7242700000000006</c:v>
                </c:pt>
                <c:pt idx="864">
                  <c:v>9.0557200000000009</c:v>
                </c:pt>
                <c:pt idx="865">
                  <c:v>9.4984699999999993</c:v>
                </c:pt>
                <c:pt idx="866">
                  <c:v>8.7996599999999994</c:v>
                </c:pt>
                <c:pt idx="867">
                  <c:v>9.5024999999999995</c:v>
                </c:pt>
                <c:pt idx="868">
                  <c:v>9.3282299999999996</c:v>
                </c:pt>
                <c:pt idx="869">
                  <c:v>8.5539400000000008</c:v>
                </c:pt>
                <c:pt idx="870">
                  <c:v>8.4487199999999998</c:v>
                </c:pt>
                <c:pt idx="871">
                  <c:v>9.0854400000000002</c:v>
                </c:pt>
                <c:pt idx="872">
                  <c:v>8.9521300000000004</c:v>
                </c:pt>
                <c:pt idx="873">
                  <c:v>9.4336300000000008</c:v>
                </c:pt>
                <c:pt idx="874">
                  <c:v>8.7852399999999999</c:v>
                </c:pt>
                <c:pt idx="875">
                  <c:v>9.3287499999999994</c:v>
                </c:pt>
                <c:pt idx="876">
                  <c:v>9.1004000000000005</c:v>
                </c:pt>
                <c:pt idx="877">
                  <c:v>8.9832999999999998</c:v>
                </c:pt>
                <c:pt idx="878">
                  <c:v>9.0532800000000009</c:v>
                </c:pt>
                <c:pt idx="879">
                  <c:v>9.37974</c:v>
                </c:pt>
                <c:pt idx="880">
                  <c:v>8.9700799999999994</c:v>
                </c:pt>
                <c:pt idx="881">
                  <c:v>9.3161799999999992</c:v>
                </c:pt>
                <c:pt idx="882">
                  <c:v>9.3447200000000006</c:v>
                </c:pt>
                <c:pt idx="883">
                  <c:v>8.7266700000000004</c:v>
                </c:pt>
                <c:pt idx="884">
                  <c:v>9.3433399999999995</c:v>
                </c:pt>
                <c:pt idx="885">
                  <c:v>9.0119399999999992</c:v>
                </c:pt>
                <c:pt idx="886">
                  <c:v>8.9797899999999995</c:v>
                </c:pt>
                <c:pt idx="887">
                  <c:v>9.1345399999999994</c:v>
                </c:pt>
                <c:pt idx="888">
                  <c:v>9.3590199999999992</c:v>
                </c:pt>
                <c:pt idx="889">
                  <c:v>9.1297800000000002</c:v>
                </c:pt>
                <c:pt idx="890">
                  <c:v>9.1502800000000004</c:v>
                </c:pt>
                <c:pt idx="891">
                  <c:v>8.9887800000000002</c:v>
                </c:pt>
                <c:pt idx="892">
                  <c:v>8.9992699999999992</c:v>
                </c:pt>
                <c:pt idx="893">
                  <c:v>8.6920300000000008</c:v>
                </c:pt>
                <c:pt idx="894">
                  <c:v>8.7431099999999997</c:v>
                </c:pt>
                <c:pt idx="895">
                  <c:v>8.7875099999999993</c:v>
                </c:pt>
                <c:pt idx="896">
                  <c:v>9.0598799999999997</c:v>
                </c:pt>
                <c:pt idx="897">
                  <c:v>8.9801099999999998</c:v>
                </c:pt>
                <c:pt idx="898">
                  <c:v>9.01431</c:v>
                </c:pt>
                <c:pt idx="899">
                  <c:v>9.1565300000000001</c:v>
                </c:pt>
                <c:pt idx="900">
                  <c:v>8.8815600000000003</c:v>
                </c:pt>
                <c:pt idx="901">
                  <c:v>9.1060199999999991</c:v>
                </c:pt>
                <c:pt idx="902">
                  <c:v>9.3171300000000006</c:v>
                </c:pt>
                <c:pt idx="903">
                  <c:v>9.2297700000000003</c:v>
                </c:pt>
                <c:pt idx="904">
                  <c:v>8.9890100000000004</c:v>
                </c:pt>
                <c:pt idx="905">
                  <c:v>8.9806100000000004</c:v>
                </c:pt>
                <c:pt idx="906">
                  <c:v>9.6869599999999991</c:v>
                </c:pt>
                <c:pt idx="907">
                  <c:v>9.3130400000000009</c:v>
                </c:pt>
                <c:pt idx="908">
                  <c:v>9.2468000000000004</c:v>
                </c:pt>
                <c:pt idx="909">
                  <c:v>8.8392900000000001</c:v>
                </c:pt>
                <c:pt idx="910">
                  <c:v>9.4726800000000004</c:v>
                </c:pt>
                <c:pt idx="911">
                  <c:v>9.4190900000000006</c:v>
                </c:pt>
                <c:pt idx="912">
                  <c:v>8.9179399999999998</c:v>
                </c:pt>
                <c:pt idx="913">
                  <c:v>9.16831</c:v>
                </c:pt>
                <c:pt idx="914">
                  <c:v>9.1265999999999998</c:v>
                </c:pt>
                <c:pt idx="915">
                  <c:v>9.1067599999999995</c:v>
                </c:pt>
                <c:pt idx="916">
                  <c:v>9.4404900000000005</c:v>
                </c:pt>
                <c:pt idx="917">
                  <c:v>9.3048000000000002</c:v>
                </c:pt>
                <c:pt idx="918">
                  <c:v>9.1366200000000006</c:v>
                </c:pt>
                <c:pt idx="919">
                  <c:v>8.50671</c:v>
                </c:pt>
                <c:pt idx="920">
                  <c:v>8.6950800000000008</c:v>
                </c:pt>
                <c:pt idx="921">
                  <c:v>8.8920200000000005</c:v>
                </c:pt>
                <c:pt idx="922">
                  <c:v>8.7139799999999994</c:v>
                </c:pt>
                <c:pt idx="923">
                  <c:v>8.5974299999999992</c:v>
                </c:pt>
                <c:pt idx="924">
                  <c:v>9.0709999999999997</c:v>
                </c:pt>
                <c:pt idx="925">
                  <c:v>9.2932299999999994</c:v>
                </c:pt>
                <c:pt idx="926">
                  <c:v>8.6072799999999994</c:v>
                </c:pt>
                <c:pt idx="927">
                  <c:v>8.9144000000000005</c:v>
                </c:pt>
                <c:pt idx="928">
                  <c:v>8.6768999999999998</c:v>
                </c:pt>
                <c:pt idx="929">
                  <c:v>9.0699199999999998</c:v>
                </c:pt>
                <c:pt idx="930">
                  <c:v>8.8302499999999995</c:v>
                </c:pt>
                <c:pt idx="931">
                  <c:v>8.7079400000000007</c:v>
                </c:pt>
                <c:pt idx="932">
                  <c:v>9.7438199999999995</c:v>
                </c:pt>
                <c:pt idx="933">
                  <c:v>9.11998</c:v>
                </c:pt>
                <c:pt idx="934">
                  <c:v>8.8341600000000007</c:v>
                </c:pt>
                <c:pt idx="935">
                  <c:v>8.6914800000000003</c:v>
                </c:pt>
                <c:pt idx="936">
                  <c:v>9.2597400000000007</c:v>
                </c:pt>
                <c:pt idx="937">
                  <c:v>9.2223600000000001</c:v>
                </c:pt>
                <c:pt idx="938">
                  <c:v>9.0549400000000002</c:v>
                </c:pt>
                <c:pt idx="939">
                  <c:v>9.4231200000000008</c:v>
                </c:pt>
                <c:pt idx="940">
                  <c:v>9.1991499999999995</c:v>
                </c:pt>
                <c:pt idx="941">
                  <c:v>9.0826600000000006</c:v>
                </c:pt>
                <c:pt idx="942">
                  <c:v>9.5513399999999997</c:v>
                </c:pt>
                <c:pt idx="943">
                  <c:v>9.2002100000000002</c:v>
                </c:pt>
                <c:pt idx="944">
                  <c:v>9.2658400000000007</c:v>
                </c:pt>
                <c:pt idx="945">
                  <c:v>8.9329800000000006</c:v>
                </c:pt>
                <c:pt idx="946">
                  <c:v>9.7548100000000009</c:v>
                </c:pt>
                <c:pt idx="947">
                  <c:v>9.5886499999999995</c:v>
                </c:pt>
                <c:pt idx="948">
                  <c:v>9.8811400000000003</c:v>
                </c:pt>
                <c:pt idx="949">
                  <c:v>8.9638100000000005</c:v>
                </c:pt>
                <c:pt idx="950">
                  <c:v>9.4748199999999994</c:v>
                </c:pt>
                <c:pt idx="951">
                  <c:v>8.8938299999999995</c:v>
                </c:pt>
                <c:pt idx="952">
                  <c:v>8.7560900000000004</c:v>
                </c:pt>
                <c:pt idx="953">
                  <c:v>9.0372400000000006</c:v>
                </c:pt>
                <c:pt idx="954">
                  <c:v>9.0484799999999996</c:v>
                </c:pt>
                <c:pt idx="955">
                  <c:v>9.2595200000000002</c:v>
                </c:pt>
                <c:pt idx="956">
                  <c:v>9.0487400000000004</c:v>
                </c:pt>
                <c:pt idx="957">
                  <c:v>9.3765300000000007</c:v>
                </c:pt>
                <c:pt idx="958">
                  <c:v>8.8853500000000007</c:v>
                </c:pt>
                <c:pt idx="959">
                  <c:v>9.0883299999999991</c:v>
                </c:pt>
                <c:pt idx="960">
                  <c:v>9.0468899999999994</c:v>
                </c:pt>
                <c:pt idx="961">
                  <c:v>8.8493999999999993</c:v>
                </c:pt>
                <c:pt idx="962">
                  <c:v>9.7088599999999996</c:v>
                </c:pt>
                <c:pt idx="963">
                  <c:v>8.6324900000000007</c:v>
                </c:pt>
                <c:pt idx="964">
                  <c:v>8.8703900000000004</c:v>
                </c:pt>
                <c:pt idx="965">
                  <c:v>8.6501300000000008</c:v>
                </c:pt>
                <c:pt idx="966">
                  <c:v>9.1175499999999996</c:v>
                </c:pt>
                <c:pt idx="967">
                  <c:v>9.0547799999999992</c:v>
                </c:pt>
                <c:pt idx="968">
                  <c:v>8.6957299999999993</c:v>
                </c:pt>
                <c:pt idx="969">
                  <c:v>9.3049800000000005</c:v>
                </c:pt>
                <c:pt idx="970">
                  <c:v>9.4591200000000004</c:v>
                </c:pt>
                <c:pt idx="971">
                  <c:v>8.7563300000000002</c:v>
                </c:pt>
                <c:pt idx="972">
                  <c:v>8.6728400000000008</c:v>
                </c:pt>
                <c:pt idx="973">
                  <c:v>8.8419600000000003</c:v>
                </c:pt>
                <c:pt idx="974">
                  <c:v>9.10107</c:v>
                </c:pt>
                <c:pt idx="975">
                  <c:v>8.7177600000000002</c:v>
                </c:pt>
                <c:pt idx="976">
                  <c:v>8.6843800000000009</c:v>
                </c:pt>
                <c:pt idx="977">
                  <c:v>8.5182400000000005</c:v>
                </c:pt>
                <c:pt idx="978">
                  <c:v>8.6996000000000002</c:v>
                </c:pt>
                <c:pt idx="979">
                  <c:v>9.0092800000000004</c:v>
                </c:pt>
                <c:pt idx="980">
                  <c:v>8.9218700000000002</c:v>
                </c:pt>
                <c:pt idx="981">
                  <c:v>9.0798199999999998</c:v>
                </c:pt>
                <c:pt idx="982">
                  <c:v>9.2592999999999996</c:v>
                </c:pt>
                <c:pt idx="983">
                  <c:v>9.0280500000000004</c:v>
                </c:pt>
                <c:pt idx="984">
                  <c:v>9.3605300000000007</c:v>
                </c:pt>
                <c:pt idx="985">
                  <c:v>8.8602100000000004</c:v>
                </c:pt>
                <c:pt idx="986">
                  <c:v>8.7527899999999992</c:v>
                </c:pt>
                <c:pt idx="987">
                  <c:v>9.0949799999999996</c:v>
                </c:pt>
                <c:pt idx="988">
                  <c:v>9.0384100000000007</c:v>
                </c:pt>
                <c:pt idx="989">
                  <c:v>9.3634799999999991</c:v>
                </c:pt>
                <c:pt idx="990">
                  <c:v>9.4350100000000001</c:v>
                </c:pt>
                <c:pt idx="991">
                  <c:v>9.1832999999999991</c:v>
                </c:pt>
                <c:pt idx="992">
                  <c:v>9.2208000000000006</c:v>
                </c:pt>
                <c:pt idx="993">
                  <c:v>9.8637700000000006</c:v>
                </c:pt>
                <c:pt idx="994">
                  <c:v>9.4007699999999996</c:v>
                </c:pt>
                <c:pt idx="995">
                  <c:v>8.8635099999999998</c:v>
                </c:pt>
                <c:pt idx="996">
                  <c:v>8.5299999999999994</c:v>
                </c:pt>
                <c:pt idx="997">
                  <c:v>8.4113900000000008</c:v>
                </c:pt>
                <c:pt idx="998">
                  <c:v>8.7804099999999998</c:v>
                </c:pt>
                <c:pt idx="999">
                  <c:v>8.5052299999999992</c:v>
                </c:pt>
                <c:pt idx="1000">
                  <c:v>9.0093499999999995</c:v>
                </c:pt>
                <c:pt idx="1001">
                  <c:v>9.5213099999999997</c:v>
                </c:pt>
                <c:pt idx="1002">
                  <c:v>9.1781100000000002</c:v>
                </c:pt>
                <c:pt idx="1003">
                  <c:v>9.3916199999999996</c:v>
                </c:pt>
                <c:pt idx="1004">
                  <c:v>8.6760099999999998</c:v>
                </c:pt>
                <c:pt idx="1005">
                  <c:v>8.5020299999999995</c:v>
                </c:pt>
                <c:pt idx="1006">
                  <c:v>8.8248999999999995</c:v>
                </c:pt>
                <c:pt idx="1007">
                  <c:v>9.3790499999999994</c:v>
                </c:pt>
                <c:pt idx="1008">
                  <c:v>9.2726299999999995</c:v>
                </c:pt>
                <c:pt idx="1009">
                  <c:v>9.4244699999999995</c:v>
                </c:pt>
                <c:pt idx="1010">
                  <c:v>9.1091800000000003</c:v>
                </c:pt>
                <c:pt idx="1011">
                  <c:v>8.7777899999999995</c:v>
                </c:pt>
                <c:pt idx="1012">
                  <c:v>8.9916199999999993</c:v>
                </c:pt>
                <c:pt idx="1013">
                  <c:v>8.7449700000000004</c:v>
                </c:pt>
                <c:pt idx="1014">
                  <c:v>8.81663</c:v>
                </c:pt>
                <c:pt idx="1015">
                  <c:v>9.1487300000000005</c:v>
                </c:pt>
                <c:pt idx="1016">
                  <c:v>8.9045100000000001</c:v>
                </c:pt>
                <c:pt idx="1017">
                  <c:v>9.2103599999999997</c:v>
                </c:pt>
                <c:pt idx="1018">
                  <c:v>9.1063600000000005</c:v>
                </c:pt>
                <c:pt idx="1019">
                  <c:v>8.9505400000000002</c:v>
                </c:pt>
                <c:pt idx="1020">
                  <c:v>8.8820300000000003</c:v>
                </c:pt>
                <c:pt idx="1021">
                  <c:v>8.6727399999999992</c:v>
                </c:pt>
                <c:pt idx="1022">
                  <c:v>9.0672800000000002</c:v>
                </c:pt>
                <c:pt idx="1023">
                  <c:v>8.8671500000000005</c:v>
                </c:pt>
                <c:pt idx="1024">
                  <c:v>8.7011400000000005</c:v>
                </c:pt>
                <c:pt idx="1025">
                  <c:v>9.3728899999999999</c:v>
                </c:pt>
                <c:pt idx="1026">
                  <c:v>9.1956299999999995</c:v>
                </c:pt>
                <c:pt idx="1027">
                  <c:v>9.4313699999999994</c:v>
                </c:pt>
                <c:pt idx="1028">
                  <c:v>8.6883400000000002</c:v>
                </c:pt>
                <c:pt idx="1029">
                  <c:v>8.8233099999999993</c:v>
                </c:pt>
                <c:pt idx="1030">
                  <c:v>9.04739</c:v>
                </c:pt>
                <c:pt idx="1031">
                  <c:v>8.9780099999999994</c:v>
                </c:pt>
                <c:pt idx="1032">
                  <c:v>8.7852200000000007</c:v>
                </c:pt>
                <c:pt idx="1033">
                  <c:v>8.4041999999999994</c:v>
                </c:pt>
                <c:pt idx="1034">
                  <c:v>9.1012199999999996</c:v>
                </c:pt>
                <c:pt idx="1035">
                  <c:v>9.1113900000000001</c:v>
                </c:pt>
                <c:pt idx="1036">
                  <c:v>8.89283</c:v>
                </c:pt>
                <c:pt idx="1037">
                  <c:v>8.9328099999999999</c:v>
                </c:pt>
                <c:pt idx="1038">
                  <c:v>9.0208499999999994</c:v>
                </c:pt>
                <c:pt idx="1039">
                  <c:v>9.6265199999999993</c:v>
                </c:pt>
                <c:pt idx="1040">
                  <c:v>9.2011000000000003</c:v>
                </c:pt>
                <c:pt idx="1041">
                  <c:v>8.8402700000000003</c:v>
                </c:pt>
                <c:pt idx="1042">
                  <c:v>9.1083499999999997</c:v>
                </c:pt>
                <c:pt idx="1043">
                  <c:v>9.0564099999999996</c:v>
                </c:pt>
                <c:pt idx="1044">
                  <c:v>8.9640400000000007</c:v>
                </c:pt>
                <c:pt idx="1045">
                  <c:v>9.2498100000000001</c:v>
                </c:pt>
                <c:pt idx="1046">
                  <c:v>8.8769500000000008</c:v>
                </c:pt>
                <c:pt idx="1047">
                  <c:v>8.9478600000000004</c:v>
                </c:pt>
                <c:pt idx="1048">
                  <c:v>9.0591399999999993</c:v>
                </c:pt>
                <c:pt idx="1049">
                  <c:v>8.6993600000000004</c:v>
                </c:pt>
                <c:pt idx="1050">
                  <c:v>9.2099100000000007</c:v>
                </c:pt>
                <c:pt idx="1051">
                  <c:v>9.1528899999999993</c:v>
                </c:pt>
                <c:pt idx="1052">
                  <c:v>9.0290999999999997</c:v>
                </c:pt>
                <c:pt idx="1053">
                  <c:v>8.9609699999999997</c:v>
                </c:pt>
                <c:pt idx="1054">
                  <c:v>9.2239000000000004</c:v>
                </c:pt>
                <c:pt idx="1055">
                  <c:v>9.3710599999999999</c:v>
                </c:pt>
                <c:pt idx="1056">
                  <c:v>9.0028699999999997</c:v>
                </c:pt>
                <c:pt idx="1057">
                  <c:v>9.0282199999999992</c:v>
                </c:pt>
                <c:pt idx="1058">
                  <c:v>8.7630099999999995</c:v>
                </c:pt>
                <c:pt idx="1059">
                  <c:v>9.2800999999999991</c:v>
                </c:pt>
                <c:pt idx="1060">
                  <c:v>9.3074999999999992</c:v>
                </c:pt>
                <c:pt idx="1061">
                  <c:v>8.2972599999999996</c:v>
                </c:pt>
                <c:pt idx="1062">
                  <c:v>8.7840699999999998</c:v>
                </c:pt>
                <c:pt idx="1063">
                  <c:v>9.2724799999999998</c:v>
                </c:pt>
                <c:pt idx="1064">
                  <c:v>8.9170200000000008</c:v>
                </c:pt>
                <c:pt idx="1065">
                  <c:v>9.1288599999999995</c:v>
                </c:pt>
                <c:pt idx="1066">
                  <c:v>9.07334</c:v>
                </c:pt>
                <c:pt idx="1067">
                  <c:v>9.8369800000000005</c:v>
                </c:pt>
                <c:pt idx="1068">
                  <c:v>9.1266499999999997</c:v>
                </c:pt>
                <c:pt idx="1069">
                  <c:v>9.2058599999999995</c:v>
                </c:pt>
                <c:pt idx="1070">
                  <c:v>8.9514600000000009</c:v>
                </c:pt>
                <c:pt idx="1071">
                  <c:v>9.4038400000000006</c:v>
                </c:pt>
                <c:pt idx="1072">
                  <c:v>9.1897000000000002</c:v>
                </c:pt>
                <c:pt idx="1073">
                  <c:v>8.7065599999999996</c:v>
                </c:pt>
                <c:pt idx="1074">
                  <c:v>8.8777200000000001</c:v>
                </c:pt>
                <c:pt idx="1075">
                  <c:v>9.0236199999999993</c:v>
                </c:pt>
                <c:pt idx="1076">
                  <c:v>8.8681000000000001</c:v>
                </c:pt>
                <c:pt idx="1077">
                  <c:v>9.34544</c:v>
                </c:pt>
                <c:pt idx="1078">
                  <c:v>9.1487599999999993</c:v>
                </c:pt>
                <c:pt idx="1079">
                  <c:v>8.4703400000000002</c:v>
                </c:pt>
                <c:pt idx="1080">
                  <c:v>8.98095</c:v>
                </c:pt>
                <c:pt idx="1081">
                  <c:v>9.0699000000000005</c:v>
                </c:pt>
                <c:pt idx="1082">
                  <c:v>9.5509199999999996</c:v>
                </c:pt>
                <c:pt idx="1083">
                  <c:v>8.8296600000000005</c:v>
                </c:pt>
                <c:pt idx="1084">
                  <c:v>9.6481899999999996</c:v>
                </c:pt>
                <c:pt idx="1085">
                  <c:v>9.8000000000000007</c:v>
                </c:pt>
                <c:pt idx="1086">
                  <c:v>9.2124299999999995</c:v>
                </c:pt>
                <c:pt idx="1087">
                  <c:v>9.6709899999999998</c:v>
                </c:pt>
                <c:pt idx="1088">
                  <c:v>9.2450399999999995</c:v>
                </c:pt>
                <c:pt idx="1089">
                  <c:v>9.2359799999999996</c:v>
                </c:pt>
                <c:pt idx="1090">
                  <c:v>8.8344500000000004</c:v>
                </c:pt>
                <c:pt idx="1091">
                  <c:v>8.8835899999999999</c:v>
                </c:pt>
                <c:pt idx="1092">
                  <c:v>9.0989400000000007</c:v>
                </c:pt>
                <c:pt idx="1093">
                  <c:v>9.2101799999999994</c:v>
                </c:pt>
                <c:pt idx="1094">
                  <c:v>9.0117399999999996</c:v>
                </c:pt>
                <c:pt idx="1095">
                  <c:v>8.7648299999999999</c:v>
                </c:pt>
                <c:pt idx="1096">
                  <c:v>9.0114400000000003</c:v>
                </c:pt>
                <c:pt idx="1097">
                  <c:v>9.4441199999999998</c:v>
                </c:pt>
                <c:pt idx="1098">
                  <c:v>8.9803700000000006</c:v>
                </c:pt>
                <c:pt idx="1099">
                  <c:v>8.9459400000000002</c:v>
                </c:pt>
                <c:pt idx="1100">
                  <c:v>8.8831799999999994</c:v>
                </c:pt>
                <c:pt idx="1101">
                  <c:v>8.9970300000000005</c:v>
                </c:pt>
                <c:pt idx="1102">
                  <c:v>9.2126999999999999</c:v>
                </c:pt>
                <c:pt idx="1103">
                  <c:v>9.5001099999999994</c:v>
                </c:pt>
                <c:pt idx="1104">
                  <c:v>9.1167499999999997</c:v>
                </c:pt>
                <c:pt idx="1105">
                  <c:v>8.8840199999999996</c:v>
                </c:pt>
                <c:pt idx="1106">
                  <c:v>9.1003799999999995</c:v>
                </c:pt>
                <c:pt idx="1107">
                  <c:v>9.1246600000000004</c:v>
                </c:pt>
                <c:pt idx="1108">
                  <c:v>9.1948699999999999</c:v>
                </c:pt>
                <c:pt idx="1109">
                  <c:v>8.9308099999999992</c:v>
                </c:pt>
                <c:pt idx="1110">
                  <c:v>9.0482899999999997</c:v>
                </c:pt>
                <c:pt idx="1111">
                  <c:v>9.1724499999999995</c:v>
                </c:pt>
                <c:pt idx="1112">
                  <c:v>9.0019600000000004</c:v>
                </c:pt>
                <c:pt idx="1113">
                  <c:v>8.9720399999999998</c:v>
                </c:pt>
                <c:pt idx="1114">
                  <c:v>9.4316700000000004</c:v>
                </c:pt>
                <c:pt idx="1115">
                  <c:v>8.7983399999999996</c:v>
                </c:pt>
                <c:pt idx="1116">
                  <c:v>8.9366800000000008</c:v>
                </c:pt>
                <c:pt idx="1117">
                  <c:v>8.6803500000000007</c:v>
                </c:pt>
                <c:pt idx="1118">
                  <c:v>8.8262999999999998</c:v>
                </c:pt>
                <c:pt idx="1119">
                  <c:v>8.6740399999999998</c:v>
                </c:pt>
                <c:pt idx="1120">
                  <c:v>9.0605799999999999</c:v>
                </c:pt>
                <c:pt idx="1121">
                  <c:v>9.4936399999999992</c:v>
                </c:pt>
                <c:pt idx="1122">
                  <c:v>9.6220300000000005</c:v>
                </c:pt>
                <c:pt idx="1123">
                  <c:v>8.9255300000000002</c:v>
                </c:pt>
                <c:pt idx="1124">
                  <c:v>9.4786999999999999</c:v>
                </c:pt>
                <c:pt idx="1125">
                  <c:v>8.6165500000000002</c:v>
                </c:pt>
                <c:pt idx="1126">
                  <c:v>9.1186799999999995</c:v>
                </c:pt>
                <c:pt idx="1127">
                  <c:v>9.3565100000000001</c:v>
                </c:pt>
                <c:pt idx="1128">
                  <c:v>8.7980999999999998</c:v>
                </c:pt>
                <c:pt idx="1129">
                  <c:v>9.0180799999999994</c:v>
                </c:pt>
                <c:pt idx="1130">
                  <c:v>9.1451399999999996</c:v>
                </c:pt>
                <c:pt idx="1131">
                  <c:v>9.1586499999999997</c:v>
                </c:pt>
                <c:pt idx="1132">
                  <c:v>9.0405800000000003</c:v>
                </c:pt>
                <c:pt idx="1133">
                  <c:v>8.6876599999999993</c:v>
                </c:pt>
                <c:pt idx="1134">
                  <c:v>8.9567700000000006</c:v>
                </c:pt>
                <c:pt idx="1135">
                  <c:v>8.8528300000000009</c:v>
                </c:pt>
                <c:pt idx="1136">
                  <c:v>9.7404799999999998</c:v>
                </c:pt>
                <c:pt idx="1137">
                  <c:v>9.0783799999999992</c:v>
                </c:pt>
                <c:pt idx="1138">
                  <c:v>8.3966200000000004</c:v>
                </c:pt>
                <c:pt idx="1139">
                  <c:v>9.05091</c:v>
                </c:pt>
                <c:pt idx="1140">
                  <c:v>8.9645799999999998</c:v>
                </c:pt>
                <c:pt idx="1141">
                  <c:v>8.9600299999999997</c:v>
                </c:pt>
                <c:pt idx="1142">
                  <c:v>8.6990099999999995</c:v>
                </c:pt>
                <c:pt idx="1143">
                  <c:v>9.0870499999999996</c:v>
                </c:pt>
                <c:pt idx="1144">
                  <c:v>9.9765999999999995</c:v>
                </c:pt>
                <c:pt idx="1145">
                  <c:v>9.3948300000000007</c:v>
                </c:pt>
                <c:pt idx="1146">
                  <c:v>9.0485799999999994</c:v>
                </c:pt>
                <c:pt idx="1147">
                  <c:v>9.1253899999999994</c:v>
                </c:pt>
                <c:pt idx="1148">
                  <c:v>9.2341200000000008</c:v>
                </c:pt>
                <c:pt idx="1149">
                  <c:v>9.2118900000000004</c:v>
                </c:pt>
                <c:pt idx="1150">
                  <c:v>9.4427299999999992</c:v>
                </c:pt>
                <c:pt idx="1151">
                  <c:v>9.3030000000000008</c:v>
                </c:pt>
                <c:pt idx="1152">
                  <c:v>9.0121900000000004</c:v>
                </c:pt>
                <c:pt idx="1153">
                  <c:v>9.35928</c:v>
                </c:pt>
                <c:pt idx="1154">
                  <c:v>9.2760300000000004</c:v>
                </c:pt>
                <c:pt idx="1155">
                  <c:v>9.1491900000000008</c:v>
                </c:pt>
                <c:pt idx="1156">
                  <c:v>9.1244999999999994</c:v>
                </c:pt>
                <c:pt idx="1157">
                  <c:v>8.7968600000000006</c:v>
                </c:pt>
                <c:pt idx="1158">
                  <c:v>9.0636600000000005</c:v>
                </c:pt>
                <c:pt idx="1159">
                  <c:v>8.8183600000000002</c:v>
                </c:pt>
                <c:pt idx="1160">
                  <c:v>8.5203299999999995</c:v>
                </c:pt>
                <c:pt idx="1161">
                  <c:v>8.7074700000000007</c:v>
                </c:pt>
                <c:pt idx="1162">
                  <c:v>9.3426200000000001</c:v>
                </c:pt>
                <c:pt idx="1163">
                  <c:v>9.1422299999999996</c:v>
                </c:pt>
                <c:pt idx="1164">
                  <c:v>9.5267300000000006</c:v>
                </c:pt>
                <c:pt idx="1165">
                  <c:v>9.3119599999999991</c:v>
                </c:pt>
                <c:pt idx="1166">
                  <c:v>8.6371300000000009</c:v>
                </c:pt>
                <c:pt idx="1167">
                  <c:v>8.8728400000000001</c:v>
                </c:pt>
                <c:pt idx="1168">
                  <c:v>8.8191900000000008</c:v>
                </c:pt>
                <c:pt idx="1169">
                  <c:v>9.0625</c:v>
                </c:pt>
                <c:pt idx="1170">
                  <c:v>8.7181300000000004</c:v>
                </c:pt>
                <c:pt idx="1171">
                  <c:v>8.5919399999999992</c:v>
                </c:pt>
                <c:pt idx="1172">
                  <c:v>8.6901600000000006</c:v>
                </c:pt>
                <c:pt idx="1173">
                  <c:v>9.3088800000000003</c:v>
                </c:pt>
                <c:pt idx="1174">
                  <c:v>9.0043799999999994</c:v>
                </c:pt>
                <c:pt idx="1175">
                  <c:v>9.0826600000000006</c:v>
                </c:pt>
                <c:pt idx="1176">
                  <c:v>8.9749800000000004</c:v>
                </c:pt>
                <c:pt idx="1177">
                  <c:v>8.9884199999999996</c:v>
                </c:pt>
                <c:pt idx="1178">
                  <c:v>8.7898300000000003</c:v>
                </c:pt>
                <c:pt idx="1179">
                  <c:v>8.8774899999999999</c:v>
                </c:pt>
                <c:pt idx="1180">
                  <c:v>9.1432500000000001</c:v>
                </c:pt>
                <c:pt idx="1181">
                  <c:v>9.7489600000000003</c:v>
                </c:pt>
                <c:pt idx="1182">
                  <c:v>8.6670800000000003</c:v>
                </c:pt>
                <c:pt idx="1183">
                  <c:v>8.7959999999999994</c:v>
                </c:pt>
                <c:pt idx="1184">
                  <c:v>8.9447700000000001</c:v>
                </c:pt>
                <c:pt idx="1185">
                  <c:v>8.8538499999999996</c:v>
                </c:pt>
                <c:pt idx="1186">
                  <c:v>8.9785000000000004</c:v>
                </c:pt>
                <c:pt idx="1187">
                  <c:v>9.2793700000000001</c:v>
                </c:pt>
                <c:pt idx="1188">
                  <c:v>9.8618699999999997</c:v>
                </c:pt>
                <c:pt idx="1189">
                  <c:v>9.6915800000000001</c:v>
                </c:pt>
                <c:pt idx="1190">
                  <c:v>8.7419100000000007</c:v>
                </c:pt>
                <c:pt idx="1191">
                  <c:v>9.4642900000000001</c:v>
                </c:pt>
                <c:pt idx="1192">
                  <c:v>8.6914400000000001</c:v>
                </c:pt>
                <c:pt idx="1193">
                  <c:v>9.2026800000000009</c:v>
                </c:pt>
                <c:pt idx="1194">
                  <c:v>9.1131600000000006</c:v>
                </c:pt>
                <c:pt idx="1195">
                  <c:v>8.9895899999999997</c:v>
                </c:pt>
                <c:pt idx="1196">
                  <c:v>9.0180799999999994</c:v>
                </c:pt>
                <c:pt idx="1197">
                  <c:v>9.3262900000000002</c:v>
                </c:pt>
                <c:pt idx="1198">
                  <c:v>8.5426099999999998</c:v>
                </c:pt>
                <c:pt idx="1199">
                  <c:v>9.1953200000000006</c:v>
                </c:pt>
                <c:pt idx="1200">
                  <c:v>9.4084400000000006</c:v>
                </c:pt>
                <c:pt idx="1201">
                  <c:v>8.8594799999999996</c:v>
                </c:pt>
                <c:pt idx="1202">
                  <c:v>8.7095400000000005</c:v>
                </c:pt>
                <c:pt idx="1203">
                  <c:v>8.9950500000000009</c:v>
                </c:pt>
                <c:pt idx="1204">
                  <c:v>9.4858399999999996</c:v>
                </c:pt>
                <c:pt idx="1205">
                  <c:v>9.9890899999999991</c:v>
                </c:pt>
                <c:pt idx="1206">
                  <c:v>9.4880999999999993</c:v>
                </c:pt>
                <c:pt idx="1207">
                  <c:v>9.0006000000000004</c:v>
                </c:pt>
                <c:pt idx="1208">
                  <c:v>8.8846399999999992</c:v>
                </c:pt>
                <c:pt idx="1209">
                  <c:v>8.7997700000000005</c:v>
                </c:pt>
                <c:pt idx="1210">
                  <c:v>9.3791799999999999</c:v>
                </c:pt>
                <c:pt idx="1211">
                  <c:v>9.0037099999999999</c:v>
                </c:pt>
                <c:pt idx="1212">
                  <c:v>8.8748400000000007</c:v>
                </c:pt>
                <c:pt idx="1213">
                  <c:v>8.7511200000000002</c:v>
                </c:pt>
                <c:pt idx="1214">
                  <c:v>8.8619400000000006</c:v>
                </c:pt>
                <c:pt idx="1215">
                  <c:v>9.4602199999999996</c:v>
                </c:pt>
                <c:pt idx="1216">
                  <c:v>9.1448800000000006</c:v>
                </c:pt>
                <c:pt idx="1217">
                  <c:v>9.5671099999999996</c:v>
                </c:pt>
                <c:pt idx="1218">
                  <c:v>9.1085899999999995</c:v>
                </c:pt>
                <c:pt idx="1219">
                  <c:v>9.1454000000000004</c:v>
                </c:pt>
                <c:pt idx="1220">
                  <c:v>9.0960099999999997</c:v>
                </c:pt>
                <c:pt idx="1221">
                  <c:v>9.2461800000000007</c:v>
                </c:pt>
                <c:pt idx="1222">
                  <c:v>9.2579700000000003</c:v>
                </c:pt>
                <c:pt idx="1223">
                  <c:v>8.34267</c:v>
                </c:pt>
                <c:pt idx="1224">
                  <c:v>8.8618199999999998</c:v>
                </c:pt>
                <c:pt idx="1225">
                  <c:v>8.85623</c:v>
                </c:pt>
                <c:pt idx="1226">
                  <c:v>9.0353700000000003</c:v>
                </c:pt>
                <c:pt idx="1227">
                  <c:v>9.0974299999999992</c:v>
                </c:pt>
                <c:pt idx="1228">
                  <c:v>9.1442399999999999</c:v>
                </c:pt>
                <c:pt idx="1229">
                  <c:v>9.1558299999999999</c:v>
                </c:pt>
                <c:pt idx="1230">
                  <c:v>9.2939000000000007</c:v>
                </c:pt>
                <c:pt idx="1231">
                  <c:v>8.8521300000000007</c:v>
                </c:pt>
                <c:pt idx="1232">
                  <c:v>9.1554800000000007</c:v>
                </c:pt>
                <c:pt idx="1233">
                  <c:v>9.8808500000000006</c:v>
                </c:pt>
                <c:pt idx="1234">
                  <c:v>9.58338</c:v>
                </c:pt>
                <c:pt idx="1235">
                  <c:v>8.99817</c:v>
                </c:pt>
                <c:pt idx="1236">
                  <c:v>9.6275300000000001</c:v>
                </c:pt>
                <c:pt idx="1237">
                  <c:v>8.8812200000000008</c:v>
                </c:pt>
                <c:pt idx="1238">
                  <c:v>8.7146899999999992</c:v>
                </c:pt>
                <c:pt idx="1239">
                  <c:v>8.96218</c:v>
                </c:pt>
                <c:pt idx="1240">
                  <c:v>9.55654</c:v>
                </c:pt>
                <c:pt idx="1241">
                  <c:v>9.6741399999999995</c:v>
                </c:pt>
                <c:pt idx="1242">
                  <c:v>9.2579499999999992</c:v>
                </c:pt>
                <c:pt idx="1243">
                  <c:v>9.2322199999999999</c:v>
                </c:pt>
                <c:pt idx="1244">
                  <c:v>8.2032299999999996</c:v>
                </c:pt>
                <c:pt idx="1245">
                  <c:v>8.1811600000000002</c:v>
                </c:pt>
                <c:pt idx="1246">
                  <c:v>8.6244800000000001</c:v>
                </c:pt>
                <c:pt idx="1247">
                  <c:v>9.17849</c:v>
                </c:pt>
                <c:pt idx="1248">
                  <c:v>9.2758099999999999</c:v>
                </c:pt>
                <c:pt idx="1249">
                  <c:v>9.2103099999999998</c:v>
                </c:pt>
                <c:pt idx="1250">
                  <c:v>8.8210200000000007</c:v>
                </c:pt>
                <c:pt idx="1251">
                  <c:v>8.8619299999999992</c:v>
                </c:pt>
                <c:pt idx="1252">
                  <c:v>8.6203099999999999</c:v>
                </c:pt>
                <c:pt idx="1253">
                  <c:v>8.9255899999999997</c:v>
                </c:pt>
                <c:pt idx="1254">
                  <c:v>8.7294300000000007</c:v>
                </c:pt>
                <c:pt idx="1255">
                  <c:v>8.44895</c:v>
                </c:pt>
                <c:pt idx="1256">
                  <c:v>9.5275400000000001</c:v>
                </c:pt>
                <c:pt idx="1257">
                  <c:v>9.8199299999999994</c:v>
                </c:pt>
                <c:pt idx="1258">
                  <c:v>9.6890599999999996</c:v>
                </c:pt>
                <c:pt idx="1259">
                  <c:v>8.79129</c:v>
                </c:pt>
                <c:pt idx="1260">
                  <c:v>9.0550300000000004</c:v>
                </c:pt>
                <c:pt idx="1261">
                  <c:v>9.5132899999999996</c:v>
                </c:pt>
                <c:pt idx="1262">
                  <c:v>8.8777600000000003</c:v>
                </c:pt>
                <c:pt idx="1263">
                  <c:v>8.8428599999999999</c:v>
                </c:pt>
                <c:pt idx="1264">
                  <c:v>9.7660199999999993</c:v>
                </c:pt>
                <c:pt idx="1265">
                  <c:v>9.6599799999999991</c:v>
                </c:pt>
                <c:pt idx="1266">
                  <c:v>9.2222500000000007</c:v>
                </c:pt>
                <c:pt idx="1267">
                  <c:v>8.8121500000000008</c:v>
                </c:pt>
                <c:pt idx="1268">
                  <c:v>8.8896999999999995</c:v>
                </c:pt>
                <c:pt idx="1269">
                  <c:v>9.1766799999999993</c:v>
                </c:pt>
                <c:pt idx="1270">
                  <c:v>8.5820799999999995</c:v>
                </c:pt>
                <c:pt idx="1271">
                  <c:v>9.1509599999999995</c:v>
                </c:pt>
                <c:pt idx="1272">
                  <c:v>9.7044899999999998</c:v>
                </c:pt>
                <c:pt idx="1273">
                  <c:v>9.4757200000000008</c:v>
                </c:pt>
                <c:pt idx="1274">
                  <c:v>8.6943699999999993</c:v>
                </c:pt>
                <c:pt idx="1275">
                  <c:v>8.9761699999999998</c:v>
                </c:pt>
                <c:pt idx="1276">
                  <c:v>8.9329800000000006</c:v>
                </c:pt>
                <c:pt idx="1277">
                  <c:v>9.3405199999999997</c:v>
                </c:pt>
                <c:pt idx="1278">
                  <c:v>9.3703500000000002</c:v>
                </c:pt>
                <c:pt idx="1279">
                  <c:v>9.2177799999999994</c:v>
                </c:pt>
                <c:pt idx="1280">
                  <c:v>8.9513800000000003</c:v>
                </c:pt>
                <c:pt idx="1281">
                  <c:v>9.1003799999999995</c:v>
                </c:pt>
                <c:pt idx="1282">
                  <c:v>9.0979500000000009</c:v>
                </c:pt>
                <c:pt idx="1283">
                  <c:v>8.9653600000000004</c:v>
                </c:pt>
                <c:pt idx="1284">
                  <c:v>9.0146700000000006</c:v>
                </c:pt>
                <c:pt idx="1285">
                  <c:v>9.3113799999999998</c:v>
                </c:pt>
                <c:pt idx="1286">
                  <c:v>9.1455500000000001</c:v>
                </c:pt>
                <c:pt idx="1287">
                  <c:v>9.0500000000000007</c:v>
                </c:pt>
                <c:pt idx="1288">
                  <c:v>8.8346999999999998</c:v>
                </c:pt>
                <c:pt idx="1289">
                  <c:v>8.9608699999999999</c:v>
                </c:pt>
                <c:pt idx="1290">
                  <c:v>9.2050400000000003</c:v>
                </c:pt>
                <c:pt idx="1291">
                  <c:v>9.1504300000000001</c:v>
                </c:pt>
                <c:pt idx="1292">
                  <c:v>8.6697900000000008</c:v>
                </c:pt>
                <c:pt idx="1293">
                  <c:v>9.60853</c:v>
                </c:pt>
                <c:pt idx="1294">
                  <c:v>9.0054800000000004</c:v>
                </c:pt>
                <c:pt idx="1295">
                  <c:v>8.9827899999999996</c:v>
                </c:pt>
                <c:pt idx="1296">
                  <c:v>9.5236800000000006</c:v>
                </c:pt>
                <c:pt idx="1297">
                  <c:v>8.8298400000000008</c:v>
                </c:pt>
                <c:pt idx="1298">
                  <c:v>9.2153399999999994</c:v>
                </c:pt>
                <c:pt idx="1299">
                  <c:v>8.9415600000000008</c:v>
                </c:pt>
                <c:pt idx="1300">
                  <c:v>8.8352400000000006</c:v>
                </c:pt>
                <c:pt idx="1301">
                  <c:v>8.8280899999999995</c:v>
                </c:pt>
                <c:pt idx="1302">
                  <c:v>9.4623299999999997</c:v>
                </c:pt>
                <c:pt idx="1303">
                  <c:v>9.3952799999999996</c:v>
                </c:pt>
                <c:pt idx="1304">
                  <c:v>9.0200899999999997</c:v>
                </c:pt>
                <c:pt idx="1305">
                  <c:v>8.5577199999999998</c:v>
                </c:pt>
                <c:pt idx="1306">
                  <c:v>8.9654199999999999</c:v>
                </c:pt>
                <c:pt idx="1307">
                  <c:v>8.5548699999999993</c:v>
                </c:pt>
                <c:pt idx="1308">
                  <c:v>9.51389</c:v>
                </c:pt>
                <c:pt idx="1309">
                  <c:v>9.0400100000000005</c:v>
                </c:pt>
                <c:pt idx="1310">
                  <c:v>9.0663800000000005</c:v>
                </c:pt>
                <c:pt idx="1311">
                  <c:v>9.1848600000000005</c:v>
                </c:pt>
                <c:pt idx="1312">
                  <c:v>9.1670800000000003</c:v>
                </c:pt>
                <c:pt idx="1313">
                  <c:v>9.4014299999999995</c:v>
                </c:pt>
                <c:pt idx="1314">
                  <c:v>9.1853999999999996</c:v>
                </c:pt>
                <c:pt idx="1315">
                  <c:v>9.0820799999999995</c:v>
                </c:pt>
                <c:pt idx="1316">
                  <c:v>8.7483599999999999</c:v>
                </c:pt>
                <c:pt idx="1317">
                  <c:v>9.1732600000000009</c:v>
                </c:pt>
                <c:pt idx="1318">
                  <c:v>9.09056</c:v>
                </c:pt>
                <c:pt idx="1319">
                  <c:v>9.3928799999999999</c:v>
                </c:pt>
                <c:pt idx="1320">
                  <c:v>9.4371299999999998</c:v>
                </c:pt>
                <c:pt idx="1321">
                  <c:v>8.9458300000000008</c:v>
                </c:pt>
                <c:pt idx="1322">
                  <c:v>8.8508399999999998</c:v>
                </c:pt>
                <c:pt idx="1323">
                  <c:v>9.2775300000000005</c:v>
                </c:pt>
                <c:pt idx="1324">
                  <c:v>8.6005199999999995</c:v>
                </c:pt>
                <c:pt idx="1325">
                  <c:v>9.3959600000000005</c:v>
                </c:pt>
                <c:pt idx="1326">
                  <c:v>8.9991599999999998</c:v>
                </c:pt>
                <c:pt idx="1327">
                  <c:v>9.1476699999999997</c:v>
                </c:pt>
                <c:pt idx="1328">
                  <c:v>9.0169800000000002</c:v>
                </c:pt>
                <c:pt idx="1329">
                  <c:v>8.2802600000000002</c:v>
                </c:pt>
                <c:pt idx="1330">
                  <c:v>8.5629600000000003</c:v>
                </c:pt>
                <c:pt idx="1331">
                  <c:v>8.6485900000000004</c:v>
                </c:pt>
                <c:pt idx="1332">
                  <c:v>8.4887899999999998</c:v>
                </c:pt>
                <c:pt idx="1333">
                  <c:v>9.2236399999999996</c:v>
                </c:pt>
                <c:pt idx="1334">
                  <c:v>8.7655999999999992</c:v>
                </c:pt>
                <c:pt idx="1335">
                  <c:v>8.7663399999999996</c:v>
                </c:pt>
                <c:pt idx="1336">
                  <c:v>8.9397900000000003</c:v>
                </c:pt>
                <c:pt idx="1337">
                  <c:v>8.6627399999999994</c:v>
                </c:pt>
                <c:pt idx="1338">
                  <c:v>8.8357899999999994</c:v>
                </c:pt>
                <c:pt idx="1339">
                  <c:v>8.6417400000000004</c:v>
                </c:pt>
                <c:pt idx="1340">
                  <c:v>8.7010100000000001</c:v>
                </c:pt>
                <c:pt idx="1341">
                  <c:v>9.4920000000000009</c:v>
                </c:pt>
                <c:pt idx="1342">
                  <c:v>8.9695199999999993</c:v>
                </c:pt>
                <c:pt idx="1343">
                  <c:v>8.6360499999999991</c:v>
                </c:pt>
                <c:pt idx="1344">
                  <c:v>8.6418900000000001</c:v>
                </c:pt>
                <c:pt idx="1345">
                  <c:v>8.7826199999999996</c:v>
                </c:pt>
                <c:pt idx="1346">
                  <c:v>8.8670600000000004</c:v>
                </c:pt>
                <c:pt idx="1347">
                  <c:v>8.9363799999999998</c:v>
                </c:pt>
                <c:pt idx="1348">
                  <c:v>8.8921700000000001</c:v>
                </c:pt>
                <c:pt idx="1349">
                  <c:v>9.4525299999999994</c:v>
                </c:pt>
                <c:pt idx="1350">
                  <c:v>9.2076600000000006</c:v>
                </c:pt>
                <c:pt idx="1351">
                  <c:v>8.5747199999999992</c:v>
                </c:pt>
                <c:pt idx="1352">
                  <c:v>8.7989999999999995</c:v>
                </c:pt>
                <c:pt idx="1353">
                  <c:v>8.7101500000000005</c:v>
                </c:pt>
                <c:pt idx="1354">
                  <c:v>9.4155800000000003</c:v>
                </c:pt>
                <c:pt idx="1355">
                  <c:v>9.2738800000000001</c:v>
                </c:pt>
                <c:pt idx="1356">
                  <c:v>9.1250999999999998</c:v>
                </c:pt>
                <c:pt idx="1357">
                  <c:v>8.7773400000000006</c:v>
                </c:pt>
                <c:pt idx="1358">
                  <c:v>9.0872799999999998</c:v>
                </c:pt>
                <c:pt idx="1359">
                  <c:v>9.3271099999999993</c:v>
                </c:pt>
                <c:pt idx="1360">
                  <c:v>9.6375399999999996</c:v>
                </c:pt>
                <c:pt idx="1361">
                  <c:v>8.8898299999999999</c:v>
                </c:pt>
                <c:pt idx="1362">
                  <c:v>9.1104400000000005</c:v>
                </c:pt>
                <c:pt idx="1363">
                  <c:v>9.5692400000000006</c:v>
                </c:pt>
                <c:pt idx="1364">
                  <c:v>9.0090900000000005</c:v>
                </c:pt>
                <c:pt idx="1365">
                  <c:v>9.2579499999999992</c:v>
                </c:pt>
                <c:pt idx="1366">
                  <c:v>9.3049599999999995</c:v>
                </c:pt>
                <c:pt idx="1367">
                  <c:v>9.2260200000000001</c:v>
                </c:pt>
                <c:pt idx="1368">
                  <c:v>8.8787400000000005</c:v>
                </c:pt>
                <c:pt idx="1369">
                  <c:v>8.9640400000000007</c:v>
                </c:pt>
                <c:pt idx="1370">
                  <c:v>9.0236999999999998</c:v>
                </c:pt>
                <c:pt idx="1371">
                  <c:v>8.8289899999999992</c:v>
                </c:pt>
                <c:pt idx="1372">
                  <c:v>9.0633499999999998</c:v>
                </c:pt>
                <c:pt idx="1373">
                  <c:v>8.5694700000000008</c:v>
                </c:pt>
                <c:pt idx="1374">
                  <c:v>8.9682600000000008</c:v>
                </c:pt>
                <c:pt idx="1375">
                  <c:v>9.1312499999999996</c:v>
                </c:pt>
                <c:pt idx="1376">
                  <c:v>9.5572199999999992</c:v>
                </c:pt>
                <c:pt idx="1377">
                  <c:v>9.6590799999999994</c:v>
                </c:pt>
                <c:pt idx="1378">
                  <c:v>9.3531499999999994</c:v>
                </c:pt>
                <c:pt idx="1379">
                  <c:v>8.8789899999999999</c:v>
                </c:pt>
                <c:pt idx="1380">
                  <c:v>8.9349100000000004</c:v>
                </c:pt>
                <c:pt idx="1381">
                  <c:v>9.0513899999999996</c:v>
                </c:pt>
                <c:pt idx="1382">
                  <c:v>9.0724900000000002</c:v>
                </c:pt>
                <c:pt idx="1383">
                  <c:v>8.7586399999999998</c:v>
                </c:pt>
                <c:pt idx="1384">
                  <c:v>8.83399</c:v>
                </c:pt>
                <c:pt idx="1385">
                  <c:v>9.6255000000000006</c:v>
                </c:pt>
                <c:pt idx="1386">
                  <c:v>8.4976500000000001</c:v>
                </c:pt>
                <c:pt idx="1387">
                  <c:v>8.6813699999999994</c:v>
                </c:pt>
                <c:pt idx="1388">
                  <c:v>9.3213799999999996</c:v>
                </c:pt>
                <c:pt idx="1389">
                  <c:v>8.6981599999999997</c:v>
                </c:pt>
                <c:pt idx="1390">
                  <c:v>8.9384399999999999</c:v>
                </c:pt>
                <c:pt idx="1391">
                  <c:v>8.8748299999999993</c:v>
                </c:pt>
                <c:pt idx="1392">
                  <c:v>8.47288</c:v>
                </c:pt>
                <c:pt idx="1393">
                  <c:v>10.017300000000001</c:v>
                </c:pt>
                <c:pt idx="1394">
                  <c:v>9.1570599999999995</c:v>
                </c:pt>
                <c:pt idx="1395">
                  <c:v>8.85839</c:v>
                </c:pt>
                <c:pt idx="1396">
                  <c:v>8.81433</c:v>
                </c:pt>
                <c:pt idx="1397">
                  <c:v>8.75718</c:v>
                </c:pt>
                <c:pt idx="1398">
                  <c:v>9.6278900000000007</c:v>
                </c:pt>
                <c:pt idx="1399">
                  <c:v>8.6465200000000006</c:v>
                </c:pt>
                <c:pt idx="1400">
                  <c:v>8.6820699999999995</c:v>
                </c:pt>
                <c:pt idx="1401">
                  <c:v>9.2256199999999993</c:v>
                </c:pt>
                <c:pt idx="1402">
                  <c:v>9.1149000000000004</c:v>
                </c:pt>
                <c:pt idx="1403">
                  <c:v>9.0981900000000007</c:v>
                </c:pt>
                <c:pt idx="1404">
                  <c:v>8.8260500000000004</c:v>
                </c:pt>
                <c:pt idx="1405">
                  <c:v>9.4203399999999995</c:v>
                </c:pt>
                <c:pt idx="1406">
                  <c:v>8.8863599999999998</c:v>
                </c:pt>
                <c:pt idx="1407">
                  <c:v>8.8067799999999998</c:v>
                </c:pt>
                <c:pt idx="1408">
                  <c:v>8.5200999999999993</c:v>
                </c:pt>
                <c:pt idx="1409">
                  <c:v>8.9434799999999992</c:v>
                </c:pt>
                <c:pt idx="1410">
                  <c:v>9.5449199999999994</c:v>
                </c:pt>
                <c:pt idx="1411">
                  <c:v>8.8109400000000004</c:v>
                </c:pt>
                <c:pt idx="1412">
                  <c:v>9.3552199999999992</c:v>
                </c:pt>
                <c:pt idx="1413">
                  <c:v>9.4008599999999998</c:v>
                </c:pt>
                <c:pt idx="1414">
                  <c:v>8.4844399999999993</c:v>
                </c:pt>
                <c:pt idx="1415">
                  <c:v>8.5479500000000002</c:v>
                </c:pt>
                <c:pt idx="1416">
                  <c:v>8.7956599999999998</c:v>
                </c:pt>
                <c:pt idx="1417">
                  <c:v>9.0336200000000009</c:v>
                </c:pt>
                <c:pt idx="1418">
                  <c:v>9.1771100000000008</c:v>
                </c:pt>
                <c:pt idx="1419">
                  <c:v>9.0551100000000009</c:v>
                </c:pt>
                <c:pt idx="1420">
                  <c:v>9.2367699999999999</c:v>
                </c:pt>
                <c:pt idx="1421">
                  <c:v>9.0695700000000006</c:v>
                </c:pt>
                <c:pt idx="1422">
                  <c:v>9.5224700000000002</c:v>
                </c:pt>
                <c:pt idx="1423">
                  <c:v>9.3510100000000005</c:v>
                </c:pt>
                <c:pt idx="1424">
                  <c:v>9.3364600000000006</c:v>
                </c:pt>
                <c:pt idx="1425">
                  <c:v>9.2646300000000004</c:v>
                </c:pt>
                <c:pt idx="1426">
                  <c:v>9.0249600000000001</c:v>
                </c:pt>
                <c:pt idx="1427">
                  <c:v>8.5243599999999997</c:v>
                </c:pt>
                <c:pt idx="1428">
                  <c:v>8.7695600000000002</c:v>
                </c:pt>
                <c:pt idx="1429">
                  <c:v>8.8622899999999998</c:v>
                </c:pt>
                <c:pt idx="1430">
                  <c:v>9.0401699999999998</c:v>
                </c:pt>
                <c:pt idx="1431">
                  <c:v>8.5602999999999998</c:v>
                </c:pt>
                <c:pt idx="1432">
                  <c:v>9.2745899999999999</c:v>
                </c:pt>
                <c:pt idx="1433">
                  <c:v>8.7939600000000002</c:v>
                </c:pt>
                <c:pt idx="1434">
                  <c:v>9.0412499999999998</c:v>
                </c:pt>
                <c:pt idx="1435">
                  <c:v>8.9482700000000008</c:v>
                </c:pt>
                <c:pt idx="1436">
                  <c:v>9.3408999999999995</c:v>
                </c:pt>
                <c:pt idx="1437">
                  <c:v>9.3572900000000008</c:v>
                </c:pt>
                <c:pt idx="1438">
                  <c:v>9.3382799999999992</c:v>
                </c:pt>
                <c:pt idx="1439">
                  <c:v>8.6199100000000008</c:v>
                </c:pt>
                <c:pt idx="1440">
                  <c:v>9.20458</c:v>
                </c:pt>
                <c:pt idx="1441">
                  <c:v>8.9320500000000003</c:v>
                </c:pt>
                <c:pt idx="1442">
                  <c:v>8.6870899999999995</c:v>
                </c:pt>
                <c:pt idx="1443">
                  <c:v>9.0299099999999992</c:v>
                </c:pt>
                <c:pt idx="1444">
                  <c:v>9.0032999999999994</c:v>
                </c:pt>
                <c:pt idx="1445">
                  <c:v>8.2145600000000005</c:v>
                </c:pt>
                <c:pt idx="1446">
                  <c:v>8.8256999999999994</c:v>
                </c:pt>
                <c:pt idx="1447">
                  <c:v>8.9754900000000006</c:v>
                </c:pt>
                <c:pt idx="1448">
                  <c:v>9.2500300000000006</c:v>
                </c:pt>
                <c:pt idx="1449">
                  <c:v>8.8273799999999998</c:v>
                </c:pt>
                <c:pt idx="1450">
                  <c:v>8.6026199999999999</c:v>
                </c:pt>
                <c:pt idx="1451">
                  <c:v>9.1375200000000003</c:v>
                </c:pt>
                <c:pt idx="1452">
                  <c:v>9.5051900000000007</c:v>
                </c:pt>
                <c:pt idx="1453">
                  <c:v>9.5927799999999994</c:v>
                </c:pt>
                <c:pt idx="1454">
                  <c:v>9.2115500000000008</c:v>
                </c:pt>
                <c:pt idx="1455">
                  <c:v>9.5023599999999995</c:v>
                </c:pt>
                <c:pt idx="1456">
                  <c:v>9.2319899999999997</c:v>
                </c:pt>
                <c:pt idx="1457">
                  <c:v>8.8607999999999993</c:v>
                </c:pt>
                <c:pt idx="1458">
                  <c:v>8.6192600000000006</c:v>
                </c:pt>
                <c:pt idx="1459">
                  <c:v>8.9355899999999995</c:v>
                </c:pt>
                <c:pt idx="1460">
                  <c:v>9.0363100000000003</c:v>
                </c:pt>
                <c:pt idx="1461">
                  <c:v>8.6675799999999992</c:v>
                </c:pt>
                <c:pt idx="1462">
                  <c:v>9.8040000000000003</c:v>
                </c:pt>
                <c:pt idx="1463">
                  <c:v>8.7540600000000008</c:v>
                </c:pt>
                <c:pt idx="1464">
                  <c:v>9.0610900000000001</c:v>
                </c:pt>
                <c:pt idx="1465">
                  <c:v>9.2658900000000006</c:v>
                </c:pt>
                <c:pt idx="1466">
                  <c:v>9.4210100000000008</c:v>
                </c:pt>
                <c:pt idx="1467">
                  <c:v>9.1920500000000001</c:v>
                </c:pt>
                <c:pt idx="1468">
                  <c:v>8.9431200000000004</c:v>
                </c:pt>
                <c:pt idx="1469">
                  <c:v>9.1473300000000002</c:v>
                </c:pt>
                <c:pt idx="1470">
                  <c:v>8.9573499999999999</c:v>
                </c:pt>
                <c:pt idx="1471">
                  <c:v>8.9965499999999992</c:v>
                </c:pt>
                <c:pt idx="1472">
                  <c:v>9.4252300000000009</c:v>
                </c:pt>
                <c:pt idx="1473">
                  <c:v>8.3329900000000006</c:v>
                </c:pt>
                <c:pt idx="1474">
                  <c:v>9.0383999999999993</c:v>
                </c:pt>
                <c:pt idx="1475">
                  <c:v>8.9955499999999997</c:v>
                </c:pt>
                <c:pt idx="1476">
                  <c:v>8.7828900000000001</c:v>
                </c:pt>
                <c:pt idx="1477">
                  <c:v>8.8427900000000008</c:v>
                </c:pt>
                <c:pt idx="1478">
                  <c:v>8.6359200000000005</c:v>
                </c:pt>
                <c:pt idx="1479">
                  <c:v>9.3090399999999995</c:v>
                </c:pt>
                <c:pt idx="1480">
                  <c:v>8.9170099999999994</c:v>
                </c:pt>
                <c:pt idx="1481">
                  <c:v>8.97471</c:v>
                </c:pt>
                <c:pt idx="1482">
                  <c:v>9.0092700000000008</c:v>
                </c:pt>
                <c:pt idx="1483">
                  <c:v>9.4315300000000004</c:v>
                </c:pt>
                <c:pt idx="1484">
                  <c:v>8.8469300000000004</c:v>
                </c:pt>
                <c:pt idx="1485">
                  <c:v>9.1245100000000008</c:v>
                </c:pt>
                <c:pt idx="1486">
                  <c:v>9.0212699999999995</c:v>
                </c:pt>
                <c:pt idx="1487">
                  <c:v>9.0145499999999998</c:v>
                </c:pt>
                <c:pt idx="1488">
                  <c:v>9.0221199999999993</c:v>
                </c:pt>
                <c:pt idx="1489">
                  <c:v>9.7141099999999998</c:v>
                </c:pt>
                <c:pt idx="1490">
                  <c:v>9.1214099999999991</c:v>
                </c:pt>
                <c:pt idx="1491">
                  <c:v>9.0875400000000006</c:v>
                </c:pt>
                <c:pt idx="1492">
                  <c:v>9.0201799999999999</c:v>
                </c:pt>
                <c:pt idx="1493">
                  <c:v>9.2285000000000004</c:v>
                </c:pt>
                <c:pt idx="1494">
                  <c:v>9.7829499999999996</c:v>
                </c:pt>
                <c:pt idx="1495">
                  <c:v>8.8710699999999996</c:v>
                </c:pt>
                <c:pt idx="1496">
                  <c:v>9.1020900000000005</c:v>
                </c:pt>
                <c:pt idx="1497">
                  <c:v>9.4112600000000004</c:v>
                </c:pt>
                <c:pt idx="1498">
                  <c:v>9.22729</c:v>
                </c:pt>
                <c:pt idx="1499">
                  <c:v>9.1142599999999998</c:v>
                </c:pt>
                <c:pt idx="1500">
                  <c:v>9.1366499999999995</c:v>
                </c:pt>
                <c:pt idx="1501">
                  <c:v>9.4392099999999992</c:v>
                </c:pt>
                <c:pt idx="1502">
                  <c:v>8.6829699999999992</c:v>
                </c:pt>
                <c:pt idx="1503">
                  <c:v>9.1351099999999992</c:v>
                </c:pt>
                <c:pt idx="1504">
                  <c:v>8.9312000000000005</c:v>
                </c:pt>
                <c:pt idx="1505">
                  <c:v>9.3440399999999997</c:v>
                </c:pt>
                <c:pt idx="1506">
                  <c:v>8.7862200000000001</c:v>
                </c:pt>
                <c:pt idx="1507">
                  <c:v>8.6955299999999998</c:v>
                </c:pt>
                <c:pt idx="1508">
                  <c:v>9.1729199999999995</c:v>
                </c:pt>
                <c:pt idx="1509">
                  <c:v>9.3574599999999997</c:v>
                </c:pt>
                <c:pt idx="1510">
                  <c:v>9.1666699999999999</c:v>
                </c:pt>
                <c:pt idx="1511">
                  <c:v>9.0095100000000006</c:v>
                </c:pt>
                <c:pt idx="1512">
                  <c:v>9.4281699999999997</c:v>
                </c:pt>
                <c:pt idx="1513">
                  <c:v>8.5958199999999998</c:v>
                </c:pt>
                <c:pt idx="1514">
                  <c:v>8.5755599999999994</c:v>
                </c:pt>
                <c:pt idx="1515">
                  <c:v>8.7781599999999997</c:v>
                </c:pt>
                <c:pt idx="1516">
                  <c:v>9.1430900000000008</c:v>
                </c:pt>
                <c:pt idx="1517">
                  <c:v>9.2965599999999995</c:v>
                </c:pt>
                <c:pt idx="1518">
                  <c:v>9.2363400000000002</c:v>
                </c:pt>
                <c:pt idx="1519">
                  <c:v>9.2695299999999996</c:v>
                </c:pt>
                <c:pt idx="1520">
                  <c:v>9.1774199999999997</c:v>
                </c:pt>
                <c:pt idx="1521">
                  <c:v>9.3490599999999997</c:v>
                </c:pt>
                <c:pt idx="1522">
                  <c:v>9.1281199999999991</c:v>
                </c:pt>
                <c:pt idx="1523">
                  <c:v>8.7244299999999999</c:v>
                </c:pt>
                <c:pt idx="1524">
                  <c:v>9.5210000000000008</c:v>
                </c:pt>
                <c:pt idx="1525">
                  <c:v>9.0968099999999996</c:v>
                </c:pt>
                <c:pt idx="1526">
                  <c:v>8.87317</c:v>
                </c:pt>
                <c:pt idx="1527">
                  <c:v>8.8768600000000006</c:v>
                </c:pt>
                <c:pt idx="1528">
                  <c:v>8.95364</c:v>
                </c:pt>
                <c:pt idx="1529">
                  <c:v>9.3090299999999999</c:v>
                </c:pt>
                <c:pt idx="1530">
                  <c:v>9.4596900000000002</c:v>
                </c:pt>
                <c:pt idx="1531">
                  <c:v>9.3886699999999994</c:v>
                </c:pt>
                <c:pt idx="1532">
                  <c:v>8.9594199999999997</c:v>
                </c:pt>
                <c:pt idx="1533">
                  <c:v>8.9567300000000003</c:v>
                </c:pt>
                <c:pt idx="1534">
                  <c:v>8.9816000000000003</c:v>
                </c:pt>
                <c:pt idx="1535">
                  <c:v>9.2189800000000002</c:v>
                </c:pt>
                <c:pt idx="1536">
                  <c:v>9.0399899999999995</c:v>
                </c:pt>
                <c:pt idx="1537">
                  <c:v>9.38659</c:v>
                </c:pt>
                <c:pt idx="1538">
                  <c:v>8.6558100000000007</c:v>
                </c:pt>
                <c:pt idx="1539">
                  <c:v>8.6188400000000005</c:v>
                </c:pt>
                <c:pt idx="1540">
                  <c:v>8.5262600000000006</c:v>
                </c:pt>
                <c:pt idx="1541">
                  <c:v>8.8976600000000001</c:v>
                </c:pt>
                <c:pt idx="1542">
                  <c:v>8.8284599999999998</c:v>
                </c:pt>
                <c:pt idx="1543">
                  <c:v>8.9240499999999994</c:v>
                </c:pt>
                <c:pt idx="1544">
                  <c:v>9.1029900000000001</c:v>
                </c:pt>
                <c:pt idx="1545">
                  <c:v>9.2426499999999994</c:v>
                </c:pt>
                <c:pt idx="1546">
                  <c:v>9.6271000000000004</c:v>
                </c:pt>
                <c:pt idx="1547">
                  <c:v>9.3033999999999999</c:v>
                </c:pt>
                <c:pt idx="1548">
                  <c:v>9.2067700000000006</c:v>
                </c:pt>
                <c:pt idx="1549">
                  <c:v>8.4550400000000003</c:v>
                </c:pt>
                <c:pt idx="1550">
                  <c:v>8.67943</c:v>
                </c:pt>
                <c:pt idx="1551">
                  <c:v>9.2553999999999998</c:v>
                </c:pt>
                <c:pt idx="1552">
                  <c:v>9.1429799999999997</c:v>
                </c:pt>
                <c:pt idx="1553">
                  <c:v>8.9672499999999999</c:v>
                </c:pt>
                <c:pt idx="1554">
                  <c:v>9.5312199999999994</c:v>
                </c:pt>
                <c:pt idx="1555">
                  <c:v>9.4980399999999996</c:v>
                </c:pt>
                <c:pt idx="1556">
                  <c:v>9.3676899999999996</c:v>
                </c:pt>
                <c:pt idx="1557">
                  <c:v>9.1898700000000009</c:v>
                </c:pt>
                <c:pt idx="1558">
                  <c:v>8.4569100000000006</c:v>
                </c:pt>
                <c:pt idx="1559">
                  <c:v>9.1061300000000003</c:v>
                </c:pt>
                <c:pt idx="1560">
                  <c:v>8.9452999999999996</c:v>
                </c:pt>
                <c:pt idx="1561">
                  <c:v>8.6153300000000002</c:v>
                </c:pt>
                <c:pt idx="1562">
                  <c:v>9.1429299999999998</c:v>
                </c:pt>
                <c:pt idx="1563">
                  <c:v>9.6215299999999999</c:v>
                </c:pt>
                <c:pt idx="1564">
                  <c:v>9.0042100000000005</c:v>
                </c:pt>
                <c:pt idx="1565">
                  <c:v>9.4281299999999995</c:v>
                </c:pt>
                <c:pt idx="1566">
                  <c:v>9.1334300000000006</c:v>
                </c:pt>
                <c:pt idx="1567">
                  <c:v>9.9097200000000001</c:v>
                </c:pt>
                <c:pt idx="1568">
                  <c:v>9.7731200000000005</c:v>
                </c:pt>
                <c:pt idx="1569">
                  <c:v>8.9004700000000003</c:v>
                </c:pt>
                <c:pt idx="1570">
                  <c:v>8.9884199999999996</c:v>
                </c:pt>
                <c:pt idx="1571">
                  <c:v>9.0604099999999992</c:v>
                </c:pt>
                <c:pt idx="1572">
                  <c:v>8.9155899999999999</c:v>
                </c:pt>
                <c:pt idx="1573">
                  <c:v>8.4629999999999992</c:v>
                </c:pt>
                <c:pt idx="1574">
                  <c:v>8.6667100000000001</c:v>
                </c:pt>
                <c:pt idx="1575">
                  <c:v>9.0113299999999992</c:v>
                </c:pt>
                <c:pt idx="1576">
                  <c:v>8.8922899999999991</c:v>
                </c:pt>
                <c:pt idx="1577">
                  <c:v>8.9046699999999994</c:v>
                </c:pt>
                <c:pt idx="1578">
                  <c:v>8.6071500000000007</c:v>
                </c:pt>
                <c:pt idx="1579">
                  <c:v>9.4540799999999994</c:v>
                </c:pt>
                <c:pt idx="1580">
                  <c:v>8.8234300000000001</c:v>
                </c:pt>
                <c:pt idx="1581">
                  <c:v>9.0815699999999993</c:v>
                </c:pt>
                <c:pt idx="1582">
                  <c:v>8.8149599999999992</c:v>
                </c:pt>
                <c:pt idx="1583">
                  <c:v>9.0784500000000001</c:v>
                </c:pt>
                <c:pt idx="1584">
                  <c:v>9.2150800000000004</c:v>
                </c:pt>
                <c:pt idx="1585">
                  <c:v>8.7596299999999996</c:v>
                </c:pt>
                <c:pt idx="1586">
                  <c:v>8.9231300000000005</c:v>
                </c:pt>
                <c:pt idx="1587">
                  <c:v>9.5822800000000008</c:v>
                </c:pt>
                <c:pt idx="1588">
                  <c:v>9.3297799999999995</c:v>
                </c:pt>
                <c:pt idx="1589">
                  <c:v>8.7608700000000006</c:v>
                </c:pt>
                <c:pt idx="1590">
                  <c:v>8.7800399999999996</c:v>
                </c:pt>
                <c:pt idx="1591">
                  <c:v>9.3958100000000009</c:v>
                </c:pt>
                <c:pt idx="1592">
                  <c:v>9.6206600000000009</c:v>
                </c:pt>
                <c:pt idx="1593">
                  <c:v>9.1548999999999996</c:v>
                </c:pt>
                <c:pt idx="1594">
                  <c:v>8.9755000000000003</c:v>
                </c:pt>
                <c:pt idx="1595">
                  <c:v>8.8706899999999997</c:v>
                </c:pt>
                <c:pt idx="1596">
                  <c:v>9.5805600000000002</c:v>
                </c:pt>
                <c:pt idx="1597">
                  <c:v>8.8144799999999996</c:v>
                </c:pt>
                <c:pt idx="1598">
                  <c:v>9.0377200000000002</c:v>
                </c:pt>
                <c:pt idx="1599">
                  <c:v>8.8798899999999996</c:v>
                </c:pt>
                <c:pt idx="1600">
                  <c:v>9.6037099999999995</c:v>
                </c:pt>
                <c:pt idx="1601">
                  <c:v>8.6901600000000006</c:v>
                </c:pt>
                <c:pt idx="1602">
                  <c:v>9.2170699999999997</c:v>
                </c:pt>
                <c:pt idx="1603">
                  <c:v>9.0743100000000005</c:v>
                </c:pt>
                <c:pt idx="1604">
                  <c:v>9.7836599999999994</c:v>
                </c:pt>
                <c:pt idx="1605">
                  <c:v>9.8481000000000005</c:v>
                </c:pt>
                <c:pt idx="1606">
                  <c:v>9.6613799999999994</c:v>
                </c:pt>
                <c:pt idx="1607">
                  <c:v>10.100300000000001</c:v>
                </c:pt>
                <c:pt idx="1608">
                  <c:v>9.3634799999999991</c:v>
                </c:pt>
                <c:pt idx="1609">
                  <c:v>9.0315799999999999</c:v>
                </c:pt>
                <c:pt idx="1610">
                  <c:v>9.4325200000000002</c:v>
                </c:pt>
                <c:pt idx="1611">
                  <c:v>8.9784299999999995</c:v>
                </c:pt>
                <c:pt idx="1612">
                  <c:v>8.7099200000000003</c:v>
                </c:pt>
                <c:pt idx="1613">
                  <c:v>8.8907699999999998</c:v>
                </c:pt>
                <c:pt idx="1614">
                  <c:v>8.9881799999999998</c:v>
                </c:pt>
                <c:pt idx="1615">
                  <c:v>9.2594700000000003</c:v>
                </c:pt>
                <c:pt idx="1616">
                  <c:v>8.6717399999999998</c:v>
                </c:pt>
                <c:pt idx="1617">
                  <c:v>9.0129099999999998</c:v>
                </c:pt>
                <c:pt idx="1618">
                  <c:v>9.0009300000000003</c:v>
                </c:pt>
                <c:pt idx="1619">
                  <c:v>9.0373900000000003</c:v>
                </c:pt>
                <c:pt idx="1620">
                  <c:v>8.5881600000000002</c:v>
                </c:pt>
                <c:pt idx="1621">
                  <c:v>8.5950299999999995</c:v>
                </c:pt>
                <c:pt idx="1622">
                  <c:v>9.1188900000000004</c:v>
                </c:pt>
                <c:pt idx="1623">
                  <c:v>9.3615300000000001</c:v>
                </c:pt>
                <c:pt idx="1624">
                  <c:v>8.8114299999999997</c:v>
                </c:pt>
                <c:pt idx="1625">
                  <c:v>9.0573499999999996</c:v>
                </c:pt>
                <c:pt idx="1626">
                  <c:v>8.7783499999999997</c:v>
                </c:pt>
                <c:pt idx="1627">
                  <c:v>9.3101800000000008</c:v>
                </c:pt>
                <c:pt idx="1628">
                  <c:v>9.2352399999999992</c:v>
                </c:pt>
                <c:pt idx="1629">
                  <c:v>9.3727599999999995</c:v>
                </c:pt>
                <c:pt idx="1630">
                  <c:v>9.6637000000000004</c:v>
                </c:pt>
                <c:pt idx="1631">
                  <c:v>9.6497200000000003</c:v>
                </c:pt>
                <c:pt idx="1632">
                  <c:v>9.8061100000000003</c:v>
                </c:pt>
                <c:pt idx="1633">
                  <c:v>8.8286800000000003</c:v>
                </c:pt>
                <c:pt idx="1634">
                  <c:v>9.2145200000000003</c:v>
                </c:pt>
                <c:pt idx="1635">
                  <c:v>9.0053099999999997</c:v>
                </c:pt>
                <c:pt idx="1636">
                  <c:v>8.8825800000000008</c:v>
                </c:pt>
                <c:pt idx="1637">
                  <c:v>8.8695900000000005</c:v>
                </c:pt>
                <c:pt idx="1638">
                  <c:v>8.6082800000000006</c:v>
                </c:pt>
                <c:pt idx="1639">
                  <c:v>9.1689299999999996</c:v>
                </c:pt>
                <c:pt idx="1640">
                  <c:v>8.6620799999999996</c:v>
                </c:pt>
                <c:pt idx="1641">
                  <c:v>9.4089299999999998</c:v>
                </c:pt>
                <c:pt idx="1642">
                  <c:v>9.2995000000000001</c:v>
                </c:pt>
                <c:pt idx="1643">
                  <c:v>9.2032500000000006</c:v>
                </c:pt>
                <c:pt idx="1644">
                  <c:v>9.1862999999999992</c:v>
                </c:pt>
                <c:pt idx="1645">
                  <c:v>8.9268800000000006</c:v>
                </c:pt>
                <c:pt idx="1646">
                  <c:v>9.1031499999999994</c:v>
                </c:pt>
                <c:pt idx="1647">
                  <c:v>9.0795600000000007</c:v>
                </c:pt>
                <c:pt idx="1648">
                  <c:v>9.7891200000000005</c:v>
                </c:pt>
                <c:pt idx="1649">
                  <c:v>8.9979200000000006</c:v>
                </c:pt>
                <c:pt idx="1650">
                  <c:v>9.1140000000000008</c:v>
                </c:pt>
                <c:pt idx="1651">
                  <c:v>8.9012399999999996</c:v>
                </c:pt>
                <c:pt idx="1652">
                  <c:v>8.9261900000000001</c:v>
                </c:pt>
                <c:pt idx="1653">
                  <c:v>9.22743</c:v>
                </c:pt>
                <c:pt idx="1654">
                  <c:v>9.5773799999999998</c:v>
                </c:pt>
                <c:pt idx="1655">
                  <c:v>9.4644300000000001</c:v>
                </c:pt>
                <c:pt idx="1656">
                  <c:v>8.8682400000000001</c:v>
                </c:pt>
                <c:pt idx="1657">
                  <c:v>8.7865800000000007</c:v>
                </c:pt>
                <c:pt idx="1658">
                  <c:v>9.2985299999999995</c:v>
                </c:pt>
                <c:pt idx="1659">
                  <c:v>9.4784299999999995</c:v>
                </c:pt>
                <c:pt idx="1660">
                  <c:v>8.7042000000000002</c:v>
                </c:pt>
                <c:pt idx="1661">
                  <c:v>8.9621300000000002</c:v>
                </c:pt>
                <c:pt idx="1662">
                  <c:v>9.2423000000000002</c:v>
                </c:pt>
                <c:pt idx="1663">
                  <c:v>8.9387799999999995</c:v>
                </c:pt>
                <c:pt idx="1664">
                  <c:v>9.2764399999999991</c:v>
                </c:pt>
                <c:pt idx="1665">
                  <c:v>9.24057</c:v>
                </c:pt>
                <c:pt idx="1666">
                  <c:v>9.0488999999999997</c:v>
                </c:pt>
                <c:pt idx="1667">
                  <c:v>8.8103400000000001</c:v>
                </c:pt>
                <c:pt idx="1668">
                  <c:v>9.10182</c:v>
                </c:pt>
                <c:pt idx="1669">
                  <c:v>9.3675499999999996</c:v>
                </c:pt>
                <c:pt idx="1670">
                  <c:v>9.4497</c:v>
                </c:pt>
                <c:pt idx="1671">
                  <c:v>9.5518900000000002</c:v>
                </c:pt>
                <c:pt idx="1672">
                  <c:v>9.2862200000000001</c:v>
                </c:pt>
                <c:pt idx="1673">
                  <c:v>9.0051299999999994</c:v>
                </c:pt>
                <c:pt idx="1674">
                  <c:v>9.0119399999999992</c:v>
                </c:pt>
                <c:pt idx="1675">
                  <c:v>9.1461500000000004</c:v>
                </c:pt>
                <c:pt idx="1676">
                  <c:v>9.2524899999999999</c:v>
                </c:pt>
                <c:pt idx="1677">
                  <c:v>8.9209099999999992</c:v>
                </c:pt>
                <c:pt idx="1678">
                  <c:v>9.5314700000000006</c:v>
                </c:pt>
                <c:pt idx="1679">
                  <c:v>9.82667</c:v>
                </c:pt>
                <c:pt idx="1680">
                  <c:v>9.0737500000000004</c:v>
                </c:pt>
                <c:pt idx="1681">
                  <c:v>8.90062</c:v>
                </c:pt>
                <c:pt idx="1682">
                  <c:v>9.4999699999999994</c:v>
                </c:pt>
                <c:pt idx="1683">
                  <c:v>9.09483</c:v>
                </c:pt>
                <c:pt idx="1684">
                  <c:v>9.2154299999999996</c:v>
                </c:pt>
                <c:pt idx="1685">
                  <c:v>8.8216800000000006</c:v>
                </c:pt>
                <c:pt idx="1686">
                  <c:v>8.7871699999999997</c:v>
                </c:pt>
                <c:pt idx="1687">
                  <c:v>8.9253400000000003</c:v>
                </c:pt>
                <c:pt idx="1688">
                  <c:v>9.1091899999999999</c:v>
                </c:pt>
                <c:pt idx="1689">
                  <c:v>9.3545400000000001</c:v>
                </c:pt>
                <c:pt idx="1690">
                  <c:v>9.3776100000000007</c:v>
                </c:pt>
                <c:pt idx="1691">
                  <c:v>9.8069600000000001</c:v>
                </c:pt>
                <c:pt idx="1692">
                  <c:v>8.7910199999999996</c:v>
                </c:pt>
                <c:pt idx="1693">
                  <c:v>9.1112900000000003</c:v>
                </c:pt>
                <c:pt idx="1694">
                  <c:v>9.4024300000000007</c:v>
                </c:pt>
                <c:pt idx="1695">
                  <c:v>8.9663799999999991</c:v>
                </c:pt>
                <c:pt idx="1696">
                  <c:v>9.2596900000000009</c:v>
                </c:pt>
                <c:pt idx="1697">
                  <c:v>8.9638899999999992</c:v>
                </c:pt>
                <c:pt idx="1698">
                  <c:v>8.9416499999999992</c:v>
                </c:pt>
                <c:pt idx="1699">
                  <c:v>8.9464600000000001</c:v>
                </c:pt>
                <c:pt idx="1700">
                  <c:v>9.0603999999999996</c:v>
                </c:pt>
                <c:pt idx="1701">
                  <c:v>8.7250399999999999</c:v>
                </c:pt>
                <c:pt idx="1702">
                  <c:v>8.5148799999999998</c:v>
                </c:pt>
                <c:pt idx="1703">
                  <c:v>9.5173299999999994</c:v>
                </c:pt>
                <c:pt idx="1704">
                  <c:v>9.4652899999999995</c:v>
                </c:pt>
                <c:pt idx="1705">
                  <c:v>9.47912</c:v>
                </c:pt>
                <c:pt idx="1706">
                  <c:v>9.2313799999999997</c:v>
                </c:pt>
                <c:pt idx="1707">
                  <c:v>8.7797199999999993</c:v>
                </c:pt>
                <c:pt idx="1708">
                  <c:v>8.8261599999999998</c:v>
                </c:pt>
                <c:pt idx="1709">
                  <c:v>8.9299599999999995</c:v>
                </c:pt>
                <c:pt idx="1710">
                  <c:v>9.3588799999999992</c:v>
                </c:pt>
                <c:pt idx="1711">
                  <c:v>8.8259899999999991</c:v>
                </c:pt>
                <c:pt idx="1712">
                  <c:v>8.7966499999999996</c:v>
                </c:pt>
                <c:pt idx="1713">
                  <c:v>9.6195299999999992</c:v>
                </c:pt>
                <c:pt idx="1714">
                  <c:v>8.7891600000000007</c:v>
                </c:pt>
                <c:pt idx="1715">
                  <c:v>9.0264199999999999</c:v>
                </c:pt>
                <c:pt idx="1716">
                  <c:v>9.4914400000000008</c:v>
                </c:pt>
                <c:pt idx="1717">
                  <c:v>9.4186599999999991</c:v>
                </c:pt>
                <c:pt idx="1718">
                  <c:v>9.6255000000000006</c:v>
                </c:pt>
                <c:pt idx="1719">
                  <c:v>8.8247300000000006</c:v>
                </c:pt>
                <c:pt idx="1720">
                  <c:v>8.7710399999999993</c:v>
                </c:pt>
                <c:pt idx="1721">
                  <c:v>9.0407200000000003</c:v>
                </c:pt>
                <c:pt idx="1722">
                  <c:v>9.2416800000000006</c:v>
                </c:pt>
                <c:pt idx="1723">
                  <c:v>9.2433499999999995</c:v>
                </c:pt>
                <c:pt idx="1724">
                  <c:v>9.3002099999999999</c:v>
                </c:pt>
                <c:pt idx="1725">
                  <c:v>9.3314400000000006</c:v>
                </c:pt>
                <c:pt idx="1726">
                  <c:v>8.5293299999999999</c:v>
                </c:pt>
                <c:pt idx="1727">
                  <c:v>9.2939000000000007</c:v>
                </c:pt>
                <c:pt idx="1728">
                  <c:v>8.6696399999999993</c:v>
                </c:pt>
                <c:pt idx="1729">
                  <c:v>8.6385299999999994</c:v>
                </c:pt>
                <c:pt idx="1730">
                  <c:v>9.0006000000000004</c:v>
                </c:pt>
                <c:pt idx="1731">
                  <c:v>8.9928500000000007</c:v>
                </c:pt>
                <c:pt idx="1732">
                  <c:v>8.8279300000000003</c:v>
                </c:pt>
                <c:pt idx="1733">
                  <c:v>8.7964099999999998</c:v>
                </c:pt>
                <c:pt idx="1734">
                  <c:v>9.1620899999999992</c:v>
                </c:pt>
                <c:pt idx="1735">
                  <c:v>9.0084900000000001</c:v>
                </c:pt>
                <c:pt idx="1736">
                  <c:v>8.7997899999999998</c:v>
                </c:pt>
                <c:pt idx="1737">
                  <c:v>8.9486899999999991</c:v>
                </c:pt>
                <c:pt idx="1738">
                  <c:v>8.7378300000000007</c:v>
                </c:pt>
                <c:pt idx="1739">
                  <c:v>8.9123300000000008</c:v>
                </c:pt>
                <c:pt idx="1740">
                  <c:v>8.9949300000000001</c:v>
                </c:pt>
                <c:pt idx="1741">
                  <c:v>9.6481600000000007</c:v>
                </c:pt>
                <c:pt idx="1742">
                  <c:v>9.1463400000000004</c:v>
                </c:pt>
                <c:pt idx="1743">
                  <c:v>8.7229899999999994</c:v>
                </c:pt>
                <c:pt idx="1744">
                  <c:v>8.6030499999999996</c:v>
                </c:pt>
                <c:pt idx="1745">
                  <c:v>9.1739599999999992</c:v>
                </c:pt>
                <c:pt idx="1746">
                  <c:v>9.0859100000000002</c:v>
                </c:pt>
                <c:pt idx="1747">
                  <c:v>9.2809299999999997</c:v>
                </c:pt>
                <c:pt idx="1748">
                  <c:v>9.3924900000000004</c:v>
                </c:pt>
                <c:pt idx="1749">
                  <c:v>8.6836900000000004</c:v>
                </c:pt>
                <c:pt idx="1750">
                  <c:v>8.74057</c:v>
                </c:pt>
                <c:pt idx="1751">
                  <c:v>8.5572900000000001</c:v>
                </c:pt>
                <c:pt idx="1752">
                  <c:v>9.0602400000000003</c:v>
                </c:pt>
                <c:pt idx="1753">
                  <c:v>9.05837</c:v>
                </c:pt>
                <c:pt idx="1754">
                  <c:v>9.5810300000000002</c:v>
                </c:pt>
                <c:pt idx="1755">
                  <c:v>9.3587500000000006</c:v>
                </c:pt>
                <c:pt idx="1756">
                  <c:v>9.0544399999999996</c:v>
                </c:pt>
                <c:pt idx="1757">
                  <c:v>8.86998</c:v>
                </c:pt>
                <c:pt idx="1758">
                  <c:v>9.3500300000000003</c:v>
                </c:pt>
                <c:pt idx="1759">
                  <c:v>9.5816300000000005</c:v>
                </c:pt>
                <c:pt idx="1760">
                  <c:v>9.3170300000000008</c:v>
                </c:pt>
                <c:pt idx="1761">
                  <c:v>9.05002</c:v>
                </c:pt>
                <c:pt idx="1762">
                  <c:v>9.1657799999999998</c:v>
                </c:pt>
                <c:pt idx="1763">
                  <c:v>9.23001</c:v>
                </c:pt>
                <c:pt idx="1764">
                  <c:v>9.5751500000000007</c:v>
                </c:pt>
                <c:pt idx="1765">
                  <c:v>9.9041800000000002</c:v>
                </c:pt>
                <c:pt idx="1766">
                  <c:v>9.3541299999999996</c:v>
                </c:pt>
                <c:pt idx="1767">
                  <c:v>8.8758599999999994</c:v>
                </c:pt>
                <c:pt idx="1768">
                  <c:v>8.9408799999999999</c:v>
                </c:pt>
                <c:pt idx="1769">
                  <c:v>9.2765400000000007</c:v>
                </c:pt>
                <c:pt idx="1770">
                  <c:v>9.7710600000000003</c:v>
                </c:pt>
                <c:pt idx="1771">
                  <c:v>9.0633400000000002</c:v>
                </c:pt>
                <c:pt idx="1772">
                  <c:v>8.9082000000000008</c:v>
                </c:pt>
                <c:pt idx="1773">
                  <c:v>8.3892900000000008</c:v>
                </c:pt>
                <c:pt idx="1774">
                  <c:v>8.9296600000000002</c:v>
                </c:pt>
                <c:pt idx="1775">
                  <c:v>9.2865400000000005</c:v>
                </c:pt>
                <c:pt idx="1776">
                  <c:v>8.8574300000000008</c:v>
                </c:pt>
                <c:pt idx="1777">
                  <c:v>8.94862</c:v>
                </c:pt>
                <c:pt idx="1778">
                  <c:v>8.9820399999999996</c:v>
                </c:pt>
                <c:pt idx="1779">
                  <c:v>8.7111699999999992</c:v>
                </c:pt>
                <c:pt idx="1780">
                  <c:v>9.2181300000000004</c:v>
                </c:pt>
                <c:pt idx="1781">
                  <c:v>9.5498200000000004</c:v>
                </c:pt>
                <c:pt idx="1782">
                  <c:v>9.1072500000000005</c:v>
                </c:pt>
                <c:pt idx="1783">
                  <c:v>8.7205899999999996</c:v>
                </c:pt>
                <c:pt idx="1784">
                  <c:v>9.1682100000000002</c:v>
                </c:pt>
                <c:pt idx="1785">
                  <c:v>9.1578700000000008</c:v>
                </c:pt>
                <c:pt idx="1786">
                  <c:v>8.8849400000000003</c:v>
                </c:pt>
                <c:pt idx="1787">
                  <c:v>9.0392399999999995</c:v>
                </c:pt>
                <c:pt idx="1788">
                  <c:v>9.5631000000000004</c:v>
                </c:pt>
                <c:pt idx="1789">
                  <c:v>9.1539400000000004</c:v>
                </c:pt>
                <c:pt idx="1790">
                  <c:v>9.12744</c:v>
                </c:pt>
                <c:pt idx="1791">
                  <c:v>8.9496500000000001</c:v>
                </c:pt>
                <c:pt idx="1792">
                  <c:v>9.0385899999999992</c:v>
                </c:pt>
                <c:pt idx="1793">
                  <c:v>8.9290299999999991</c:v>
                </c:pt>
                <c:pt idx="1794">
                  <c:v>8.0852299999999993</c:v>
                </c:pt>
                <c:pt idx="1795">
                  <c:v>9.0165000000000006</c:v>
                </c:pt>
                <c:pt idx="1796">
                  <c:v>8.9089100000000006</c:v>
                </c:pt>
                <c:pt idx="1797">
                  <c:v>9.4060400000000008</c:v>
                </c:pt>
                <c:pt idx="1798">
                  <c:v>8.8513300000000008</c:v>
                </c:pt>
                <c:pt idx="1799">
                  <c:v>8.9290599999999998</c:v>
                </c:pt>
                <c:pt idx="1800">
                  <c:v>9.0872799999999998</c:v>
                </c:pt>
                <c:pt idx="1801">
                  <c:v>9.0255600000000005</c:v>
                </c:pt>
                <c:pt idx="1802">
                  <c:v>8.3632399999999993</c:v>
                </c:pt>
                <c:pt idx="1803">
                  <c:v>8.8723299999999998</c:v>
                </c:pt>
                <c:pt idx="1804">
                  <c:v>9.1531800000000008</c:v>
                </c:pt>
                <c:pt idx="1805">
                  <c:v>8.5179899999999993</c:v>
                </c:pt>
                <c:pt idx="1806">
                  <c:v>8.5945699999999992</c:v>
                </c:pt>
                <c:pt idx="1807">
                  <c:v>8.6251800000000003</c:v>
                </c:pt>
                <c:pt idx="1808">
                  <c:v>9.2821499999999997</c:v>
                </c:pt>
                <c:pt idx="1809">
                  <c:v>8.9917599999999993</c:v>
                </c:pt>
                <c:pt idx="1810">
                  <c:v>9.2371099999999995</c:v>
                </c:pt>
                <c:pt idx="1811">
                  <c:v>9.3079300000000007</c:v>
                </c:pt>
                <c:pt idx="1812">
                  <c:v>9.2639800000000001</c:v>
                </c:pt>
                <c:pt idx="1813">
                  <c:v>8.6964600000000001</c:v>
                </c:pt>
                <c:pt idx="1814">
                  <c:v>8.6388599999999993</c:v>
                </c:pt>
                <c:pt idx="1815">
                  <c:v>8.9323700000000006</c:v>
                </c:pt>
                <c:pt idx="1816">
                  <c:v>8.8628400000000003</c:v>
                </c:pt>
                <c:pt idx="1817">
                  <c:v>8.8558000000000003</c:v>
                </c:pt>
                <c:pt idx="1818">
                  <c:v>9.2905700000000007</c:v>
                </c:pt>
                <c:pt idx="1819">
                  <c:v>9.2363700000000009</c:v>
                </c:pt>
                <c:pt idx="1820">
                  <c:v>9.0291499999999996</c:v>
                </c:pt>
                <c:pt idx="1821">
                  <c:v>8.8477899999999998</c:v>
                </c:pt>
                <c:pt idx="1822">
                  <c:v>8.5787200000000006</c:v>
                </c:pt>
                <c:pt idx="1823">
                  <c:v>9.2175700000000003</c:v>
                </c:pt>
                <c:pt idx="1824">
                  <c:v>9.0389199999999992</c:v>
                </c:pt>
                <c:pt idx="1825">
                  <c:v>9.2107700000000001</c:v>
                </c:pt>
                <c:pt idx="1826">
                  <c:v>9.0475499999999993</c:v>
                </c:pt>
                <c:pt idx="1827">
                  <c:v>9.3931799999999992</c:v>
                </c:pt>
                <c:pt idx="1828">
                  <c:v>9.4861599999999999</c:v>
                </c:pt>
                <c:pt idx="1829">
                  <c:v>9.2372599999999991</c:v>
                </c:pt>
                <c:pt idx="1830">
                  <c:v>9.3640600000000003</c:v>
                </c:pt>
                <c:pt idx="1831">
                  <c:v>9.4402299999999997</c:v>
                </c:pt>
                <c:pt idx="1832">
                  <c:v>9.5016400000000001</c:v>
                </c:pt>
                <c:pt idx="1833">
                  <c:v>9.1935300000000009</c:v>
                </c:pt>
                <c:pt idx="1834">
                  <c:v>9.7898399999999999</c:v>
                </c:pt>
                <c:pt idx="1835">
                  <c:v>9.7490199999999998</c:v>
                </c:pt>
                <c:pt idx="1836">
                  <c:v>9.2194199999999995</c:v>
                </c:pt>
                <c:pt idx="1837">
                  <c:v>8.9306300000000007</c:v>
                </c:pt>
                <c:pt idx="1838">
                  <c:v>9.1387800000000006</c:v>
                </c:pt>
                <c:pt idx="1839">
                  <c:v>8.8199500000000004</c:v>
                </c:pt>
                <c:pt idx="1840">
                  <c:v>8.8628400000000003</c:v>
                </c:pt>
                <c:pt idx="1841">
                  <c:v>8.4657099999999996</c:v>
                </c:pt>
                <c:pt idx="1842">
                  <c:v>9.5176200000000009</c:v>
                </c:pt>
                <c:pt idx="1843">
                  <c:v>9.2401999999999997</c:v>
                </c:pt>
                <c:pt idx="1844">
                  <c:v>9.2155500000000004</c:v>
                </c:pt>
                <c:pt idx="1845">
                  <c:v>8.9913600000000002</c:v>
                </c:pt>
                <c:pt idx="1846">
                  <c:v>9.4341899999999992</c:v>
                </c:pt>
                <c:pt idx="1847">
                  <c:v>9.1593599999999995</c:v>
                </c:pt>
                <c:pt idx="1848">
                  <c:v>9.0370600000000003</c:v>
                </c:pt>
                <c:pt idx="1849">
                  <c:v>9.3161799999999992</c:v>
                </c:pt>
                <c:pt idx="1850">
                  <c:v>10.077299999999999</c:v>
                </c:pt>
                <c:pt idx="1851">
                  <c:v>9.1393599999999999</c:v>
                </c:pt>
                <c:pt idx="1852">
                  <c:v>8.7052700000000005</c:v>
                </c:pt>
                <c:pt idx="1853">
                  <c:v>8.8542699999999996</c:v>
                </c:pt>
                <c:pt idx="1854">
                  <c:v>8.9761699999999998</c:v>
                </c:pt>
                <c:pt idx="1855">
                  <c:v>9.4710099999999997</c:v>
                </c:pt>
                <c:pt idx="1856">
                  <c:v>9.7681900000000006</c:v>
                </c:pt>
                <c:pt idx="1857">
                  <c:v>9.4636600000000008</c:v>
                </c:pt>
                <c:pt idx="1858">
                  <c:v>9.3280499999999993</c:v>
                </c:pt>
                <c:pt idx="1859">
                  <c:v>9.1134699999999995</c:v>
                </c:pt>
                <c:pt idx="1860">
                  <c:v>8.8608600000000006</c:v>
                </c:pt>
                <c:pt idx="1861">
                  <c:v>8.9003999999999994</c:v>
                </c:pt>
                <c:pt idx="1862">
                  <c:v>8.5874799999999993</c:v>
                </c:pt>
                <c:pt idx="1863">
                  <c:v>9.2567000000000004</c:v>
                </c:pt>
                <c:pt idx="1864">
                  <c:v>9.1341599999999996</c:v>
                </c:pt>
                <c:pt idx="1865">
                  <c:v>9.1900200000000005</c:v>
                </c:pt>
                <c:pt idx="1866">
                  <c:v>8.5776599999999998</c:v>
                </c:pt>
                <c:pt idx="1867">
                  <c:v>7.9033100000000003</c:v>
                </c:pt>
                <c:pt idx="1868">
                  <c:v>8.9617799999999992</c:v>
                </c:pt>
                <c:pt idx="1869">
                  <c:v>8.9557599999999997</c:v>
                </c:pt>
                <c:pt idx="1870">
                  <c:v>9.5492699999999999</c:v>
                </c:pt>
                <c:pt idx="1871">
                  <c:v>8.8742400000000004</c:v>
                </c:pt>
                <c:pt idx="1872">
                  <c:v>8.5167599999999997</c:v>
                </c:pt>
                <c:pt idx="1873">
                  <c:v>9.0155600000000007</c:v>
                </c:pt>
                <c:pt idx="1874">
                  <c:v>9.3819599999999994</c:v>
                </c:pt>
                <c:pt idx="1875">
                  <c:v>9.0805600000000002</c:v>
                </c:pt>
                <c:pt idx="1876">
                  <c:v>9.3121299999999998</c:v>
                </c:pt>
                <c:pt idx="1877">
                  <c:v>9.7222399999999993</c:v>
                </c:pt>
                <c:pt idx="1878">
                  <c:v>9.6627299999999998</c:v>
                </c:pt>
                <c:pt idx="1879">
                  <c:v>9.6052099999999996</c:v>
                </c:pt>
                <c:pt idx="1880">
                  <c:v>9.8578299999999999</c:v>
                </c:pt>
                <c:pt idx="1881">
                  <c:v>9.29983</c:v>
                </c:pt>
                <c:pt idx="1882">
                  <c:v>9.0266199999999994</c:v>
                </c:pt>
                <c:pt idx="1883">
                  <c:v>8.8144299999999998</c:v>
                </c:pt>
                <c:pt idx="1884">
                  <c:v>8.6755200000000006</c:v>
                </c:pt>
                <c:pt idx="1885">
                  <c:v>8.9804600000000008</c:v>
                </c:pt>
                <c:pt idx="1886">
                  <c:v>8.5259699999999992</c:v>
                </c:pt>
                <c:pt idx="1887">
                  <c:v>8.9539100000000005</c:v>
                </c:pt>
                <c:pt idx="1888">
                  <c:v>9.2677200000000006</c:v>
                </c:pt>
                <c:pt idx="1889">
                  <c:v>10.091200000000001</c:v>
                </c:pt>
                <c:pt idx="1890">
                  <c:v>9.4268000000000001</c:v>
                </c:pt>
                <c:pt idx="1891">
                  <c:v>8.9782499999999992</c:v>
                </c:pt>
                <c:pt idx="1892">
                  <c:v>8.9218100000000007</c:v>
                </c:pt>
                <c:pt idx="1893">
                  <c:v>8.5549400000000002</c:v>
                </c:pt>
                <c:pt idx="1894">
                  <c:v>8.6121099999999995</c:v>
                </c:pt>
                <c:pt idx="1895">
                  <c:v>8.5585299999999993</c:v>
                </c:pt>
                <c:pt idx="1896">
                  <c:v>8.8067399999999996</c:v>
                </c:pt>
                <c:pt idx="1897">
                  <c:v>9.4745200000000001</c:v>
                </c:pt>
                <c:pt idx="1898">
                  <c:v>9.3790200000000006</c:v>
                </c:pt>
                <c:pt idx="1899">
                  <c:v>8.5821000000000005</c:v>
                </c:pt>
                <c:pt idx="1900">
                  <c:v>8.3731200000000001</c:v>
                </c:pt>
                <c:pt idx="1901">
                  <c:v>8.4541799999999991</c:v>
                </c:pt>
                <c:pt idx="1902">
                  <c:v>8.3288200000000003</c:v>
                </c:pt>
                <c:pt idx="1903">
                  <c:v>8.8029600000000006</c:v>
                </c:pt>
                <c:pt idx="1904">
                  <c:v>9.1442399999999999</c:v>
                </c:pt>
                <c:pt idx="1905">
                  <c:v>9.0685500000000001</c:v>
                </c:pt>
                <c:pt idx="1906">
                  <c:v>8.0893499999999996</c:v>
                </c:pt>
                <c:pt idx="1907">
                  <c:v>8.6910900000000009</c:v>
                </c:pt>
                <c:pt idx="1908">
                  <c:v>9.4575700000000005</c:v>
                </c:pt>
                <c:pt idx="1909">
                  <c:v>9.0431100000000004</c:v>
                </c:pt>
                <c:pt idx="1910">
                  <c:v>8.9444599999999994</c:v>
                </c:pt>
                <c:pt idx="1911">
                  <c:v>8.93886</c:v>
                </c:pt>
                <c:pt idx="1912">
                  <c:v>9.5484500000000008</c:v>
                </c:pt>
                <c:pt idx="1913">
                  <c:v>8.2010900000000007</c:v>
                </c:pt>
                <c:pt idx="1914">
                  <c:v>9.0890599999999999</c:v>
                </c:pt>
                <c:pt idx="1915">
                  <c:v>9.3962699999999995</c:v>
                </c:pt>
                <c:pt idx="1916">
                  <c:v>9.2671799999999998</c:v>
                </c:pt>
                <c:pt idx="1917">
                  <c:v>9.62622</c:v>
                </c:pt>
                <c:pt idx="1918">
                  <c:v>9.0061599999999995</c:v>
                </c:pt>
                <c:pt idx="1919">
                  <c:v>8.4436800000000005</c:v>
                </c:pt>
                <c:pt idx="1920">
                  <c:v>8.5541499999999999</c:v>
                </c:pt>
                <c:pt idx="1921">
                  <c:v>9.4991400000000006</c:v>
                </c:pt>
                <c:pt idx="1922">
                  <c:v>9.0307499999999994</c:v>
                </c:pt>
                <c:pt idx="1923">
                  <c:v>8.3634599999999999</c:v>
                </c:pt>
                <c:pt idx="1924">
                  <c:v>8.64194</c:v>
                </c:pt>
                <c:pt idx="1925">
                  <c:v>9.1368399999999994</c:v>
                </c:pt>
                <c:pt idx="1926">
                  <c:v>9.3385899999999999</c:v>
                </c:pt>
                <c:pt idx="1927">
                  <c:v>8.9212600000000002</c:v>
                </c:pt>
                <c:pt idx="1928">
                  <c:v>9.3048199999999994</c:v>
                </c:pt>
                <c:pt idx="1929">
                  <c:v>9.3923500000000004</c:v>
                </c:pt>
                <c:pt idx="1930">
                  <c:v>9.36937</c:v>
                </c:pt>
                <c:pt idx="1931">
                  <c:v>8.8757900000000003</c:v>
                </c:pt>
                <c:pt idx="1932">
                  <c:v>9.4395299999999995</c:v>
                </c:pt>
                <c:pt idx="1933">
                  <c:v>9.2792100000000008</c:v>
                </c:pt>
                <c:pt idx="1934">
                  <c:v>9.1302699999999994</c:v>
                </c:pt>
                <c:pt idx="1935">
                  <c:v>8.9213900000000006</c:v>
                </c:pt>
                <c:pt idx="1936">
                  <c:v>8.7050999999999998</c:v>
                </c:pt>
                <c:pt idx="1937">
                  <c:v>9.2328600000000005</c:v>
                </c:pt>
                <c:pt idx="1938">
                  <c:v>9.0796399999999995</c:v>
                </c:pt>
                <c:pt idx="1939">
                  <c:v>8.8570899999999995</c:v>
                </c:pt>
                <c:pt idx="1940">
                  <c:v>9.0142000000000007</c:v>
                </c:pt>
                <c:pt idx="1941">
                  <c:v>9.7350399999999997</c:v>
                </c:pt>
                <c:pt idx="1942">
                  <c:v>9.7402599999999993</c:v>
                </c:pt>
                <c:pt idx="1943">
                  <c:v>8.6732999999999993</c:v>
                </c:pt>
                <c:pt idx="1944">
                  <c:v>8.8468</c:v>
                </c:pt>
                <c:pt idx="1945">
                  <c:v>8.9920799999999996</c:v>
                </c:pt>
                <c:pt idx="1946">
                  <c:v>9.2981700000000007</c:v>
                </c:pt>
                <c:pt idx="1947">
                  <c:v>8.7099600000000006</c:v>
                </c:pt>
                <c:pt idx="1948">
                  <c:v>8.9201599999999992</c:v>
                </c:pt>
                <c:pt idx="1949">
                  <c:v>8.6049299999999995</c:v>
                </c:pt>
                <c:pt idx="1950">
                  <c:v>8.9659099999999992</c:v>
                </c:pt>
                <c:pt idx="1951">
                  <c:v>9.44482</c:v>
                </c:pt>
                <c:pt idx="1952">
                  <c:v>8.9611199999999993</c:v>
                </c:pt>
                <c:pt idx="1953">
                  <c:v>9.0032099999999993</c:v>
                </c:pt>
                <c:pt idx="1954">
                  <c:v>9.1571599999999993</c:v>
                </c:pt>
                <c:pt idx="1955">
                  <c:v>8.5948799999999999</c:v>
                </c:pt>
                <c:pt idx="1956">
                  <c:v>8.8462399999999999</c:v>
                </c:pt>
                <c:pt idx="1957">
                  <c:v>8.7597199999999997</c:v>
                </c:pt>
                <c:pt idx="1958">
                  <c:v>9.1997800000000005</c:v>
                </c:pt>
                <c:pt idx="1959">
                  <c:v>9.0195699999999999</c:v>
                </c:pt>
                <c:pt idx="1960">
                  <c:v>8.6954100000000007</c:v>
                </c:pt>
                <c:pt idx="1961">
                  <c:v>9.1735500000000005</c:v>
                </c:pt>
                <c:pt idx="1962">
                  <c:v>9.1254299999999997</c:v>
                </c:pt>
                <c:pt idx="1963">
                  <c:v>9.3136500000000009</c:v>
                </c:pt>
                <c:pt idx="1964">
                  <c:v>8.8287499999999994</c:v>
                </c:pt>
                <c:pt idx="1965">
                  <c:v>8.8040599999999998</c:v>
                </c:pt>
                <c:pt idx="1966">
                  <c:v>9.2279499999999999</c:v>
                </c:pt>
                <c:pt idx="1967">
                  <c:v>8.7212599999999991</c:v>
                </c:pt>
                <c:pt idx="1968">
                  <c:v>8.95214</c:v>
                </c:pt>
                <c:pt idx="1969">
                  <c:v>9.1001399999999997</c:v>
                </c:pt>
                <c:pt idx="1970">
                  <c:v>8.6126100000000001</c:v>
                </c:pt>
                <c:pt idx="1971">
                  <c:v>8.8427500000000006</c:v>
                </c:pt>
                <c:pt idx="1972">
                  <c:v>8.4648000000000003</c:v>
                </c:pt>
                <c:pt idx="1973">
                  <c:v>8.2492000000000001</c:v>
                </c:pt>
                <c:pt idx="1974">
                  <c:v>8.5261800000000001</c:v>
                </c:pt>
                <c:pt idx="1975">
                  <c:v>8.9886800000000004</c:v>
                </c:pt>
                <c:pt idx="1976">
                  <c:v>8.9716900000000006</c:v>
                </c:pt>
                <c:pt idx="1977">
                  <c:v>8.8908500000000004</c:v>
                </c:pt>
                <c:pt idx="1978">
                  <c:v>9.01187</c:v>
                </c:pt>
                <c:pt idx="1979">
                  <c:v>9.0771300000000004</c:v>
                </c:pt>
                <c:pt idx="1980">
                  <c:v>9.0016800000000003</c:v>
                </c:pt>
                <c:pt idx="1981">
                  <c:v>9.7199899999999992</c:v>
                </c:pt>
                <c:pt idx="1982">
                  <c:v>9.1762099999999993</c:v>
                </c:pt>
                <c:pt idx="1983">
                  <c:v>9.1930300000000003</c:v>
                </c:pt>
                <c:pt idx="1984">
                  <c:v>8.8920300000000001</c:v>
                </c:pt>
                <c:pt idx="1985">
                  <c:v>8.8336199999999998</c:v>
                </c:pt>
                <c:pt idx="1986">
                  <c:v>9.1645599999999998</c:v>
                </c:pt>
                <c:pt idx="1987">
                  <c:v>8.6755200000000006</c:v>
                </c:pt>
                <c:pt idx="1988">
                  <c:v>8.6948000000000008</c:v>
                </c:pt>
                <c:pt idx="1989">
                  <c:v>9.2785200000000003</c:v>
                </c:pt>
                <c:pt idx="1990">
                  <c:v>9.0105900000000005</c:v>
                </c:pt>
                <c:pt idx="1991">
                  <c:v>8.7276500000000006</c:v>
                </c:pt>
                <c:pt idx="1992">
                  <c:v>9.0127299999999995</c:v>
                </c:pt>
                <c:pt idx="1993">
                  <c:v>9.3749599999999997</c:v>
                </c:pt>
                <c:pt idx="1994">
                  <c:v>9.1004000000000005</c:v>
                </c:pt>
                <c:pt idx="1995">
                  <c:v>9.0156200000000002</c:v>
                </c:pt>
                <c:pt idx="1996">
                  <c:v>9.17544</c:v>
                </c:pt>
                <c:pt idx="1997">
                  <c:v>9.2828199999999992</c:v>
                </c:pt>
                <c:pt idx="1998">
                  <c:v>8.4148999999999994</c:v>
                </c:pt>
                <c:pt idx="1999">
                  <c:v>8.9985999999999997</c:v>
                </c:pt>
                <c:pt idx="2000">
                  <c:v>8.7687299999999997</c:v>
                </c:pt>
                <c:pt idx="2001">
                  <c:v>9.4543499999999998</c:v>
                </c:pt>
                <c:pt idx="2002">
                  <c:v>9.8480699999999999</c:v>
                </c:pt>
                <c:pt idx="2003">
                  <c:v>8.9677699999999998</c:v>
                </c:pt>
                <c:pt idx="2004">
                  <c:v>8.6325199999999995</c:v>
                </c:pt>
                <c:pt idx="2005">
                  <c:v>8.6299700000000001</c:v>
                </c:pt>
                <c:pt idx="2006">
                  <c:v>9.1026900000000008</c:v>
                </c:pt>
                <c:pt idx="2007">
                  <c:v>9.3857599999999994</c:v>
                </c:pt>
                <c:pt idx="2008">
                  <c:v>9.1870799999999999</c:v>
                </c:pt>
                <c:pt idx="2009">
                  <c:v>9.0501500000000004</c:v>
                </c:pt>
                <c:pt idx="2010">
                  <c:v>8.8941700000000008</c:v>
                </c:pt>
                <c:pt idx="2011">
                  <c:v>8.9385100000000008</c:v>
                </c:pt>
                <c:pt idx="2012">
                  <c:v>9.09023</c:v>
                </c:pt>
                <c:pt idx="2013">
                  <c:v>8.8192299999999992</c:v>
                </c:pt>
                <c:pt idx="2014">
                  <c:v>8.4346599999999992</c:v>
                </c:pt>
                <c:pt idx="2015">
                  <c:v>8.6632700000000007</c:v>
                </c:pt>
                <c:pt idx="2016">
                  <c:v>9.4005899999999993</c:v>
                </c:pt>
                <c:pt idx="2017">
                  <c:v>9.3182399999999994</c:v>
                </c:pt>
                <c:pt idx="2018">
                  <c:v>8.9688700000000008</c:v>
                </c:pt>
                <c:pt idx="2019">
                  <c:v>9.2250099999999993</c:v>
                </c:pt>
                <c:pt idx="2020">
                  <c:v>8.4494699999999998</c:v>
                </c:pt>
                <c:pt idx="2021">
                  <c:v>8.5525000000000002</c:v>
                </c:pt>
                <c:pt idx="2022">
                  <c:v>9.1256000000000004</c:v>
                </c:pt>
                <c:pt idx="2023">
                  <c:v>9.1332599999999999</c:v>
                </c:pt>
                <c:pt idx="2024">
                  <c:v>9.1881900000000005</c:v>
                </c:pt>
                <c:pt idx="2025">
                  <c:v>9.0788200000000003</c:v>
                </c:pt>
                <c:pt idx="2026">
                  <c:v>8.7065000000000001</c:v>
                </c:pt>
                <c:pt idx="2027">
                  <c:v>8.7308599999999998</c:v>
                </c:pt>
                <c:pt idx="2028">
                  <c:v>8.6027000000000005</c:v>
                </c:pt>
                <c:pt idx="2029">
                  <c:v>8.6176200000000005</c:v>
                </c:pt>
                <c:pt idx="2030">
                  <c:v>8.2378</c:v>
                </c:pt>
                <c:pt idx="2031">
                  <c:v>8.5577199999999998</c:v>
                </c:pt>
                <c:pt idx="2032">
                  <c:v>9.2019500000000001</c:v>
                </c:pt>
                <c:pt idx="2033">
                  <c:v>9.14419</c:v>
                </c:pt>
                <c:pt idx="2034">
                  <c:v>9.4610699999999994</c:v>
                </c:pt>
                <c:pt idx="2035">
                  <c:v>8.8616899999999994</c:v>
                </c:pt>
                <c:pt idx="2036">
                  <c:v>8.2038100000000007</c:v>
                </c:pt>
                <c:pt idx="2037">
                  <c:v>8.8933999999999997</c:v>
                </c:pt>
                <c:pt idx="2038">
                  <c:v>9.7895099999999999</c:v>
                </c:pt>
                <c:pt idx="2039">
                  <c:v>8.7299399999999991</c:v>
                </c:pt>
                <c:pt idx="2040">
                  <c:v>9.4837600000000002</c:v>
                </c:pt>
                <c:pt idx="2041">
                  <c:v>8.9034099999999992</c:v>
                </c:pt>
                <c:pt idx="2042">
                  <c:v>9.6644199999999998</c:v>
                </c:pt>
                <c:pt idx="2043">
                  <c:v>9.3083399999999994</c:v>
                </c:pt>
                <c:pt idx="2044">
                  <c:v>9.2019500000000001</c:v>
                </c:pt>
                <c:pt idx="2045">
                  <c:v>9.2286599999999996</c:v>
                </c:pt>
                <c:pt idx="2046">
                  <c:v>8.8044100000000007</c:v>
                </c:pt>
                <c:pt idx="2047">
                  <c:v>8.9928699999999999</c:v>
                </c:pt>
                <c:pt idx="2048">
                  <c:v>9.4614999999999991</c:v>
                </c:pt>
                <c:pt idx="2049">
                  <c:v>9.4210399999999996</c:v>
                </c:pt>
                <c:pt idx="2050">
                  <c:v>9.1376299999999997</c:v>
                </c:pt>
                <c:pt idx="2051">
                  <c:v>9.1783199999999994</c:v>
                </c:pt>
                <c:pt idx="2052">
                  <c:v>9.2726500000000005</c:v>
                </c:pt>
                <c:pt idx="2053">
                  <c:v>9.0952599999999997</c:v>
                </c:pt>
                <c:pt idx="2054">
                  <c:v>9.1459200000000003</c:v>
                </c:pt>
                <c:pt idx="2055">
                  <c:v>9.2242099999999994</c:v>
                </c:pt>
                <c:pt idx="2056">
                  <c:v>8.6439500000000002</c:v>
                </c:pt>
                <c:pt idx="2057">
                  <c:v>8.8588100000000001</c:v>
                </c:pt>
                <c:pt idx="2058">
                  <c:v>9.0138800000000003</c:v>
                </c:pt>
                <c:pt idx="2059">
                  <c:v>9.1822900000000001</c:v>
                </c:pt>
                <c:pt idx="2060">
                  <c:v>9.2410499999999995</c:v>
                </c:pt>
                <c:pt idx="2061">
                  <c:v>8.9573199999999993</c:v>
                </c:pt>
                <c:pt idx="2062">
                  <c:v>8.8971599999999995</c:v>
                </c:pt>
                <c:pt idx="2063">
                  <c:v>8.8519799999999993</c:v>
                </c:pt>
                <c:pt idx="2064">
                  <c:v>8.5459800000000001</c:v>
                </c:pt>
                <c:pt idx="2065">
                  <c:v>9.3860200000000003</c:v>
                </c:pt>
                <c:pt idx="2066">
                  <c:v>9.5354200000000002</c:v>
                </c:pt>
                <c:pt idx="2067">
                  <c:v>9.0975300000000008</c:v>
                </c:pt>
                <c:pt idx="2068">
                  <c:v>9.4184999999999999</c:v>
                </c:pt>
                <c:pt idx="2069">
                  <c:v>9.1890300000000007</c:v>
                </c:pt>
                <c:pt idx="2070">
                  <c:v>8.9304299999999994</c:v>
                </c:pt>
                <c:pt idx="2071">
                  <c:v>9.1392000000000007</c:v>
                </c:pt>
                <c:pt idx="2072">
                  <c:v>9.3846500000000006</c:v>
                </c:pt>
                <c:pt idx="2073">
                  <c:v>9.5469500000000007</c:v>
                </c:pt>
                <c:pt idx="2074">
                  <c:v>8.9255499999999994</c:v>
                </c:pt>
                <c:pt idx="2075">
                  <c:v>8.4186999999999994</c:v>
                </c:pt>
                <c:pt idx="2076">
                  <c:v>8.7988300000000006</c:v>
                </c:pt>
                <c:pt idx="2077">
                  <c:v>9.4065600000000007</c:v>
                </c:pt>
                <c:pt idx="2078">
                  <c:v>9.1480200000000007</c:v>
                </c:pt>
                <c:pt idx="2079">
                  <c:v>9.1879200000000001</c:v>
                </c:pt>
                <c:pt idx="2080">
                  <c:v>9.1751000000000005</c:v>
                </c:pt>
                <c:pt idx="2081">
                  <c:v>8.9428900000000002</c:v>
                </c:pt>
                <c:pt idx="2082">
                  <c:v>8.9477700000000002</c:v>
                </c:pt>
                <c:pt idx="2083">
                  <c:v>9.6821800000000007</c:v>
                </c:pt>
                <c:pt idx="2084">
                  <c:v>9.3736999999999995</c:v>
                </c:pt>
                <c:pt idx="2085">
                  <c:v>9.1031899999999997</c:v>
                </c:pt>
                <c:pt idx="2086">
                  <c:v>8.5964600000000004</c:v>
                </c:pt>
                <c:pt idx="2087">
                  <c:v>9.7096300000000006</c:v>
                </c:pt>
                <c:pt idx="2088">
                  <c:v>9.3960699999999999</c:v>
                </c:pt>
                <c:pt idx="2089">
                  <c:v>8.9731900000000007</c:v>
                </c:pt>
                <c:pt idx="2090">
                  <c:v>8.8254300000000008</c:v>
                </c:pt>
                <c:pt idx="2091">
                  <c:v>9.5708800000000007</c:v>
                </c:pt>
                <c:pt idx="2092">
                  <c:v>9.3395499999999991</c:v>
                </c:pt>
                <c:pt idx="2093">
                  <c:v>9.5781600000000005</c:v>
                </c:pt>
                <c:pt idx="2094">
                  <c:v>9.3483599999999996</c:v>
                </c:pt>
                <c:pt idx="2095">
                  <c:v>9.5397400000000001</c:v>
                </c:pt>
                <c:pt idx="2096">
                  <c:v>8.62134</c:v>
                </c:pt>
                <c:pt idx="2097">
                  <c:v>8.87575</c:v>
                </c:pt>
                <c:pt idx="2098">
                  <c:v>9.2760800000000003</c:v>
                </c:pt>
                <c:pt idx="2099">
                  <c:v>8.7981700000000007</c:v>
                </c:pt>
                <c:pt idx="2100">
                  <c:v>8.6745400000000004</c:v>
                </c:pt>
                <c:pt idx="2101">
                  <c:v>8.8808100000000003</c:v>
                </c:pt>
                <c:pt idx="2102">
                  <c:v>9.0243500000000001</c:v>
                </c:pt>
                <c:pt idx="2103">
                  <c:v>9.23794</c:v>
                </c:pt>
                <c:pt idx="2104">
                  <c:v>9.5581999999999994</c:v>
                </c:pt>
                <c:pt idx="2105">
                  <c:v>8.9937199999999997</c:v>
                </c:pt>
                <c:pt idx="2106">
                  <c:v>9.1610099999999992</c:v>
                </c:pt>
                <c:pt idx="2107">
                  <c:v>9.5691799999999994</c:v>
                </c:pt>
                <c:pt idx="2108">
                  <c:v>9.1662700000000008</c:v>
                </c:pt>
                <c:pt idx="2109">
                  <c:v>9.2348099999999995</c:v>
                </c:pt>
                <c:pt idx="2110">
                  <c:v>9.5859400000000008</c:v>
                </c:pt>
                <c:pt idx="2111">
                  <c:v>9.5962300000000003</c:v>
                </c:pt>
                <c:pt idx="2112">
                  <c:v>8.6885600000000007</c:v>
                </c:pt>
                <c:pt idx="2113">
                  <c:v>9.0249799999999993</c:v>
                </c:pt>
                <c:pt idx="2114">
                  <c:v>8.6938099999999991</c:v>
                </c:pt>
                <c:pt idx="2115">
                  <c:v>9.3825299999999991</c:v>
                </c:pt>
                <c:pt idx="2116">
                  <c:v>9.1624099999999995</c:v>
                </c:pt>
                <c:pt idx="2117">
                  <c:v>9.5135799999999993</c:v>
                </c:pt>
                <c:pt idx="2118">
                  <c:v>9.8595199999999998</c:v>
                </c:pt>
                <c:pt idx="2119">
                  <c:v>9.2797499999999999</c:v>
                </c:pt>
                <c:pt idx="2120">
                  <c:v>8.9784000000000006</c:v>
                </c:pt>
                <c:pt idx="2121">
                  <c:v>9.3551199999999994</c:v>
                </c:pt>
                <c:pt idx="2122">
                  <c:v>9.5800699999999992</c:v>
                </c:pt>
                <c:pt idx="2123">
                  <c:v>9.4684699999999999</c:v>
                </c:pt>
                <c:pt idx="2124">
                  <c:v>9.0058100000000003</c:v>
                </c:pt>
                <c:pt idx="2125">
                  <c:v>8.8645200000000006</c:v>
                </c:pt>
                <c:pt idx="2126">
                  <c:v>8.8335100000000004</c:v>
                </c:pt>
                <c:pt idx="2127">
                  <c:v>8.9688599999999994</c:v>
                </c:pt>
                <c:pt idx="2128">
                  <c:v>8.8062400000000007</c:v>
                </c:pt>
                <c:pt idx="2129">
                  <c:v>8.7087800000000009</c:v>
                </c:pt>
                <c:pt idx="2130">
                  <c:v>9.2954699999999999</c:v>
                </c:pt>
                <c:pt idx="2131">
                  <c:v>8.8694299999999995</c:v>
                </c:pt>
                <c:pt idx="2132">
                  <c:v>8.7824399999999994</c:v>
                </c:pt>
                <c:pt idx="2133">
                  <c:v>8.8750900000000001</c:v>
                </c:pt>
                <c:pt idx="2134">
                  <c:v>8.8225899999999999</c:v>
                </c:pt>
                <c:pt idx="2135">
                  <c:v>9.3774800000000003</c:v>
                </c:pt>
                <c:pt idx="2136">
                  <c:v>8.9061699999999995</c:v>
                </c:pt>
                <c:pt idx="2137">
                  <c:v>9.1134199999999996</c:v>
                </c:pt>
                <c:pt idx="2138">
                  <c:v>9.6466200000000004</c:v>
                </c:pt>
                <c:pt idx="2139">
                  <c:v>9.2078199999999999</c:v>
                </c:pt>
                <c:pt idx="2140">
                  <c:v>8.7978100000000001</c:v>
                </c:pt>
                <c:pt idx="2141">
                  <c:v>9.0490700000000004</c:v>
                </c:pt>
                <c:pt idx="2142">
                  <c:v>8.7434700000000003</c:v>
                </c:pt>
                <c:pt idx="2143">
                  <c:v>8.6696799999999996</c:v>
                </c:pt>
                <c:pt idx="2144">
                  <c:v>8.9992699999999992</c:v>
                </c:pt>
                <c:pt idx="2145">
                  <c:v>9.5322999999999993</c:v>
                </c:pt>
                <c:pt idx="2146">
                  <c:v>9.93811</c:v>
                </c:pt>
                <c:pt idx="2147">
                  <c:v>9.5246700000000004</c:v>
                </c:pt>
                <c:pt idx="2148">
                  <c:v>9.0426000000000002</c:v>
                </c:pt>
                <c:pt idx="2149">
                  <c:v>8.87148</c:v>
                </c:pt>
                <c:pt idx="2150">
                  <c:v>8.9884199999999996</c:v>
                </c:pt>
                <c:pt idx="2151">
                  <c:v>9.0550499999999996</c:v>
                </c:pt>
                <c:pt idx="2152">
                  <c:v>8.9861500000000003</c:v>
                </c:pt>
                <c:pt idx="2153">
                  <c:v>8.5539400000000008</c:v>
                </c:pt>
                <c:pt idx="2154">
                  <c:v>8.8036799999999999</c:v>
                </c:pt>
                <c:pt idx="2155">
                  <c:v>8.8500700000000005</c:v>
                </c:pt>
                <c:pt idx="2156">
                  <c:v>9.2241599999999995</c:v>
                </c:pt>
                <c:pt idx="2157">
                  <c:v>8.9562500000000007</c:v>
                </c:pt>
                <c:pt idx="2158">
                  <c:v>8.5547699999999995</c:v>
                </c:pt>
                <c:pt idx="2159">
                  <c:v>9.0467099999999991</c:v>
                </c:pt>
                <c:pt idx="2160">
                  <c:v>9.8555499999999991</c:v>
                </c:pt>
                <c:pt idx="2161">
                  <c:v>8.8721599999999992</c:v>
                </c:pt>
                <c:pt idx="2162">
                  <c:v>9.22072</c:v>
                </c:pt>
                <c:pt idx="2163">
                  <c:v>9.2930899999999994</c:v>
                </c:pt>
                <c:pt idx="2164">
                  <c:v>9.1685999999999996</c:v>
                </c:pt>
                <c:pt idx="2165">
                  <c:v>9.6642700000000001</c:v>
                </c:pt>
                <c:pt idx="2166">
                  <c:v>9.4100900000000003</c:v>
                </c:pt>
                <c:pt idx="2167">
                  <c:v>9.3826699999999992</c:v>
                </c:pt>
                <c:pt idx="2168">
                  <c:v>9.1180400000000006</c:v>
                </c:pt>
                <c:pt idx="2169">
                  <c:v>8.7093500000000006</c:v>
                </c:pt>
                <c:pt idx="2170">
                  <c:v>9.3252100000000002</c:v>
                </c:pt>
                <c:pt idx="2171">
                  <c:v>9.1338600000000003</c:v>
                </c:pt>
                <c:pt idx="2172">
                  <c:v>9.4552099999999992</c:v>
                </c:pt>
                <c:pt idx="2173">
                  <c:v>9.42075</c:v>
                </c:pt>
                <c:pt idx="2174">
                  <c:v>9.0088299999999997</c:v>
                </c:pt>
                <c:pt idx="2175">
                  <c:v>8.6938899999999997</c:v>
                </c:pt>
                <c:pt idx="2176">
                  <c:v>8.8162800000000008</c:v>
                </c:pt>
                <c:pt idx="2177">
                  <c:v>9.2107500000000009</c:v>
                </c:pt>
                <c:pt idx="2178">
                  <c:v>8.8213699999999999</c:v>
                </c:pt>
                <c:pt idx="2179">
                  <c:v>8.5674299999999999</c:v>
                </c:pt>
                <c:pt idx="2180">
                  <c:v>8.3972800000000003</c:v>
                </c:pt>
                <c:pt idx="2181">
                  <c:v>9.1637500000000003</c:v>
                </c:pt>
                <c:pt idx="2182">
                  <c:v>10.191700000000001</c:v>
                </c:pt>
                <c:pt idx="2183">
                  <c:v>9.1946600000000007</c:v>
                </c:pt>
                <c:pt idx="2184">
                  <c:v>10.094099999999999</c:v>
                </c:pt>
                <c:pt idx="2185">
                  <c:v>9.01966</c:v>
                </c:pt>
                <c:pt idx="2186">
                  <c:v>9.5335699999999992</c:v>
                </c:pt>
                <c:pt idx="2187">
                  <c:v>9.1715499999999999</c:v>
                </c:pt>
                <c:pt idx="2188">
                  <c:v>8.8558800000000009</c:v>
                </c:pt>
                <c:pt idx="2189">
                  <c:v>9.1673500000000008</c:v>
                </c:pt>
                <c:pt idx="2190">
                  <c:v>8.4002099999999995</c:v>
                </c:pt>
                <c:pt idx="2191">
                  <c:v>8.6876999999999995</c:v>
                </c:pt>
                <c:pt idx="2192">
                  <c:v>8.5848200000000006</c:v>
                </c:pt>
                <c:pt idx="2193">
                  <c:v>8.8466299999999993</c:v>
                </c:pt>
                <c:pt idx="2194">
                  <c:v>8.9236599999999999</c:v>
                </c:pt>
                <c:pt idx="2195">
                  <c:v>8.8028600000000008</c:v>
                </c:pt>
                <c:pt idx="2196">
                  <c:v>8.8409999999999993</c:v>
                </c:pt>
                <c:pt idx="2197">
                  <c:v>9.2433499999999995</c:v>
                </c:pt>
                <c:pt idx="2198">
                  <c:v>8.6117100000000004</c:v>
                </c:pt>
                <c:pt idx="2199">
                  <c:v>8.8320699999999999</c:v>
                </c:pt>
                <c:pt idx="2200">
                  <c:v>9.2552800000000008</c:v>
                </c:pt>
                <c:pt idx="2201">
                  <c:v>10.1675</c:v>
                </c:pt>
                <c:pt idx="2202">
                  <c:v>9.1294400000000007</c:v>
                </c:pt>
                <c:pt idx="2203">
                  <c:v>9.2836700000000008</c:v>
                </c:pt>
                <c:pt idx="2204">
                  <c:v>9.6166599999999995</c:v>
                </c:pt>
                <c:pt idx="2205">
                  <c:v>9.5301299999999998</c:v>
                </c:pt>
                <c:pt idx="2206">
                  <c:v>9.1218699999999995</c:v>
                </c:pt>
                <c:pt idx="2207">
                  <c:v>8.9943899999999992</c:v>
                </c:pt>
                <c:pt idx="2208">
                  <c:v>9.0494900000000005</c:v>
                </c:pt>
                <c:pt idx="2209">
                  <c:v>9.1299299999999999</c:v>
                </c:pt>
                <c:pt idx="2210">
                  <c:v>9.2726500000000005</c:v>
                </c:pt>
                <c:pt idx="2211">
                  <c:v>9.2016299999999998</c:v>
                </c:pt>
                <c:pt idx="2212">
                  <c:v>9.0139600000000009</c:v>
                </c:pt>
                <c:pt idx="2213">
                  <c:v>8.9493600000000004</c:v>
                </c:pt>
                <c:pt idx="2214">
                  <c:v>8.7121999999999993</c:v>
                </c:pt>
                <c:pt idx="2215">
                  <c:v>9.23705</c:v>
                </c:pt>
                <c:pt idx="2216">
                  <c:v>9.0047200000000007</c:v>
                </c:pt>
                <c:pt idx="2217">
                  <c:v>9.1428100000000008</c:v>
                </c:pt>
                <c:pt idx="2218">
                  <c:v>8.8247300000000006</c:v>
                </c:pt>
                <c:pt idx="2219">
                  <c:v>9.1311800000000005</c:v>
                </c:pt>
                <c:pt idx="2220">
                  <c:v>8.9903099999999991</c:v>
                </c:pt>
                <c:pt idx="2221">
                  <c:v>9.0222800000000003</c:v>
                </c:pt>
                <c:pt idx="2222">
                  <c:v>9.5485600000000002</c:v>
                </c:pt>
                <c:pt idx="2223">
                  <c:v>8.9087800000000001</c:v>
                </c:pt>
                <c:pt idx="2224">
                  <c:v>9.0109399999999997</c:v>
                </c:pt>
                <c:pt idx="2225">
                  <c:v>8.9511900000000004</c:v>
                </c:pt>
                <c:pt idx="2226">
                  <c:v>9.1146899999999995</c:v>
                </c:pt>
                <c:pt idx="2227">
                  <c:v>8.9454899999999995</c:v>
                </c:pt>
                <c:pt idx="2228">
                  <c:v>8.6310199999999995</c:v>
                </c:pt>
                <c:pt idx="2229">
                  <c:v>9.0047999999999995</c:v>
                </c:pt>
                <c:pt idx="2230">
                  <c:v>9.0514299999999999</c:v>
                </c:pt>
                <c:pt idx="2231">
                  <c:v>8.9767499999999991</c:v>
                </c:pt>
                <c:pt idx="2232">
                  <c:v>8.9063499999999998</c:v>
                </c:pt>
                <c:pt idx="2233">
                  <c:v>9.2898399999999999</c:v>
                </c:pt>
                <c:pt idx="2234">
                  <c:v>9.2093399999999992</c:v>
                </c:pt>
                <c:pt idx="2235">
                  <c:v>8.8914299999999997</c:v>
                </c:pt>
                <c:pt idx="2236">
                  <c:v>8.98095</c:v>
                </c:pt>
                <c:pt idx="2237">
                  <c:v>9.9406800000000004</c:v>
                </c:pt>
                <c:pt idx="2238">
                  <c:v>9.2954699999999999</c:v>
                </c:pt>
                <c:pt idx="2239">
                  <c:v>8.7106100000000009</c:v>
                </c:pt>
                <c:pt idx="2240">
                  <c:v>8.9654100000000003</c:v>
                </c:pt>
                <c:pt idx="2241">
                  <c:v>8.8462800000000001</c:v>
                </c:pt>
                <c:pt idx="2242">
                  <c:v>8.6976899999999997</c:v>
                </c:pt>
                <c:pt idx="2243">
                  <c:v>8.5442800000000005</c:v>
                </c:pt>
                <c:pt idx="2244">
                  <c:v>9.1695600000000006</c:v>
                </c:pt>
                <c:pt idx="2245">
                  <c:v>9.2918199999999995</c:v>
                </c:pt>
                <c:pt idx="2246">
                  <c:v>8.9309499999999993</c:v>
                </c:pt>
                <c:pt idx="2247">
                  <c:v>8.9592799999999997</c:v>
                </c:pt>
                <c:pt idx="2248">
                  <c:v>8.7284400000000009</c:v>
                </c:pt>
                <c:pt idx="2249">
                  <c:v>8.5575399999999995</c:v>
                </c:pt>
                <c:pt idx="2250">
                  <c:v>8.8240300000000005</c:v>
                </c:pt>
                <c:pt idx="2251">
                  <c:v>9.6874300000000009</c:v>
                </c:pt>
                <c:pt idx="2252">
                  <c:v>9.4738000000000007</c:v>
                </c:pt>
                <c:pt idx="2253">
                  <c:v>9.3114000000000008</c:v>
                </c:pt>
                <c:pt idx="2254">
                  <c:v>8.8747900000000008</c:v>
                </c:pt>
                <c:pt idx="2255">
                  <c:v>9.1232199999999999</c:v>
                </c:pt>
                <c:pt idx="2256">
                  <c:v>8.4655699999999996</c:v>
                </c:pt>
                <c:pt idx="2257">
                  <c:v>9.0928799999999992</c:v>
                </c:pt>
                <c:pt idx="2258">
                  <c:v>9.2113600000000009</c:v>
                </c:pt>
                <c:pt idx="2259">
                  <c:v>9.0103500000000007</c:v>
                </c:pt>
                <c:pt idx="2260">
                  <c:v>8.9445700000000006</c:v>
                </c:pt>
                <c:pt idx="2261">
                  <c:v>9.0636200000000002</c:v>
                </c:pt>
                <c:pt idx="2262">
                  <c:v>9.1731099999999994</c:v>
                </c:pt>
                <c:pt idx="2263">
                  <c:v>9.0613399999999995</c:v>
                </c:pt>
                <c:pt idx="2264">
                  <c:v>8.8771900000000006</c:v>
                </c:pt>
                <c:pt idx="2265">
                  <c:v>9.4451199999999993</c:v>
                </c:pt>
                <c:pt idx="2266">
                  <c:v>9.1909799999999997</c:v>
                </c:pt>
                <c:pt idx="2267">
                  <c:v>8.7789999999999999</c:v>
                </c:pt>
                <c:pt idx="2268">
                  <c:v>8.4159799999999994</c:v>
                </c:pt>
                <c:pt idx="2269">
                  <c:v>8.9296600000000002</c:v>
                </c:pt>
                <c:pt idx="2270">
                  <c:v>8.8430999999999997</c:v>
                </c:pt>
                <c:pt idx="2271">
                  <c:v>9.2311700000000005</c:v>
                </c:pt>
                <c:pt idx="2272">
                  <c:v>8.8345400000000005</c:v>
                </c:pt>
                <c:pt idx="2273">
                  <c:v>9.5306899999999999</c:v>
                </c:pt>
                <c:pt idx="2274">
                  <c:v>9.1273400000000002</c:v>
                </c:pt>
                <c:pt idx="2275">
                  <c:v>8.6271500000000003</c:v>
                </c:pt>
                <c:pt idx="2276">
                  <c:v>8.6604700000000001</c:v>
                </c:pt>
                <c:pt idx="2277">
                  <c:v>9.0174000000000003</c:v>
                </c:pt>
                <c:pt idx="2278">
                  <c:v>9.1166900000000002</c:v>
                </c:pt>
                <c:pt idx="2279">
                  <c:v>9.1749500000000008</c:v>
                </c:pt>
                <c:pt idx="2280">
                  <c:v>9.6281499999999998</c:v>
                </c:pt>
                <c:pt idx="2281">
                  <c:v>8.5006000000000004</c:v>
                </c:pt>
                <c:pt idx="2282">
                  <c:v>8.5985800000000001</c:v>
                </c:pt>
                <c:pt idx="2283">
                  <c:v>8.7007700000000003</c:v>
                </c:pt>
                <c:pt idx="2284">
                  <c:v>9.2020900000000001</c:v>
                </c:pt>
                <c:pt idx="2285">
                  <c:v>9.2280899999999999</c:v>
                </c:pt>
                <c:pt idx="2286">
                  <c:v>9.2354199999999995</c:v>
                </c:pt>
                <c:pt idx="2287">
                  <c:v>9.1805699999999995</c:v>
                </c:pt>
                <c:pt idx="2288">
                  <c:v>8.6814</c:v>
                </c:pt>
                <c:pt idx="2289">
                  <c:v>8.8303999999999991</c:v>
                </c:pt>
                <c:pt idx="2290">
                  <c:v>9.0382400000000001</c:v>
                </c:pt>
                <c:pt idx="2291">
                  <c:v>8.7262799999999991</c:v>
                </c:pt>
                <c:pt idx="2292">
                  <c:v>9.1137599999999992</c:v>
                </c:pt>
                <c:pt idx="2293">
                  <c:v>8.7048000000000005</c:v>
                </c:pt>
                <c:pt idx="2294">
                  <c:v>9.5455799999999993</c:v>
                </c:pt>
                <c:pt idx="2295">
                  <c:v>9.5467600000000008</c:v>
                </c:pt>
                <c:pt idx="2296">
                  <c:v>9.2071000000000005</c:v>
                </c:pt>
                <c:pt idx="2297">
                  <c:v>8.6944800000000004</c:v>
                </c:pt>
                <c:pt idx="2298">
                  <c:v>9.0258299999999991</c:v>
                </c:pt>
                <c:pt idx="2299">
                  <c:v>8.9392800000000001</c:v>
                </c:pt>
                <c:pt idx="2300">
                  <c:v>9.3341100000000008</c:v>
                </c:pt>
                <c:pt idx="2301">
                  <c:v>9.5966000000000005</c:v>
                </c:pt>
                <c:pt idx="2302">
                  <c:v>9.3095999999999997</c:v>
                </c:pt>
                <c:pt idx="2303">
                  <c:v>8.90794</c:v>
                </c:pt>
                <c:pt idx="2304">
                  <c:v>9.2791999999999994</c:v>
                </c:pt>
                <c:pt idx="2305">
                  <c:v>8.8868600000000004</c:v>
                </c:pt>
                <c:pt idx="2306">
                  <c:v>8.6229999999999993</c:v>
                </c:pt>
                <c:pt idx="2307">
                  <c:v>9.02121</c:v>
                </c:pt>
                <c:pt idx="2308">
                  <c:v>9.1494300000000006</c:v>
                </c:pt>
                <c:pt idx="2309">
                  <c:v>9.2085500000000007</c:v>
                </c:pt>
                <c:pt idx="2310">
                  <c:v>9.26356</c:v>
                </c:pt>
                <c:pt idx="2311">
                  <c:v>9.1003100000000003</c:v>
                </c:pt>
                <c:pt idx="2312">
                  <c:v>8.6713500000000003</c:v>
                </c:pt>
                <c:pt idx="2313">
                  <c:v>8.9499399999999998</c:v>
                </c:pt>
                <c:pt idx="2314">
                  <c:v>8.9071899999999999</c:v>
                </c:pt>
                <c:pt idx="2315">
                  <c:v>8.8271800000000002</c:v>
                </c:pt>
                <c:pt idx="2316">
                  <c:v>9.5033399999999997</c:v>
                </c:pt>
                <c:pt idx="2317">
                  <c:v>9.5160699999999991</c:v>
                </c:pt>
                <c:pt idx="2318">
                  <c:v>9.3914899999999992</c:v>
                </c:pt>
                <c:pt idx="2319">
                  <c:v>9.0158900000000006</c:v>
                </c:pt>
                <c:pt idx="2320">
                  <c:v>8.8463399999999996</c:v>
                </c:pt>
                <c:pt idx="2321">
                  <c:v>8.6875900000000001</c:v>
                </c:pt>
                <c:pt idx="2322">
                  <c:v>9.7166200000000007</c:v>
                </c:pt>
                <c:pt idx="2323">
                  <c:v>9.1559600000000003</c:v>
                </c:pt>
                <c:pt idx="2324">
                  <c:v>8.4859000000000009</c:v>
                </c:pt>
                <c:pt idx="2325">
                  <c:v>9.2612199999999998</c:v>
                </c:pt>
                <c:pt idx="2326">
                  <c:v>9.2696699999999996</c:v>
                </c:pt>
                <c:pt idx="2327">
                  <c:v>9.1179400000000008</c:v>
                </c:pt>
                <c:pt idx="2328">
                  <c:v>9.1608800000000006</c:v>
                </c:pt>
                <c:pt idx="2329">
                  <c:v>8.7970299999999995</c:v>
                </c:pt>
                <c:pt idx="2330">
                  <c:v>9.0201899999999995</c:v>
                </c:pt>
                <c:pt idx="2331">
                  <c:v>8.8697300000000006</c:v>
                </c:pt>
                <c:pt idx="2332">
                  <c:v>8.5361100000000008</c:v>
                </c:pt>
                <c:pt idx="2333">
                  <c:v>8.7780100000000001</c:v>
                </c:pt>
                <c:pt idx="2334">
                  <c:v>8.7824799999999996</c:v>
                </c:pt>
                <c:pt idx="2335">
                  <c:v>8.8405199999999997</c:v>
                </c:pt>
                <c:pt idx="2336">
                  <c:v>9.6049699999999998</c:v>
                </c:pt>
                <c:pt idx="2337">
                  <c:v>9.5309200000000001</c:v>
                </c:pt>
                <c:pt idx="2338">
                  <c:v>9.1084499999999995</c:v>
                </c:pt>
                <c:pt idx="2339">
                  <c:v>9.2602799999999998</c:v>
                </c:pt>
                <c:pt idx="2340">
                  <c:v>9.1003799999999995</c:v>
                </c:pt>
                <c:pt idx="2341">
                  <c:v>9.3651999999999997</c:v>
                </c:pt>
                <c:pt idx="2342">
                  <c:v>8.9719300000000004</c:v>
                </c:pt>
                <c:pt idx="2343">
                  <c:v>8.9096299999999999</c:v>
                </c:pt>
                <c:pt idx="2344">
                  <c:v>8.9584200000000003</c:v>
                </c:pt>
                <c:pt idx="2345">
                  <c:v>9.1139100000000006</c:v>
                </c:pt>
                <c:pt idx="2346">
                  <c:v>9.1208500000000008</c:v>
                </c:pt>
                <c:pt idx="2347">
                  <c:v>9.1696200000000001</c:v>
                </c:pt>
                <c:pt idx="2348">
                  <c:v>10.148400000000001</c:v>
                </c:pt>
                <c:pt idx="2349">
                  <c:v>8.5155999999999992</c:v>
                </c:pt>
                <c:pt idx="2350">
                  <c:v>8.7408099999999997</c:v>
                </c:pt>
                <c:pt idx="2351">
                  <c:v>9.1747800000000002</c:v>
                </c:pt>
                <c:pt idx="2352">
                  <c:v>9.1197300000000006</c:v>
                </c:pt>
                <c:pt idx="2353">
                  <c:v>8.77698</c:v>
                </c:pt>
                <c:pt idx="2354">
                  <c:v>8.8397500000000004</c:v>
                </c:pt>
                <c:pt idx="2355">
                  <c:v>9.2213700000000003</c:v>
                </c:pt>
                <c:pt idx="2356">
                  <c:v>9.0464599999999997</c:v>
                </c:pt>
                <c:pt idx="2357">
                  <c:v>9.0666100000000007</c:v>
                </c:pt>
                <c:pt idx="2358">
                  <c:v>8.9875000000000007</c:v>
                </c:pt>
                <c:pt idx="2359">
                  <c:v>9.3209300000000006</c:v>
                </c:pt>
                <c:pt idx="2360">
                  <c:v>9.3420900000000007</c:v>
                </c:pt>
                <c:pt idx="2361">
                  <c:v>8.6870999999999992</c:v>
                </c:pt>
                <c:pt idx="2362">
                  <c:v>9.0416600000000003</c:v>
                </c:pt>
                <c:pt idx="2363">
                  <c:v>9.5627800000000001</c:v>
                </c:pt>
                <c:pt idx="2364">
                  <c:v>9.9216999999999995</c:v>
                </c:pt>
                <c:pt idx="2365">
                  <c:v>8.9372900000000008</c:v>
                </c:pt>
                <c:pt idx="2366">
                  <c:v>9.2410599999999992</c:v>
                </c:pt>
                <c:pt idx="2367">
                  <c:v>9.1354799999999994</c:v>
                </c:pt>
                <c:pt idx="2368">
                  <c:v>8.7088800000000006</c:v>
                </c:pt>
                <c:pt idx="2369">
                  <c:v>9.1399799999999995</c:v>
                </c:pt>
                <c:pt idx="2370">
                  <c:v>9.2090300000000003</c:v>
                </c:pt>
                <c:pt idx="2371">
                  <c:v>9.0897500000000004</c:v>
                </c:pt>
                <c:pt idx="2372">
                  <c:v>9.2452100000000002</c:v>
                </c:pt>
                <c:pt idx="2373">
                  <c:v>9.0654900000000005</c:v>
                </c:pt>
                <c:pt idx="2374">
                  <c:v>8.6309199999999997</c:v>
                </c:pt>
                <c:pt idx="2375">
                  <c:v>8.5003899999999994</c:v>
                </c:pt>
                <c:pt idx="2376">
                  <c:v>8.9856300000000005</c:v>
                </c:pt>
                <c:pt idx="2377">
                  <c:v>8.9613399999999999</c:v>
                </c:pt>
                <c:pt idx="2378">
                  <c:v>9.4564400000000006</c:v>
                </c:pt>
                <c:pt idx="2379">
                  <c:v>9.1022400000000001</c:v>
                </c:pt>
                <c:pt idx="2380">
                  <c:v>8.8912300000000002</c:v>
                </c:pt>
                <c:pt idx="2381">
                  <c:v>9.1815099999999994</c:v>
                </c:pt>
                <c:pt idx="2382">
                  <c:v>8.9861500000000003</c:v>
                </c:pt>
                <c:pt idx="2383">
                  <c:v>8.9345800000000004</c:v>
                </c:pt>
                <c:pt idx="2384">
                  <c:v>9.4001599999999996</c:v>
                </c:pt>
                <c:pt idx="2385">
                  <c:v>8.8323599999999995</c:v>
                </c:pt>
                <c:pt idx="2386">
                  <c:v>8.8885299999999994</c:v>
                </c:pt>
                <c:pt idx="2387">
                  <c:v>9.1704000000000008</c:v>
                </c:pt>
                <c:pt idx="2388">
                  <c:v>9.9333399999999994</c:v>
                </c:pt>
                <c:pt idx="2389">
                  <c:v>8.8234300000000001</c:v>
                </c:pt>
                <c:pt idx="2390">
                  <c:v>9.5358499999999999</c:v>
                </c:pt>
                <c:pt idx="2391">
                  <c:v>9.1183099999999992</c:v>
                </c:pt>
                <c:pt idx="2392">
                  <c:v>8.6926000000000005</c:v>
                </c:pt>
                <c:pt idx="2393">
                  <c:v>9.3245699999999996</c:v>
                </c:pt>
                <c:pt idx="2394">
                  <c:v>9.2654800000000002</c:v>
                </c:pt>
                <c:pt idx="2395">
                  <c:v>9.27196</c:v>
                </c:pt>
                <c:pt idx="2396">
                  <c:v>8.9350799999999992</c:v>
                </c:pt>
                <c:pt idx="2397">
                  <c:v>8.9990100000000002</c:v>
                </c:pt>
                <c:pt idx="2398">
                  <c:v>9.2418600000000009</c:v>
                </c:pt>
                <c:pt idx="2399">
                  <c:v>9.3290400000000009</c:v>
                </c:pt>
                <c:pt idx="2400">
                  <c:v>8.7009600000000002</c:v>
                </c:pt>
                <c:pt idx="2401">
                  <c:v>8.9583499999999994</c:v>
                </c:pt>
                <c:pt idx="2402">
                  <c:v>9.7655600000000007</c:v>
                </c:pt>
                <c:pt idx="2403">
                  <c:v>9.3333700000000004</c:v>
                </c:pt>
                <c:pt idx="2404">
                  <c:v>8.7391699999999997</c:v>
                </c:pt>
                <c:pt idx="2405">
                  <c:v>9.0159800000000008</c:v>
                </c:pt>
                <c:pt idx="2406">
                  <c:v>9.8043999999999993</c:v>
                </c:pt>
                <c:pt idx="2407">
                  <c:v>9.0075800000000008</c:v>
                </c:pt>
                <c:pt idx="2408">
                  <c:v>8.6365099999999995</c:v>
                </c:pt>
                <c:pt idx="2409">
                  <c:v>8.6339900000000007</c:v>
                </c:pt>
                <c:pt idx="2410">
                  <c:v>9.0205000000000002</c:v>
                </c:pt>
                <c:pt idx="2411">
                  <c:v>9.03918</c:v>
                </c:pt>
                <c:pt idx="2412">
                  <c:v>9.0449599999999997</c:v>
                </c:pt>
                <c:pt idx="2413">
                  <c:v>8.5895100000000006</c:v>
                </c:pt>
                <c:pt idx="2414">
                  <c:v>9.1202799999999993</c:v>
                </c:pt>
                <c:pt idx="2415">
                  <c:v>9.4253699999999991</c:v>
                </c:pt>
                <c:pt idx="2416">
                  <c:v>9.2414400000000008</c:v>
                </c:pt>
                <c:pt idx="2417">
                  <c:v>9.3079300000000007</c:v>
                </c:pt>
                <c:pt idx="2418">
                  <c:v>9.1265999999999998</c:v>
                </c:pt>
                <c:pt idx="2419">
                  <c:v>9.0054700000000008</c:v>
                </c:pt>
                <c:pt idx="2420">
                  <c:v>8.6009799999999998</c:v>
                </c:pt>
                <c:pt idx="2421">
                  <c:v>8.6872399999999992</c:v>
                </c:pt>
                <c:pt idx="2422">
                  <c:v>8.6950299999999991</c:v>
                </c:pt>
                <c:pt idx="2423">
                  <c:v>8.7910199999999996</c:v>
                </c:pt>
                <c:pt idx="2424">
                  <c:v>9.1664200000000005</c:v>
                </c:pt>
                <c:pt idx="2425">
                  <c:v>9.5705100000000005</c:v>
                </c:pt>
                <c:pt idx="2426">
                  <c:v>9.27834</c:v>
                </c:pt>
                <c:pt idx="2427">
                  <c:v>9.6616700000000009</c:v>
                </c:pt>
                <c:pt idx="2428">
                  <c:v>9.8660200000000007</c:v>
                </c:pt>
                <c:pt idx="2429">
                  <c:v>9.3314500000000002</c:v>
                </c:pt>
                <c:pt idx="2430">
                  <c:v>9.4274400000000007</c:v>
                </c:pt>
                <c:pt idx="2431">
                  <c:v>9.4390999999999998</c:v>
                </c:pt>
                <c:pt idx="2432">
                  <c:v>9.1379099999999998</c:v>
                </c:pt>
                <c:pt idx="2433">
                  <c:v>8.5432400000000008</c:v>
                </c:pt>
                <c:pt idx="2434">
                  <c:v>8.9145800000000008</c:v>
                </c:pt>
                <c:pt idx="2435">
                  <c:v>9.2192699999999999</c:v>
                </c:pt>
                <c:pt idx="2436">
                  <c:v>8.7137399999999996</c:v>
                </c:pt>
                <c:pt idx="2437">
                  <c:v>8.7836200000000009</c:v>
                </c:pt>
                <c:pt idx="2438">
                  <c:v>9.4726800000000004</c:v>
                </c:pt>
                <c:pt idx="2439">
                  <c:v>9.28979</c:v>
                </c:pt>
                <c:pt idx="2440">
                  <c:v>9.3940199999999994</c:v>
                </c:pt>
                <c:pt idx="2441">
                  <c:v>9.6414000000000009</c:v>
                </c:pt>
                <c:pt idx="2442">
                  <c:v>8.9024699999999992</c:v>
                </c:pt>
                <c:pt idx="2443">
                  <c:v>8.8307800000000007</c:v>
                </c:pt>
                <c:pt idx="2444">
                  <c:v>9.4885599999999997</c:v>
                </c:pt>
                <c:pt idx="2445">
                  <c:v>9.0897299999999994</c:v>
                </c:pt>
                <c:pt idx="2446">
                  <c:v>8.9429400000000001</c:v>
                </c:pt>
                <c:pt idx="2447">
                  <c:v>9.0200800000000001</c:v>
                </c:pt>
                <c:pt idx="2448">
                  <c:v>8.5619399999999999</c:v>
                </c:pt>
                <c:pt idx="2449">
                  <c:v>8.9553700000000003</c:v>
                </c:pt>
                <c:pt idx="2450">
                  <c:v>8.5615500000000004</c:v>
                </c:pt>
                <c:pt idx="2451">
                  <c:v>8.7090200000000006</c:v>
                </c:pt>
                <c:pt idx="2452">
                  <c:v>8.9337999999999997</c:v>
                </c:pt>
                <c:pt idx="2453">
                  <c:v>8.6471300000000006</c:v>
                </c:pt>
                <c:pt idx="2454">
                  <c:v>8.7967200000000005</c:v>
                </c:pt>
                <c:pt idx="2455">
                  <c:v>9.8717199999999998</c:v>
                </c:pt>
                <c:pt idx="2456">
                  <c:v>9.0096299999999996</c:v>
                </c:pt>
                <c:pt idx="2457">
                  <c:v>8.8178999999999998</c:v>
                </c:pt>
                <c:pt idx="2458">
                  <c:v>9.00183</c:v>
                </c:pt>
                <c:pt idx="2459">
                  <c:v>9.1222999999999992</c:v>
                </c:pt>
                <c:pt idx="2460">
                  <c:v>8.3703900000000004</c:v>
                </c:pt>
                <c:pt idx="2461">
                  <c:v>9.1565899999999996</c:v>
                </c:pt>
                <c:pt idx="2462">
                  <c:v>9.4831800000000008</c:v>
                </c:pt>
                <c:pt idx="2463">
                  <c:v>9.4545300000000001</c:v>
                </c:pt>
                <c:pt idx="2464">
                  <c:v>9.6177600000000005</c:v>
                </c:pt>
                <c:pt idx="2465">
                  <c:v>8.7476400000000005</c:v>
                </c:pt>
                <c:pt idx="2466">
                  <c:v>8.8432099999999991</c:v>
                </c:pt>
                <c:pt idx="2467">
                  <c:v>9.1447800000000008</c:v>
                </c:pt>
                <c:pt idx="2468">
                  <c:v>9.67197</c:v>
                </c:pt>
                <c:pt idx="2469">
                  <c:v>9.9266299999999994</c:v>
                </c:pt>
                <c:pt idx="2470">
                  <c:v>8.4743700000000004</c:v>
                </c:pt>
                <c:pt idx="2471">
                  <c:v>8.6763600000000007</c:v>
                </c:pt>
                <c:pt idx="2472">
                  <c:v>8.9909400000000002</c:v>
                </c:pt>
                <c:pt idx="2473">
                  <c:v>9.1299899999999994</c:v>
                </c:pt>
                <c:pt idx="2474">
                  <c:v>9.1359999999999992</c:v>
                </c:pt>
                <c:pt idx="2475">
                  <c:v>9.1706599999999998</c:v>
                </c:pt>
                <c:pt idx="2476">
                  <c:v>9.3516999999999992</c:v>
                </c:pt>
                <c:pt idx="2477">
                  <c:v>9.2873400000000004</c:v>
                </c:pt>
                <c:pt idx="2478">
                  <c:v>9.1281700000000008</c:v>
                </c:pt>
                <c:pt idx="2479">
                  <c:v>9.3685100000000006</c:v>
                </c:pt>
                <c:pt idx="2480">
                  <c:v>9.3888599999999993</c:v>
                </c:pt>
                <c:pt idx="2481">
                  <c:v>9.3470800000000001</c:v>
                </c:pt>
                <c:pt idx="2482">
                  <c:v>9.2251899999999996</c:v>
                </c:pt>
                <c:pt idx="2483">
                  <c:v>9.2651400000000006</c:v>
                </c:pt>
                <c:pt idx="2484">
                  <c:v>9.1073900000000005</c:v>
                </c:pt>
                <c:pt idx="2485">
                  <c:v>8.8905999999999992</c:v>
                </c:pt>
                <c:pt idx="2486">
                  <c:v>8.2674500000000002</c:v>
                </c:pt>
                <c:pt idx="2487">
                  <c:v>8.9463000000000008</c:v>
                </c:pt>
                <c:pt idx="2488">
                  <c:v>9.3014600000000005</c:v>
                </c:pt>
                <c:pt idx="2489">
                  <c:v>9.0154999999999994</c:v>
                </c:pt>
                <c:pt idx="2490">
                  <c:v>9.2595899999999993</c:v>
                </c:pt>
                <c:pt idx="2491">
                  <c:v>9.0414300000000001</c:v>
                </c:pt>
                <c:pt idx="2492">
                  <c:v>8.8446800000000003</c:v>
                </c:pt>
                <c:pt idx="2493">
                  <c:v>8.8857700000000008</c:v>
                </c:pt>
                <c:pt idx="2494">
                  <c:v>8.8246500000000001</c:v>
                </c:pt>
                <c:pt idx="2495">
                  <c:v>8.8499400000000001</c:v>
                </c:pt>
                <c:pt idx="2496">
                  <c:v>8.9545499999999993</c:v>
                </c:pt>
                <c:pt idx="2497">
                  <c:v>9.4799299999999995</c:v>
                </c:pt>
                <c:pt idx="2498">
                  <c:v>9.2929200000000005</c:v>
                </c:pt>
                <c:pt idx="2499">
                  <c:v>8.8004200000000008</c:v>
                </c:pt>
                <c:pt idx="2500">
                  <c:v>8.7133199999999995</c:v>
                </c:pt>
                <c:pt idx="2501">
                  <c:v>8.7675199999999993</c:v>
                </c:pt>
                <c:pt idx="2502">
                  <c:v>8.9236599999999999</c:v>
                </c:pt>
                <c:pt idx="2503">
                  <c:v>8.9123000000000001</c:v>
                </c:pt>
                <c:pt idx="2504">
                  <c:v>8.8710699999999996</c:v>
                </c:pt>
                <c:pt idx="2505">
                  <c:v>9.0898500000000002</c:v>
                </c:pt>
                <c:pt idx="2506">
                  <c:v>9.5587700000000009</c:v>
                </c:pt>
                <c:pt idx="2507">
                  <c:v>8.9891000000000005</c:v>
                </c:pt>
                <c:pt idx="2508">
                  <c:v>8.6688700000000001</c:v>
                </c:pt>
                <c:pt idx="2509">
                  <c:v>9.1673399999999994</c:v>
                </c:pt>
                <c:pt idx="2510">
                  <c:v>10.121700000000001</c:v>
                </c:pt>
                <c:pt idx="2511">
                  <c:v>8.8394300000000001</c:v>
                </c:pt>
                <c:pt idx="2512">
                  <c:v>8.8452199999999994</c:v>
                </c:pt>
                <c:pt idx="2513">
                  <c:v>8.9376700000000007</c:v>
                </c:pt>
                <c:pt idx="2514">
                  <c:v>9.1218800000000009</c:v>
                </c:pt>
                <c:pt idx="2515">
                  <c:v>8.55518</c:v>
                </c:pt>
                <c:pt idx="2516">
                  <c:v>8.8794000000000004</c:v>
                </c:pt>
                <c:pt idx="2517">
                  <c:v>9.3106100000000005</c:v>
                </c:pt>
                <c:pt idx="2518">
                  <c:v>8.9402899999999992</c:v>
                </c:pt>
                <c:pt idx="2519">
                  <c:v>8.6299100000000006</c:v>
                </c:pt>
                <c:pt idx="2520">
                  <c:v>9.5985300000000002</c:v>
                </c:pt>
                <c:pt idx="2521">
                  <c:v>9.0047099999999993</c:v>
                </c:pt>
                <c:pt idx="2522">
                  <c:v>9.5208999999999993</c:v>
                </c:pt>
                <c:pt idx="2523">
                  <c:v>8.9958899999999993</c:v>
                </c:pt>
                <c:pt idx="2524">
                  <c:v>9.09544</c:v>
                </c:pt>
                <c:pt idx="2525">
                  <c:v>9.0299099999999992</c:v>
                </c:pt>
                <c:pt idx="2526">
                  <c:v>9.3048199999999994</c:v>
                </c:pt>
                <c:pt idx="2527">
                  <c:v>8.9301200000000005</c:v>
                </c:pt>
                <c:pt idx="2528">
                  <c:v>9.2598599999999998</c:v>
                </c:pt>
                <c:pt idx="2529">
                  <c:v>9.2321799999999996</c:v>
                </c:pt>
                <c:pt idx="2530">
                  <c:v>9.2213700000000003</c:v>
                </c:pt>
                <c:pt idx="2531">
                  <c:v>9.1688600000000005</c:v>
                </c:pt>
                <c:pt idx="2532">
                  <c:v>9.5425900000000006</c:v>
                </c:pt>
                <c:pt idx="2533">
                  <c:v>8.7893399999999993</c:v>
                </c:pt>
                <c:pt idx="2534">
                  <c:v>9.0943799999999992</c:v>
                </c:pt>
                <c:pt idx="2535">
                  <c:v>8.9748199999999994</c:v>
                </c:pt>
                <c:pt idx="2536">
                  <c:v>8.64072</c:v>
                </c:pt>
                <c:pt idx="2537">
                  <c:v>9.6281499999999998</c:v>
                </c:pt>
                <c:pt idx="2538">
                  <c:v>9.1275499999999994</c:v>
                </c:pt>
                <c:pt idx="2539">
                  <c:v>8.7241199999999992</c:v>
                </c:pt>
                <c:pt idx="2540">
                  <c:v>9.0047899999999998</c:v>
                </c:pt>
                <c:pt idx="2541">
                  <c:v>9.6339400000000008</c:v>
                </c:pt>
                <c:pt idx="2542">
                  <c:v>9.0622000000000007</c:v>
                </c:pt>
                <c:pt idx="2543">
                  <c:v>9.2097999999999995</c:v>
                </c:pt>
                <c:pt idx="2544">
                  <c:v>10.2407</c:v>
                </c:pt>
                <c:pt idx="2545">
                  <c:v>9.4967500000000005</c:v>
                </c:pt>
                <c:pt idx="2546">
                  <c:v>8.8971</c:v>
                </c:pt>
                <c:pt idx="2547">
                  <c:v>9.1684400000000004</c:v>
                </c:pt>
                <c:pt idx="2548">
                  <c:v>8.8520400000000006</c:v>
                </c:pt>
                <c:pt idx="2549">
                  <c:v>8.5907300000000006</c:v>
                </c:pt>
                <c:pt idx="2550">
                  <c:v>8.5310400000000008</c:v>
                </c:pt>
                <c:pt idx="2551">
                  <c:v>9.1282399999999999</c:v>
                </c:pt>
                <c:pt idx="2552">
                  <c:v>9.4925800000000002</c:v>
                </c:pt>
                <c:pt idx="2553">
                  <c:v>8.9927200000000003</c:v>
                </c:pt>
                <c:pt idx="2554">
                  <c:v>9.3802500000000002</c:v>
                </c:pt>
                <c:pt idx="2555">
                  <c:v>9.4630299999999998</c:v>
                </c:pt>
                <c:pt idx="2556">
                  <c:v>9.3290400000000009</c:v>
                </c:pt>
                <c:pt idx="2557">
                  <c:v>9.6476600000000001</c:v>
                </c:pt>
                <c:pt idx="2558">
                  <c:v>9.2482900000000008</c:v>
                </c:pt>
                <c:pt idx="2559">
                  <c:v>8.7095400000000005</c:v>
                </c:pt>
                <c:pt idx="2560">
                  <c:v>8.4411699999999996</c:v>
                </c:pt>
                <c:pt idx="2561">
                  <c:v>9.5648800000000005</c:v>
                </c:pt>
                <c:pt idx="2562">
                  <c:v>9.2294999999999998</c:v>
                </c:pt>
                <c:pt idx="2563">
                  <c:v>8.9128900000000009</c:v>
                </c:pt>
                <c:pt idx="2564">
                  <c:v>8.9075900000000008</c:v>
                </c:pt>
                <c:pt idx="2565">
                  <c:v>8.7261500000000005</c:v>
                </c:pt>
                <c:pt idx="2566">
                  <c:v>9.0205199999999994</c:v>
                </c:pt>
                <c:pt idx="2567">
                  <c:v>8.8040800000000008</c:v>
                </c:pt>
                <c:pt idx="2568">
                  <c:v>9.1457700000000006</c:v>
                </c:pt>
                <c:pt idx="2569">
                  <c:v>8.5148799999999998</c:v>
                </c:pt>
                <c:pt idx="2570">
                  <c:v>8.7408599999999996</c:v>
                </c:pt>
                <c:pt idx="2571">
                  <c:v>8.66357</c:v>
                </c:pt>
                <c:pt idx="2572">
                  <c:v>8.3069600000000001</c:v>
                </c:pt>
                <c:pt idx="2573">
                  <c:v>9.2572299999999998</c:v>
                </c:pt>
                <c:pt idx="2574">
                  <c:v>9.0029500000000002</c:v>
                </c:pt>
                <c:pt idx="2575">
                  <c:v>8.5067000000000004</c:v>
                </c:pt>
                <c:pt idx="2576">
                  <c:v>8.5902999999999992</c:v>
                </c:pt>
                <c:pt idx="2577">
                  <c:v>9.1758900000000008</c:v>
                </c:pt>
                <c:pt idx="2578">
                  <c:v>8.5419599999999996</c:v>
                </c:pt>
                <c:pt idx="2579">
                  <c:v>9.1565899999999996</c:v>
                </c:pt>
                <c:pt idx="2580">
                  <c:v>9.1166300000000007</c:v>
                </c:pt>
                <c:pt idx="2581">
                  <c:v>8.7781300000000009</c:v>
                </c:pt>
                <c:pt idx="2582">
                  <c:v>8.5113400000000006</c:v>
                </c:pt>
                <c:pt idx="2583">
                  <c:v>8.8131699999999995</c:v>
                </c:pt>
                <c:pt idx="2584">
                  <c:v>9.3863099999999999</c:v>
                </c:pt>
                <c:pt idx="2585">
                  <c:v>8.8587000000000007</c:v>
                </c:pt>
                <c:pt idx="2586">
                  <c:v>8.6980400000000007</c:v>
                </c:pt>
                <c:pt idx="2587">
                  <c:v>9.4450000000000003</c:v>
                </c:pt>
                <c:pt idx="2588">
                  <c:v>9.0709999999999997</c:v>
                </c:pt>
                <c:pt idx="2589">
                  <c:v>8.8035499999999995</c:v>
                </c:pt>
                <c:pt idx="2590">
                  <c:v>9.2446199999999994</c:v>
                </c:pt>
                <c:pt idx="2591">
                  <c:v>9.3986400000000003</c:v>
                </c:pt>
                <c:pt idx="2592">
                  <c:v>8.9417100000000005</c:v>
                </c:pt>
                <c:pt idx="2593">
                  <c:v>8.9692699999999999</c:v>
                </c:pt>
                <c:pt idx="2594">
                  <c:v>9.0753000000000004</c:v>
                </c:pt>
                <c:pt idx="2595">
                  <c:v>9.1875</c:v>
                </c:pt>
                <c:pt idx="2596">
                  <c:v>8.8771199999999997</c:v>
                </c:pt>
                <c:pt idx="2597">
                  <c:v>8.9273500000000006</c:v>
                </c:pt>
                <c:pt idx="2598">
                  <c:v>8.6902500000000007</c:v>
                </c:pt>
                <c:pt idx="2599">
                  <c:v>9.0505600000000008</c:v>
                </c:pt>
                <c:pt idx="2600">
                  <c:v>9.0327800000000007</c:v>
                </c:pt>
                <c:pt idx="2601">
                  <c:v>8.62392</c:v>
                </c:pt>
                <c:pt idx="2602">
                  <c:v>8.4762299999999993</c:v>
                </c:pt>
                <c:pt idx="2603">
                  <c:v>8.6478199999999994</c:v>
                </c:pt>
                <c:pt idx="2604">
                  <c:v>9.59117</c:v>
                </c:pt>
                <c:pt idx="2605">
                  <c:v>9.3805599999999991</c:v>
                </c:pt>
                <c:pt idx="2606">
                  <c:v>9.0379799999999992</c:v>
                </c:pt>
                <c:pt idx="2607">
                  <c:v>9.5319400000000005</c:v>
                </c:pt>
                <c:pt idx="2608">
                  <c:v>9.0526900000000001</c:v>
                </c:pt>
                <c:pt idx="2609">
                  <c:v>8.6023200000000006</c:v>
                </c:pt>
                <c:pt idx="2610">
                  <c:v>8.8094999999999999</c:v>
                </c:pt>
                <c:pt idx="2611">
                  <c:v>8.5786999999999995</c:v>
                </c:pt>
                <c:pt idx="2612">
                  <c:v>9.2232299999999992</c:v>
                </c:pt>
                <c:pt idx="2613">
                  <c:v>9.3795999999999999</c:v>
                </c:pt>
                <c:pt idx="2614">
                  <c:v>8.9778300000000009</c:v>
                </c:pt>
                <c:pt idx="2615">
                  <c:v>9.1244399999999999</c:v>
                </c:pt>
                <c:pt idx="2616">
                  <c:v>9.2081700000000009</c:v>
                </c:pt>
                <c:pt idx="2617">
                  <c:v>9.0535300000000003</c:v>
                </c:pt>
                <c:pt idx="2618">
                  <c:v>9.5678800000000006</c:v>
                </c:pt>
                <c:pt idx="2619">
                  <c:v>9.3952799999999996</c:v>
                </c:pt>
                <c:pt idx="2620">
                  <c:v>8.4418100000000003</c:v>
                </c:pt>
                <c:pt idx="2621">
                  <c:v>8.9658800000000003</c:v>
                </c:pt>
                <c:pt idx="2622">
                  <c:v>9.0526199999999992</c:v>
                </c:pt>
                <c:pt idx="2623">
                  <c:v>9.0985700000000005</c:v>
                </c:pt>
                <c:pt idx="2624">
                  <c:v>9.62317</c:v>
                </c:pt>
                <c:pt idx="2625">
                  <c:v>9.1019299999999994</c:v>
                </c:pt>
                <c:pt idx="2626">
                  <c:v>8.9894400000000001</c:v>
                </c:pt>
                <c:pt idx="2627">
                  <c:v>9.2720800000000008</c:v>
                </c:pt>
                <c:pt idx="2628">
                  <c:v>8.9653799999999997</c:v>
                </c:pt>
                <c:pt idx="2629">
                  <c:v>8.6564599999999992</c:v>
                </c:pt>
                <c:pt idx="2630">
                  <c:v>8.7546300000000006</c:v>
                </c:pt>
                <c:pt idx="2631">
                  <c:v>8.5497300000000003</c:v>
                </c:pt>
                <c:pt idx="2632">
                  <c:v>9.3245799999999992</c:v>
                </c:pt>
                <c:pt idx="2633">
                  <c:v>9.4368700000000008</c:v>
                </c:pt>
                <c:pt idx="2634">
                  <c:v>8.9745000000000008</c:v>
                </c:pt>
                <c:pt idx="2635">
                  <c:v>8.6501699999999992</c:v>
                </c:pt>
                <c:pt idx="2636">
                  <c:v>9.0889699999999998</c:v>
                </c:pt>
                <c:pt idx="2637">
                  <c:v>8.9565000000000001</c:v>
                </c:pt>
                <c:pt idx="2638">
                  <c:v>9.2281399999999998</c:v>
                </c:pt>
                <c:pt idx="2639">
                  <c:v>9.2152600000000007</c:v>
                </c:pt>
                <c:pt idx="2640">
                  <c:v>8.7785200000000003</c:v>
                </c:pt>
                <c:pt idx="2641">
                  <c:v>8.5083599999999997</c:v>
                </c:pt>
                <c:pt idx="2642">
                  <c:v>9.3004800000000003</c:v>
                </c:pt>
                <c:pt idx="2643">
                  <c:v>9.4452400000000001</c:v>
                </c:pt>
                <c:pt idx="2644">
                  <c:v>9.2229100000000006</c:v>
                </c:pt>
                <c:pt idx="2645">
                  <c:v>9.1144200000000009</c:v>
                </c:pt>
                <c:pt idx="2646">
                  <c:v>9.9024199999999993</c:v>
                </c:pt>
                <c:pt idx="2647">
                  <c:v>9.4375499999999999</c:v>
                </c:pt>
                <c:pt idx="2648">
                  <c:v>8.7635400000000008</c:v>
                </c:pt>
                <c:pt idx="2649">
                  <c:v>9.1562999999999999</c:v>
                </c:pt>
                <c:pt idx="2650">
                  <c:v>8.7299399999999991</c:v>
                </c:pt>
                <c:pt idx="2651">
                  <c:v>8.8807799999999997</c:v>
                </c:pt>
                <c:pt idx="2652">
                  <c:v>8.97532</c:v>
                </c:pt>
                <c:pt idx="2653">
                  <c:v>9.0604999999999993</c:v>
                </c:pt>
                <c:pt idx="2654">
                  <c:v>9.4213000000000005</c:v>
                </c:pt>
                <c:pt idx="2655">
                  <c:v>9.7128700000000006</c:v>
                </c:pt>
                <c:pt idx="2656">
                  <c:v>9.1738900000000001</c:v>
                </c:pt>
                <c:pt idx="2657">
                  <c:v>8.8580400000000008</c:v>
                </c:pt>
                <c:pt idx="2658">
                  <c:v>9.15489</c:v>
                </c:pt>
                <c:pt idx="2659">
                  <c:v>9.1936499999999999</c:v>
                </c:pt>
                <c:pt idx="2660">
                  <c:v>8.8026400000000002</c:v>
                </c:pt>
                <c:pt idx="2661">
                  <c:v>8.8626699999999996</c:v>
                </c:pt>
                <c:pt idx="2662">
                  <c:v>8.7134</c:v>
                </c:pt>
                <c:pt idx="2663">
                  <c:v>9.0970399999999998</c:v>
                </c:pt>
                <c:pt idx="2664">
                  <c:v>9.3318499999999993</c:v>
                </c:pt>
                <c:pt idx="2665">
                  <c:v>9.1521100000000004</c:v>
                </c:pt>
                <c:pt idx="2666">
                  <c:v>9.0436099999999993</c:v>
                </c:pt>
                <c:pt idx="2667">
                  <c:v>9.1257800000000007</c:v>
                </c:pt>
                <c:pt idx="2668">
                  <c:v>8.5844100000000001</c:v>
                </c:pt>
                <c:pt idx="2669">
                  <c:v>8.9099400000000006</c:v>
                </c:pt>
                <c:pt idx="2670">
                  <c:v>9.2861499999999992</c:v>
                </c:pt>
                <c:pt idx="2671">
                  <c:v>9.3538599999999992</c:v>
                </c:pt>
                <c:pt idx="2672">
                  <c:v>8.9686800000000009</c:v>
                </c:pt>
                <c:pt idx="2673">
                  <c:v>8.40883</c:v>
                </c:pt>
                <c:pt idx="2674">
                  <c:v>9.1719600000000003</c:v>
                </c:pt>
                <c:pt idx="2675">
                  <c:v>9.4266400000000008</c:v>
                </c:pt>
                <c:pt idx="2676">
                  <c:v>9.6356000000000002</c:v>
                </c:pt>
                <c:pt idx="2677">
                  <c:v>9.0672899999999998</c:v>
                </c:pt>
                <c:pt idx="2678">
                  <c:v>8.5891999999999999</c:v>
                </c:pt>
                <c:pt idx="2679">
                  <c:v>8.8426100000000005</c:v>
                </c:pt>
                <c:pt idx="2680">
                  <c:v>8.9687699999999992</c:v>
                </c:pt>
                <c:pt idx="2681">
                  <c:v>9.2814700000000006</c:v>
                </c:pt>
                <c:pt idx="2682">
                  <c:v>9.3115400000000008</c:v>
                </c:pt>
                <c:pt idx="2683">
                  <c:v>8.7639999999999993</c:v>
                </c:pt>
                <c:pt idx="2684">
                  <c:v>9.2418099999999992</c:v>
                </c:pt>
                <c:pt idx="2685">
                  <c:v>9.1993200000000002</c:v>
                </c:pt>
                <c:pt idx="2686">
                  <c:v>8.6589500000000008</c:v>
                </c:pt>
                <c:pt idx="2687">
                  <c:v>8.8616499999999991</c:v>
                </c:pt>
                <c:pt idx="2688">
                  <c:v>9.0853599999999997</c:v>
                </c:pt>
                <c:pt idx="2689">
                  <c:v>8.98963</c:v>
                </c:pt>
                <c:pt idx="2690">
                  <c:v>9.0922599999999996</c:v>
                </c:pt>
                <c:pt idx="2691">
                  <c:v>8.5785300000000007</c:v>
                </c:pt>
                <c:pt idx="2692">
                  <c:v>8.6176300000000001</c:v>
                </c:pt>
                <c:pt idx="2693">
                  <c:v>9.6933799999999994</c:v>
                </c:pt>
                <c:pt idx="2694">
                  <c:v>9.0053699999999992</c:v>
                </c:pt>
                <c:pt idx="2695">
                  <c:v>8.8127999999999993</c:v>
                </c:pt>
                <c:pt idx="2696">
                  <c:v>8.9475899999999999</c:v>
                </c:pt>
                <c:pt idx="2697">
                  <c:v>9.3729200000000006</c:v>
                </c:pt>
                <c:pt idx="2698">
                  <c:v>9.0301200000000001</c:v>
                </c:pt>
                <c:pt idx="2699">
                  <c:v>9.5690399999999993</c:v>
                </c:pt>
                <c:pt idx="2700">
                  <c:v>9.0466599999999993</c:v>
                </c:pt>
                <c:pt idx="2701">
                  <c:v>9.3049599999999995</c:v>
                </c:pt>
                <c:pt idx="2702">
                  <c:v>9.3779299999999992</c:v>
                </c:pt>
                <c:pt idx="2703">
                  <c:v>8.9076799999999992</c:v>
                </c:pt>
                <c:pt idx="2704">
                  <c:v>8.7885000000000009</c:v>
                </c:pt>
                <c:pt idx="2705">
                  <c:v>8.7668999999999997</c:v>
                </c:pt>
                <c:pt idx="2706">
                  <c:v>8.5419800000000006</c:v>
                </c:pt>
                <c:pt idx="2707">
                  <c:v>9.3484999999999996</c:v>
                </c:pt>
                <c:pt idx="2708">
                  <c:v>9.6928900000000002</c:v>
                </c:pt>
                <c:pt idx="2709">
                  <c:v>9.0891199999999994</c:v>
                </c:pt>
                <c:pt idx="2710">
                  <c:v>8.90442</c:v>
                </c:pt>
                <c:pt idx="2711">
                  <c:v>8.6850699999999996</c:v>
                </c:pt>
                <c:pt idx="2712">
                  <c:v>9.1128199999999993</c:v>
                </c:pt>
                <c:pt idx="2713">
                  <c:v>8.4678400000000007</c:v>
                </c:pt>
                <c:pt idx="2714">
                  <c:v>9.3390000000000004</c:v>
                </c:pt>
                <c:pt idx="2715">
                  <c:v>9.1056399999999993</c:v>
                </c:pt>
                <c:pt idx="2716">
                  <c:v>8.8829899999999995</c:v>
                </c:pt>
                <c:pt idx="2717">
                  <c:v>8.7667699999999993</c:v>
                </c:pt>
                <c:pt idx="2718">
                  <c:v>9.0333100000000002</c:v>
                </c:pt>
                <c:pt idx="2719">
                  <c:v>9.1344999999999992</c:v>
                </c:pt>
                <c:pt idx="2720">
                  <c:v>9.2734500000000004</c:v>
                </c:pt>
                <c:pt idx="2721">
                  <c:v>8.8428599999999999</c:v>
                </c:pt>
                <c:pt idx="2722">
                  <c:v>8.7894699999999997</c:v>
                </c:pt>
                <c:pt idx="2723">
                  <c:v>8.8787500000000001</c:v>
                </c:pt>
                <c:pt idx="2724">
                  <c:v>9.11843</c:v>
                </c:pt>
                <c:pt idx="2725">
                  <c:v>8.5970800000000001</c:v>
                </c:pt>
                <c:pt idx="2726">
                  <c:v>8.9015599999999999</c:v>
                </c:pt>
                <c:pt idx="2727">
                  <c:v>8.75854</c:v>
                </c:pt>
                <c:pt idx="2728">
                  <c:v>9.4277599999999993</c:v>
                </c:pt>
                <c:pt idx="2729">
                  <c:v>9.3158999999999992</c:v>
                </c:pt>
                <c:pt idx="2730">
                  <c:v>9.1740600000000008</c:v>
                </c:pt>
                <c:pt idx="2731">
                  <c:v>8.9096399999999996</c:v>
                </c:pt>
                <c:pt idx="2732">
                  <c:v>8.9952199999999998</c:v>
                </c:pt>
                <c:pt idx="2733">
                  <c:v>9.7439900000000002</c:v>
                </c:pt>
                <c:pt idx="2734">
                  <c:v>8.9595199999999995</c:v>
                </c:pt>
                <c:pt idx="2735">
                  <c:v>8.9426100000000002</c:v>
                </c:pt>
                <c:pt idx="2736">
                  <c:v>9.1428600000000007</c:v>
                </c:pt>
                <c:pt idx="2737">
                  <c:v>9.2228200000000005</c:v>
                </c:pt>
                <c:pt idx="2738">
                  <c:v>9.4456500000000005</c:v>
                </c:pt>
                <c:pt idx="2739">
                  <c:v>8.3909800000000008</c:v>
                </c:pt>
                <c:pt idx="2740">
                  <c:v>8.1763100000000009</c:v>
                </c:pt>
                <c:pt idx="2741">
                  <c:v>9.1586400000000001</c:v>
                </c:pt>
                <c:pt idx="2742">
                  <c:v>8.8603900000000007</c:v>
                </c:pt>
                <c:pt idx="2743">
                  <c:v>8.91859</c:v>
                </c:pt>
                <c:pt idx="2744">
                  <c:v>8.9521099999999993</c:v>
                </c:pt>
                <c:pt idx="2745">
                  <c:v>8.8108199999999997</c:v>
                </c:pt>
                <c:pt idx="2746">
                  <c:v>8.9744499999999992</c:v>
                </c:pt>
                <c:pt idx="2747">
                  <c:v>8.8672699999999995</c:v>
                </c:pt>
                <c:pt idx="2748">
                  <c:v>9.1146399999999996</c:v>
                </c:pt>
                <c:pt idx="2749">
                  <c:v>8.8519799999999993</c:v>
                </c:pt>
                <c:pt idx="2750">
                  <c:v>9.5219900000000006</c:v>
                </c:pt>
                <c:pt idx="2751">
                  <c:v>9.8225700000000007</c:v>
                </c:pt>
                <c:pt idx="2752">
                  <c:v>9.3534000000000006</c:v>
                </c:pt>
                <c:pt idx="2753">
                  <c:v>8.7417899999999999</c:v>
                </c:pt>
                <c:pt idx="2754">
                  <c:v>9.1125799999999995</c:v>
                </c:pt>
                <c:pt idx="2755">
                  <c:v>8.8360699999999994</c:v>
                </c:pt>
                <c:pt idx="2756">
                  <c:v>9.5337499999999995</c:v>
                </c:pt>
                <c:pt idx="2757">
                  <c:v>9.3606999999999996</c:v>
                </c:pt>
                <c:pt idx="2758">
                  <c:v>8.7204499999999996</c:v>
                </c:pt>
                <c:pt idx="2759">
                  <c:v>8.8185599999999997</c:v>
                </c:pt>
                <c:pt idx="2760">
                  <c:v>9.4249500000000008</c:v>
                </c:pt>
                <c:pt idx="2761">
                  <c:v>9.0173299999999994</c:v>
                </c:pt>
                <c:pt idx="2762">
                  <c:v>8.8678799999999995</c:v>
                </c:pt>
                <c:pt idx="2763">
                  <c:v>9.2401300000000006</c:v>
                </c:pt>
                <c:pt idx="2764">
                  <c:v>9.3374500000000005</c:v>
                </c:pt>
                <c:pt idx="2765">
                  <c:v>8.95608</c:v>
                </c:pt>
                <c:pt idx="2766">
                  <c:v>9.2858000000000001</c:v>
                </c:pt>
                <c:pt idx="2767">
                  <c:v>8.9542300000000008</c:v>
                </c:pt>
                <c:pt idx="2768">
                  <c:v>9.2514900000000004</c:v>
                </c:pt>
                <c:pt idx="2769">
                  <c:v>8.9894300000000005</c:v>
                </c:pt>
                <c:pt idx="2770">
                  <c:v>8.9742300000000004</c:v>
                </c:pt>
                <c:pt idx="2771">
                  <c:v>9.2416800000000006</c:v>
                </c:pt>
                <c:pt idx="2772">
                  <c:v>9.3601600000000005</c:v>
                </c:pt>
                <c:pt idx="2773">
                  <c:v>9.0963600000000007</c:v>
                </c:pt>
                <c:pt idx="2774">
                  <c:v>10.0303</c:v>
                </c:pt>
                <c:pt idx="2775">
                  <c:v>9.4203299999999999</c:v>
                </c:pt>
                <c:pt idx="2776">
                  <c:v>9.1146799999999999</c:v>
                </c:pt>
                <c:pt idx="2777">
                  <c:v>9.3276500000000002</c:v>
                </c:pt>
                <c:pt idx="2778">
                  <c:v>8.8877400000000009</c:v>
                </c:pt>
                <c:pt idx="2779">
                  <c:v>8.5861099999999997</c:v>
                </c:pt>
                <c:pt idx="2780">
                  <c:v>8.8228100000000005</c:v>
                </c:pt>
                <c:pt idx="2781">
                  <c:v>8.9349100000000004</c:v>
                </c:pt>
                <c:pt idx="2782">
                  <c:v>8.9269300000000005</c:v>
                </c:pt>
                <c:pt idx="2783">
                  <c:v>9.2404700000000002</c:v>
                </c:pt>
                <c:pt idx="2784">
                  <c:v>9.2941800000000008</c:v>
                </c:pt>
                <c:pt idx="2785">
                  <c:v>8.8517399999999995</c:v>
                </c:pt>
                <c:pt idx="2786">
                  <c:v>9.0826600000000006</c:v>
                </c:pt>
                <c:pt idx="2787">
                  <c:v>8.8277999999999999</c:v>
                </c:pt>
                <c:pt idx="2788">
                  <c:v>9.2573699999999999</c:v>
                </c:pt>
                <c:pt idx="2789">
                  <c:v>9.5489899999999999</c:v>
                </c:pt>
                <c:pt idx="2790">
                  <c:v>9.0097400000000007</c:v>
                </c:pt>
                <c:pt idx="2791">
                  <c:v>8.5718899999999998</c:v>
                </c:pt>
                <c:pt idx="2792">
                  <c:v>8.8760700000000003</c:v>
                </c:pt>
                <c:pt idx="2793">
                  <c:v>9.4773399999999999</c:v>
                </c:pt>
                <c:pt idx="2794">
                  <c:v>9.7313100000000006</c:v>
                </c:pt>
                <c:pt idx="2795">
                  <c:v>8.9063800000000004</c:v>
                </c:pt>
                <c:pt idx="2796">
                  <c:v>8.9773300000000003</c:v>
                </c:pt>
                <c:pt idx="2797">
                  <c:v>9.5785499999999999</c:v>
                </c:pt>
                <c:pt idx="2798">
                  <c:v>9.3104600000000008</c:v>
                </c:pt>
                <c:pt idx="2799">
                  <c:v>8.9391800000000003</c:v>
                </c:pt>
                <c:pt idx="2800">
                  <c:v>8.8934300000000004</c:v>
                </c:pt>
                <c:pt idx="2801">
                  <c:v>8.8996300000000002</c:v>
                </c:pt>
                <c:pt idx="2802">
                  <c:v>8.6973599999999998</c:v>
                </c:pt>
                <c:pt idx="2803">
                  <c:v>8.4533299999999993</c:v>
                </c:pt>
                <c:pt idx="2804">
                  <c:v>8.5753699999999995</c:v>
                </c:pt>
                <c:pt idx="2805">
                  <c:v>9.4556199999999997</c:v>
                </c:pt>
                <c:pt idx="2806">
                  <c:v>8.8096800000000002</c:v>
                </c:pt>
                <c:pt idx="2807">
                  <c:v>8.4350699999999996</c:v>
                </c:pt>
                <c:pt idx="2808">
                  <c:v>9.52562</c:v>
                </c:pt>
                <c:pt idx="2809">
                  <c:v>9.3770500000000006</c:v>
                </c:pt>
                <c:pt idx="2810">
                  <c:v>8.4825099999999996</c:v>
                </c:pt>
                <c:pt idx="2811">
                  <c:v>9.2196300000000004</c:v>
                </c:pt>
                <c:pt idx="2812">
                  <c:v>9.46584</c:v>
                </c:pt>
                <c:pt idx="2813">
                  <c:v>9.0799800000000008</c:v>
                </c:pt>
                <c:pt idx="2814">
                  <c:v>9.6935300000000009</c:v>
                </c:pt>
                <c:pt idx="2815">
                  <c:v>8.5478199999999998</c:v>
                </c:pt>
                <c:pt idx="2816">
                  <c:v>9.2868899999999996</c:v>
                </c:pt>
                <c:pt idx="2817">
                  <c:v>9.5999599999999994</c:v>
                </c:pt>
                <c:pt idx="2818">
                  <c:v>9.1769700000000007</c:v>
                </c:pt>
                <c:pt idx="2819">
                  <c:v>8.9559899999999999</c:v>
                </c:pt>
                <c:pt idx="2820">
                  <c:v>8.9621099999999991</c:v>
                </c:pt>
                <c:pt idx="2821">
                  <c:v>8.8916500000000003</c:v>
                </c:pt>
                <c:pt idx="2822">
                  <c:v>8.8462899999999998</c:v>
                </c:pt>
                <c:pt idx="2823">
                  <c:v>9.04251</c:v>
                </c:pt>
                <c:pt idx="2824">
                  <c:v>8.8468999999999998</c:v>
                </c:pt>
                <c:pt idx="2825">
                  <c:v>9.2955900000000007</c:v>
                </c:pt>
                <c:pt idx="2826">
                  <c:v>8.8263800000000003</c:v>
                </c:pt>
                <c:pt idx="2827">
                  <c:v>9.4908000000000001</c:v>
                </c:pt>
                <c:pt idx="2828">
                  <c:v>8.9790100000000006</c:v>
                </c:pt>
                <c:pt idx="2829">
                  <c:v>8.7159200000000006</c:v>
                </c:pt>
                <c:pt idx="2830">
                  <c:v>9.2545500000000001</c:v>
                </c:pt>
                <c:pt idx="2831">
                  <c:v>9.2488200000000003</c:v>
                </c:pt>
                <c:pt idx="2832">
                  <c:v>8.8453800000000005</c:v>
                </c:pt>
                <c:pt idx="2833">
                  <c:v>9.1531099999999999</c:v>
                </c:pt>
                <c:pt idx="2834">
                  <c:v>9.2355</c:v>
                </c:pt>
                <c:pt idx="2835">
                  <c:v>8.7111199999999993</c:v>
                </c:pt>
                <c:pt idx="2836">
                  <c:v>8.6001100000000008</c:v>
                </c:pt>
                <c:pt idx="2837">
                  <c:v>8.5571199999999994</c:v>
                </c:pt>
                <c:pt idx="2838">
                  <c:v>8.9272799999999997</c:v>
                </c:pt>
                <c:pt idx="2839">
                  <c:v>9.0747699999999991</c:v>
                </c:pt>
                <c:pt idx="2840">
                  <c:v>9.6019199999999998</c:v>
                </c:pt>
                <c:pt idx="2841">
                  <c:v>8.95364</c:v>
                </c:pt>
                <c:pt idx="2842">
                  <c:v>8.8850999999999996</c:v>
                </c:pt>
                <c:pt idx="2843">
                  <c:v>8.9879200000000008</c:v>
                </c:pt>
                <c:pt idx="2844">
                  <c:v>8.9137199999999996</c:v>
                </c:pt>
                <c:pt idx="2845">
                  <c:v>8.5420400000000001</c:v>
                </c:pt>
                <c:pt idx="2846">
                  <c:v>9.0507399999999993</c:v>
                </c:pt>
                <c:pt idx="2847">
                  <c:v>9.8796499999999998</c:v>
                </c:pt>
                <c:pt idx="2848">
                  <c:v>9.4526699999999995</c:v>
                </c:pt>
                <c:pt idx="2849">
                  <c:v>9.0037099999999999</c:v>
                </c:pt>
                <c:pt idx="2850">
                  <c:v>8.9186099999999993</c:v>
                </c:pt>
                <c:pt idx="2851">
                  <c:v>8.5131599999999992</c:v>
                </c:pt>
                <c:pt idx="2852">
                  <c:v>9.1246200000000002</c:v>
                </c:pt>
                <c:pt idx="2853">
                  <c:v>9.6273999999999997</c:v>
                </c:pt>
                <c:pt idx="2854">
                  <c:v>9.1513799999999996</c:v>
                </c:pt>
                <c:pt idx="2855">
                  <c:v>9.0071100000000008</c:v>
                </c:pt>
                <c:pt idx="2856">
                  <c:v>8.7232699999999994</c:v>
                </c:pt>
                <c:pt idx="2857">
                  <c:v>8.8825299999999991</c:v>
                </c:pt>
                <c:pt idx="2858">
                  <c:v>8.9245599999999996</c:v>
                </c:pt>
                <c:pt idx="2859">
                  <c:v>9.4431499999999993</c:v>
                </c:pt>
                <c:pt idx="2860">
                  <c:v>8.8063300000000009</c:v>
                </c:pt>
                <c:pt idx="2861">
                  <c:v>8.6024799999999999</c:v>
                </c:pt>
                <c:pt idx="2862">
                  <c:v>8.8562999999999992</c:v>
                </c:pt>
                <c:pt idx="2863">
                  <c:v>8.8231800000000007</c:v>
                </c:pt>
                <c:pt idx="2864">
                  <c:v>8.7812099999999997</c:v>
                </c:pt>
                <c:pt idx="2865">
                  <c:v>8.8764800000000008</c:v>
                </c:pt>
                <c:pt idx="2866">
                  <c:v>9.8583800000000004</c:v>
                </c:pt>
                <c:pt idx="2867">
                  <c:v>9.3597000000000001</c:v>
                </c:pt>
                <c:pt idx="2868">
                  <c:v>9.6479999999999997</c:v>
                </c:pt>
                <c:pt idx="2869">
                  <c:v>9.3402399999999997</c:v>
                </c:pt>
                <c:pt idx="2870">
                  <c:v>9.1257599999999996</c:v>
                </c:pt>
                <c:pt idx="2871">
                  <c:v>8.4690799999999999</c:v>
                </c:pt>
                <c:pt idx="2872">
                  <c:v>8.9543999999999997</c:v>
                </c:pt>
                <c:pt idx="2873">
                  <c:v>9.1372199999999992</c:v>
                </c:pt>
                <c:pt idx="2874">
                  <c:v>9.5027899999999992</c:v>
                </c:pt>
                <c:pt idx="2875">
                  <c:v>8.8363600000000009</c:v>
                </c:pt>
                <c:pt idx="2876">
                  <c:v>9.6649399999999996</c:v>
                </c:pt>
                <c:pt idx="2877">
                  <c:v>8.9648099999999999</c:v>
                </c:pt>
                <c:pt idx="2878">
                  <c:v>8.9254200000000008</c:v>
                </c:pt>
                <c:pt idx="2879">
                  <c:v>9.0854400000000002</c:v>
                </c:pt>
                <c:pt idx="2880">
                  <c:v>8.7835000000000001</c:v>
                </c:pt>
                <c:pt idx="2881">
                  <c:v>8.7639099999999992</c:v>
                </c:pt>
                <c:pt idx="2882">
                  <c:v>9.3314199999999996</c:v>
                </c:pt>
                <c:pt idx="2883">
                  <c:v>8.9325600000000005</c:v>
                </c:pt>
                <c:pt idx="2884">
                  <c:v>9.1933600000000002</c:v>
                </c:pt>
                <c:pt idx="2885">
                  <c:v>9.0022699999999993</c:v>
                </c:pt>
                <c:pt idx="2886">
                  <c:v>9.3182899999999993</c:v>
                </c:pt>
                <c:pt idx="2887">
                  <c:v>8.8427500000000006</c:v>
                </c:pt>
                <c:pt idx="2888">
                  <c:v>8.5978700000000003</c:v>
                </c:pt>
                <c:pt idx="2889">
                  <c:v>8.9978099999999994</c:v>
                </c:pt>
                <c:pt idx="2890">
                  <c:v>9.3710699999999996</c:v>
                </c:pt>
                <c:pt idx="2891">
                  <c:v>8.8965099999999993</c:v>
                </c:pt>
                <c:pt idx="2892">
                  <c:v>8.8400499999999997</c:v>
                </c:pt>
                <c:pt idx="2893">
                  <c:v>8.7104199999999992</c:v>
                </c:pt>
                <c:pt idx="2894">
                  <c:v>8.6348699999999994</c:v>
                </c:pt>
                <c:pt idx="2895">
                  <c:v>9.0240200000000002</c:v>
                </c:pt>
                <c:pt idx="2896">
                  <c:v>8.7156599999999997</c:v>
                </c:pt>
                <c:pt idx="2897">
                  <c:v>8.7226400000000002</c:v>
                </c:pt>
                <c:pt idx="2898">
                  <c:v>9.6253200000000003</c:v>
                </c:pt>
                <c:pt idx="2899">
                  <c:v>9.25474</c:v>
                </c:pt>
                <c:pt idx="2900">
                  <c:v>9.1238200000000003</c:v>
                </c:pt>
                <c:pt idx="2901">
                  <c:v>9.3276000000000003</c:v>
                </c:pt>
                <c:pt idx="2902">
                  <c:v>9.2612799999999993</c:v>
                </c:pt>
                <c:pt idx="2903">
                  <c:v>9.2385999999999999</c:v>
                </c:pt>
                <c:pt idx="2904">
                  <c:v>8.7916299999999996</c:v>
                </c:pt>
                <c:pt idx="2905">
                  <c:v>9.19435</c:v>
                </c:pt>
                <c:pt idx="2906">
                  <c:v>9.0772300000000001</c:v>
                </c:pt>
                <c:pt idx="2907">
                  <c:v>9.1629000000000005</c:v>
                </c:pt>
                <c:pt idx="2908">
                  <c:v>9.3349200000000003</c:v>
                </c:pt>
                <c:pt idx="2909">
                  <c:v>8.7034699999999994</c:v>
                </c:pt>
                <c:pt idx="2910">
                  <c:v>8.8909900000000004</c:v>
                </c:pt>
                <c:pt idx="2911">
                  <c:v>9.0474800000000002</c:v>
                </c:pt>
                <c:pt idx="2912">
                  <c:v>9.2419700000000002</c:v>
                </c:pt>
                <c:pt idx="2913">
                  <c:v>9.5117700000000003</c:v>
                </c:pt>
                <c:pt idx="2914">
                  <c:v>9.6075599999999994</c:v>
                </c:pt>
                <c:pt idx="2915">
                  <c:v>9.0056399999999996</c:v>
                </c:pt>
                <c:pt idx="2916">
                  <c:v>9.0804200000000002</c:v>
                </c:pt>
                <c:pt idx="2917">
                  <c:v>8.8030500000000007</c:v>
                </c:pt>
                <c:pt idx="2918">
                  <c:v>8.7277000000000005</c:v>
                </c:pt>
                <c:pt idx="2919">
                  <c:v>8.71645</c:v>
                </c:pt>
                <c:pt idx="2920">
                  <c:v>8.72973</c:v>
                </c:pt>
                <c:pt idx="2921">
                  <c:v>9.3130799999999994</c:v>
                </c:pt>
                <c:pt idx="2922">
                  <c:v>9.1905599999999996</c:v>
                </c:pt>
                <c:pt idx="2923">
                  <c:v>9.34375</c:v>
                </c:pt>
                <c:pt idx="2924">
                  <c:v>8.9939800000000005</c:v>
                </c:pt>
                <c:pt idx="2925">
                  <c:v>8.8837299999999999</c:v>
                </c:pt>
                <c:pt idx="2926">
                  <c:v>9.5974500000000003</c:v>
                </c:pt>
                <c:pt idx="2927">
                  <c:v>8.2842199999999995</c:v>
                </c:pt>
                <c:pt idx="2928">
                  <c:v>8.2758599999999998</c:v>
                </c:pt>
                <c:pt idx="2929">
                  <c:v>9.1984200000000005</c:v>
                </c:pt>
                <c:pt idx="2930">
                  <c:v>9.3305000000000007</c:v>
                </c:pt>
                <c:pt idx="2931">
                  <c:v>9.3808500000000006</c:v>
                </c:pt>
                <c:pt idx="2932">
                  <c:v>8.7839399999999994</c:v>
                </c:pt>
                <c:pt idx="2933">
                  <c:v>9.0518000000000001</c:v>
                </c:pt>
                <c:pt idx="2934">
                  <c:v>8.7267600000000005</c:v>
                </c:pt>
                <c:pt idx="2935">
                  <c:v>9.2503499999999992</c:v>
                </c:pt>
                <c:pt idx="2936">
                  <c:v>8.66845</c:v>
                </c:pt>
                <c:pt idx="2937">
                  <c:v>9.2366299999999999</c:v>
                </c:pt>
                <c:pt idx="2938">
                  <c:v>9.4941300000000002</c:v>
                </c:pt>
                <c:pt idx="2939">
                  <c:v>9.7871600000000001</c:v>
                </c:pt>
                <c:pt idx="2940">
                  <c:v>9.4312400000000007</c:v>
                </c:pt>
                <c:pt idx="2941">
                  <c:v>9.1299600000000005</c:v>
                </c:pt>
                <c:pt idx="2942">
                  <c:v>9.3634799999999991</c:v>
                </c:pt>
                <c:pt idx="2943">
                  <c:v>9.2394599999999993</c:v>
                </c:pt>
                <c:pt idx="2944">
                  <c:v>9.8117400000000004</c:v>
                </c:pt>
                <c:pt idx="2945">
                  <c:v>8.9363899999999994</c:v>
                </c:pt>
                <c:pt idx="2946">
                  <c:v>8.4037799999999994</c:v>
                </c:pt>
                <c:pt idx="2947">
                  <c:v>8.6944199999999991</c:v>
                </c:pt>
                <c:pt idx="2948">
                  <c:v>8.8036799999999999</c:v>
                </c:pt>
                <c:pt idx="2949">
                  <c:v>9.1096299999999992</c:v>
                </c:pt>
                <c:pt idx="2950">
                  <c:v>9.6981400000000004</c:v>
                </c:pt>
                <c:pt idx="2951">
                  <c:v>8.8825299999999991</c:v>
                </c:pt>
                <c:pt idx="2952">
                  <c:v>9.5299600000000009</c:v>
                </c:pt>
                <c:pt idx="2953">
                  <c:v>9.0457900000000002</c:v>
                </c:pt>
                <c:pt idx="2954">
                  <c:v>9.0973100000000002</c:v>
                </c:pt>
                <c:pt idx="2955">
                  <c:v>8.9340700000000002</c:v>
                </c:pt>
                <c:pt idx="2956">
                  <c:v>8.7450799999999997</c:v>
                </c:pt>
                <c:pt idx="2957">
                  <c:v>9.3702000000000005</c:v>
                </c:pt>
                <c:pt idx="2958">
                  <c:v>9.2752800000000004</c:v>
                </c:pt>
                <c:pt idx="2959">
                  <c:v>9.2591699999999992</c:v>
                </c:pt>
                <c:pt idx="2960">
                  <c:v>9.0331200000000003</c:v>
                </c:pt>
                <c:pt idx="2961">
                  <c:v>9.99742</c:v>
                </c:pt>
                <c:pt idx="2962">
                  <c:v>9.4695900000000002</c:v>
                </c:pt>
                <c:pt idx="2963">
                  <c:v>9.1942199999999996</c:v>
                </c:pt>
                <c:pt idx="2964">
                  <c:v>9.5663699999999992</c:v>
                </c:pt>
                <c:pt idx="2965">
                  <c:v>9.0655400000000004</c:v>
                </c:pt>
                <c:pt idx="2966">
                  <c:v>8.3077900000000007</c:v>
                </c:pt>
                <c:pt idx="2967">
                  <c:v>8.9108099999999997</c:v>
                </c:pt>
                <c:pt idx="2968">
                  <c:v>9.4146199999999993</c:v>
                </c:pt>
                <c:pt idx="2969">
                  <c:v>8.7337199999999999</c:v>
                </c:pt>
                <c:pt idx="2970">
                  <c:v>8.7497699999999998</c:v>
                </c:pt>
                <c:pt idx="2971">
                  <c:v>9.5314899999999998</c:v>
                </c:pt>
                <c:pt idx="2972">
                  <c:v>8.8944200000000002</c:v>
                </c:pt>
                <c:pt idx="2973">
                  <c:v>9.2110000000000003</c:v>
                </c:pt>
                <c:pt idx="2974">
                  <c:v>9.0872799999999998</c:v>
                </c:pt>
                <c:pt idx="2975">
                  <c:v>9.2800200000000004</c:v>
                </c:pt>
                <c:pt idx="2976">
                  <c:v>8.9772499999999997</c:v>
                </c:pt>
                <c:pt idx="2977">
                  <c:v>8.6570400000000003</c:v>
                </c:pt>
                <c:pt idx="2978">
                  <c:v>8.88246</c:v>
                </c:pt>
                <c:pt idx="2979">
                  <c:v>9.5505200000000006</c:v>
                </c:pt>
                <c:pt idx="2980">
                  <c:v>8.8493099999999991</c:v>
                </c:pt>
                <c:pt idx="2981">
                  <c:v>9.1073900000000005</c:v>
                </c:pt>
                <c:pt idx="2982">
                  <c:v>9.1929599999999994</c:v>
                </c:pt>
                <c:pt idx="2983">
                  <c:v>8.8481400000000008</c:v>
                </c:pt>
                <c:pt idx="2984">
                  <c:v>8.8917400000000004</c:v>
                </c:pt>
                <c:pt idx="2985">
                  <c:v>8.8714200000000005</c:v>
                </c:pt>
                <c:pt idx="2986">
                  <c:v>8.6320700000000006</c:v>
                </c:pt>
                <c:pt idx="2987">
                  <c:v>9.2113399999999999</c:v>
                </c:pt>
                <c:pt idx="2988">
                  <c:v>10.270300000000001</c:v>
                </c:pt>
                <c:pt idx="2989">
                  <c:v>9.3235799999999998</c:v>
                </c:pt>
                <c:pt idx="2990">
                  <c:v>8.3514900000000001</c:v>
                </c:pt>
                <c:pt idx="2991">
                  <c:v>9.4273000000000007</c:v>
                </c:pt>
                <c:pt idx="2992">
                  <c:v>9.5575700000000001</c:v>
                </c:pt>
                <c:pt idx="2993">
                  <c:v>8.9037600000000001</c:v>
                </c:pt>
                <c:pt idx="2994">
                  <c:v>9.6258499999999998</c:v>
                </c:pt>
                <c:pt idx="2995">
                  <c:v>9.5719799999999999</c:v>
                </c:pt>
                <c:pt idx="2996">
                  <c:v>9.1038099999999993</c:v>
                </c:pt>
                <c:pt idx="2997">
                  <c:v>8.6221800000000002</c:v>
                </c:pt>
                <c:pt idx="2998">
                  <c:v>8.6493000000000002</c:v>
                </c:pt>
                <c:pt idx="2999">
                  <c:v>8.5281199999999995</c:v>
                </c:pt>
                <c:pt idx="3000">
                  <c:v>9.1038300000000003</c:v>
                </c:pt>
                <c:pt idx="3001">
                  <c:v>8.4665700000000008</c:v>
                </c:pt>
                <c:pt idx="3002">
                  <c:v>9.0190800000000007</c:v>
                </c:pt>
                <c:pt idx="3003">
                  <c:v>9.8906100000000006</c:v>
                </c:pt>
                <c:pt idx="3004">
                  <c:v>8.9756499999999999</c:v>
                </c:pt>
                <c:pt idx="3005">
                  <c:v>8.9538100000000007</c:v>
                </c:pt>
                <c:pt idx="3006">
                  <c:v>9.0333100000000002</c:v>
                </c:pt>
                <c:pt idx="3007">
                  <c:v>9.7006800000000002</c:v>
                </c:pt>
                <c:pt idx="3008">
                  <c:v>9.5811100000000007</c:v>
                </c:pt>
                <c:pt idx="3009">
                  <c:v>9.1348400000000005</c:v>
                </c:pt>
                <c:pt idx="3010">
                  <c:v>8.8440399999999997</c:v>
                </c:pt>
                <c:pt idx="3011">
                  <c:v>8.6485599999999998</c:v>
                </c:pt>
                <c:pt idx="3012">
                  <c:v>9.2877700000000001</c:v>
                </c:pt>
                <c:pt idx="3013">
                  <c:v>9.7293599999999998</c:v>
                </c:pt>
                <c:pt idx="3014">
                  <c:v>8.9987499999999994</c:v>
                </c:pt>
                <c:pt idx="3015">
                  <c:v>8.7587200000000003</c:v>
                </c:pt>
                <c:pt idx="3016">
                  <c:v>8.7537299999999991</c:v>
                </c:pt>
                <c:pt idx="3017">
                  <c:v>8.5372199999999996</c:v>
                </c:pt>
                <c:pt idx="3018">
                  <c:v>9.1430900000000008</c:v>
                </c:pt>
                <c:pt idx="3019">
                  <c:v>9.6125100000000003</c:v>
                </c:pt>
                <c:pt idx="3020">
                  <c:v>8.9794999999999998</c:v>
                </c:pt>
                <c:pt idx="3021">
                  <c:v>8.9941700000000004</c:v>
                </c:pt>
                <c:pt idx="3022">
                  <c:v>9.2076499999999992</c:v>
                </c:pt>
                <c:pt idx="3023">
                  <c:v>8.8379399999999997</c:v>
                </c:pt>
                <c:pt idx="3024">
                  <c:v>8.4231099999999994</c:v>
                </c:pt>
                <c:pt idx="3025">
                  <c:v>9.4210399999999996</c:v>
                </c:pt>
                <c:pt idx="3026">
                  <c:v>9.0789799999999996</c:v>
                </c:pt>
                <c:pt idx="3027">
                  <c:v>8.5360899999999997</c:v>
                </c:pt>
                <c:pt idx="3028">
                  <c:v>8.7185500000000005</c:v>
                </c:pt>
                <c:pt idx="3029">
                  <c:v>9.2257200000000008</c:v>
                </c:pt>
                <c:pt idx="3030">
                  <c:v>10.0245</c:v>
                </c:pt>
                <c:pt idx="3031">
                  <c:v>9.2966899999999999</c:v>
                </c:pt>
                <c:pt idx="3032">
                  <c:v>9.4955099999999995</c:v>
                </c:pt>
                <c:pt idx="3033">
                  <c:v>9.4459400000000002</c:v>
                </c:pt>
                <c:pt idx="3034">
                  <c:v>8.5992999999999995</c:v>
                </c:pt>
                <c:pt idx="3035">
                  <c:v>8.7311999999999994</c:v>
                </c:pt>
                <c:pt idx="3036">
                  <c:v>8.94163</c:v>
                </c:pt>
                <c:pt idx="3037">
                  <c:v>9.0388300000000008</c:v>
                </c:pt>
                <c:pt idx="3038">
                  <c:v>8.6805599999999998</c:v>
                </c:pt>
                <c:pt idx="3039">
                  <c:v>9.0956200000000003</c:v>
                </c:pt>
                <c:pt idx="3040">
                  <c:v>8.87195</c:v>
                </c:pt>
                <c:pt idx="3041">
                  <c:v>9.2814700000000006</c:v>
                </c:pt>
                <c:pt idx="3042">
                  <c:v>9.1459399999999995</c:v>
                </c:pt>
                <c:pt idx="3043">
                  <c:v>8.8769500000000008</c:v>
                </c:pt>
                <c:pt idx="3044">
                  <c:v>8.9254999999999995</c:v>
                </c:pt>
                <c:pt idx="3045">
                  <c:v>9.04251</c:v>
                </c:pt>
                <c:pt idx="3046">
                  <c:v>8.7626500000000007</c:v>
                </c:pt>
                <c:pt idx="3047">
                  <c:v>8.9695999999999998</c:v>
                </c:pt>
                <c:pt idx="3048">
                  <c:v>9.1080100000000002</c:v>
                </c:pt>
                <c:pt idx="3049">
                  <c:v>9.8257999999999992</c:v>
                </c:pt>
                <c:pt idx="3050">
                  <c:v>9.32165</c:v>
                </c:pt>
                <c:pt idx="3051">
                  <c:v>9.0120400000000007</c:v>
                </c:pt>
                <c:pt idx="3052">
                  <c:v>8.5638400000000008</c:v>
                </c:pt>
                <c:pt idx="3053">
                  <c:v>8.7188199999999991</c:v>
                </c:pt>
                <c:pt idx="3054">
                  <c:v>8.7095900000000004</c:v>
                </c:pt>
                <c:pt idx="3055">
                  <c:v>9.0226100000000002</c:v>
                </c:pt>
                <c:pt idx="3056">
                  <c:v>9.1514699999999998</c:v>
                </c:pt>
                <c:pt idx="3057">
                  <c:v>8.9609400000000008</c:v>
                </c:pt>
                <c:pt idx="3058">
                  <c:v>9.0487400000000004</c:v>
                </c:pt>
                <c:pt idx="3059">
                  <c:v>9.2167600000000007</c:v>
                </c:pt>
                <c:pt idx="3060">
                  <c:v>9.0402400000000007</c:v>
                </c:pt>
                <c:pt idx="3061">
                  <c:v>8.7846399999999996</c:v>
                </c:pt>
                <c:pt idx="3062">
                  <c:v>8.5363399999999992</c:v>
                </c:pt>
                <c:pt idx="3063">
                  <c:v>9.7496799999999997</c:v>
                </c:pt>
                <c:pt idx="3064">
                  <c:v>9.4715500000000006</c:v>
                </c:pt>
                <c:pt idx="3065">
                  <c:v>9.29711</c:v>
                </c:pt>
                <c:pt idx="3066">
                  <c:v>8.8221500000000006</c:v>
                </c:pt>
                <c:pt idx="3067">
                  <c:v>8.7154799999999994</c:v>
                </c:pt>
                <c:pt idx="3068">
                  <c:v>9.0503300000000007</c:v>
                </c:pt>
                <c:pt idx="3069">
                  <c:v>9.1970100000000006</c:v>
                </c:pt>
                <c:pt idx="3070">
                  <c:v>9.64316</c:v>
                </c:pt>
                <c:pt idx="3071">
                  <c:v>8.8425600000000006</c:v>
                </c:pt>
                <c:pt idx="3072">
                  <c:v>9.4311199999999999</c:v>
                </c:pt>
                <c:pt idx="3073">
                  <c:v>9.7476299999999991</c:v>
                </c:pt>
                <c:pt idx="3074">
                  <c:v>9.29223</c:v>
                </c:pt>
                <c:pt idx="3075">
                  <c:v>9.0742700000000003</c:v>
                </c:pt>
                <c:pt idx="3076">
                  <c:v>9.7911699999999993</c:v>
                </c:pt>
                <c:pt idx="3077">
                  <c:v>8.9372600000000002</c:v>
                </c:pt>
                <c:pt idx="3078">
                  <c:v>9.2608899999999998</c:v>
                </c:pt>
                <c:pt idx="3079">
                  <c:v>8.6031300000000002</c:v>
                </c:pt>
                <c:pt idx="3080">
                  <c:v>8.82822</c:v>
                </c:pt>
                <c:pt idx="3081">
                  <c:v>9.1199499999999993</c:v>
                </c:pt>
                <c:pt idx="3082">
                  <c:v>8.4046199999999995</c:v>
                </c:pt>
                <c:pt idx="3083">
                  <c:v>8.9318399999999993</c:v>
                </c:pt>
                <c:pt idx="3084">
                  <c:v>8.8432700000000004</c:v>
                </c:pt>
                <c:pt idx="3085">
                  <c:v>8.6707900000000002</c:v>
                </c:pt>
                <c:pt idx="3086">
                  <c:v>8.7474299999999996</c:v>
                </c:pt>
                <c:pt idx="3087">
                  <c:v>9.0563900000000004</c:v>
                </c:pt>
                <c:pt idx="3088">
                  <c:v>9.5870899999999999</c:v>
                </c:pt>
                <c:pt idx="3089">
                  <c:v>10.3409</c:v>
                </c:pt>
                <c:pt idx="3090">
                  <c:v>9.6474600000000006</c:v>
                </c:pt>
                <c:pt idx="3091">
                  <c:v>9.1426800000000004</c:v>
                </c:pt>
                <c:pt idx="3092">
                  <c:v>9.3444599999999998</c:v>
                </c:pt>
                <c:pt idx="3093">
                  <c:v>9.01295</c:v>
                </c:pt>
                <c:pt idx="3094">
                  <c:v>9.0238200000000006</c:v>
                </c:pt>
                <c:pt idx="3095">
                  <c:v>9.4308700000000005</c:v>
                </c:pt>
                <c:pt idx="3096">
                  <c:v>9.3106899999999992</c:v>
                </c:pt>
                <c:pt idx="3097">
                  <c:v>8.9519699999999993</c:v>
                </c:pt>
                <c:pt idx="3098">
                  <c:v>9.2215900000000008</c:v>
                </c:pt>
                <c:pt idx="3099">
                  <c:v>8.8170900000000003</c:v>
                </c:pt>
                <c:pt idx="3100">
                  <c:v>9.1200600000000005</c:v>
                </c:pt>
                <c:pt idx="3101">
                  <c:v>8.9609500000000004</c:v>
                </c:pt>
                <c:pt idx="3102">
                  <c:v>9.3432099999999991</c:v>
                </c:pt>
                <c:pt idx="3103">
                  <c:v>9.0340399999999992</c:v>
                </c:pt>
                <c:pt idx="3104">
                  <c:v>9.3800299999999996</c:v>
                </c:pt>
                <c:pt idx="3105">
                  <c:v>9.7995900000000002</c:v>
                </c:pt>
                <c:pt idx="3106">
                  <c:v>9.0867000000000004</c:v>
                </c:pt>
                <c:pt idx="3107">
                  <c:v>8.6914800000000003</c:v>
                </c:pt>
                <c:pt idx="3108">
                  <c:v>8.6444399999999995</c:v>
                </c:pt>
                <c:pt idx="3109">
                  <c:v>8.8058999999999994</c:v>
                </c:pt>
                <c:pt idx="3110">
                  <c:v>9.1670800000000003</c:v>
                </c:pt>
                <c:pt idx="3111">
                  <c:v>9.8110999999999997</c:v>
                </c:pt>
                <c:pt idx="3112">
                  <c:v>9.6764399999999995</c:v>
                </c:pt>
                <c:pt idx="3113">
                  <c:v>9.0486500000000003</c:v>
                </c:pt>
                <c:pt idx="3114">
                  <c:v>9.0371400000000008</c:v>
                </c:pt>
                <c:pt idx="3115">
                  <c:v>9.3908000000000005</c:v>
                </c:pt>
                <c:pt idx="3116">
                  <c:v>8.8515700000000006</c:v>
                </c:pt>
                <c:pt idx="3117">
                  <c:v>9.0771300000000004</c:v>
                </c:pt>
                <c:pt idx="3118">
                  <c:v>9.5904000000000007</c:v>
                </c:pt>
                <c:pt idx="3119">
                  <c:v>8.8406900000000004</c:v>
                </c:pt>
                <c:pt idx="3120">
                  <c:v>9.1553000000000004</c:v>
                </c:pt>
                <c:pt idx="3121">
                  <c:v>8.6554300000000008</c:v>
                </c:pt>
                <c:pt idx="3122">
                  <c:v>8.9443199999999994</c:v>
                </c:pt>
                <c:pt idx="3123">
                  <c:v>8.8433399999999995</c:v>
                </c:pt>
                <c:pt idx="3124">
                  <c:v>9.1323699999999999</c:v>
                </c:pt>
                <c:pt idx="3125">
                  <c:v>8.9422200000000007</c:v>
                </c:pt>
                <c:pt idx="3126">
                  <c:v>8.9485299999999999</c:v>
                </c:pt>
                <c:pt idx="3127">
                  <c:v>8.9805899999999994</c:v>
                </c:pt>
                <c:pt idx="3128">
                  <c:v>8.66845</c:v>
                </c:pt>
                <c:pt idx="3129">
                  <c:v>8.3636700000000008</c:v>
                </c:pt>
                <c:pt idx="3130">
                  <c:v>9.1980900000000005</c:v>
                </c:pt>
                <c:pt idx="3131">
                  <c:v>9.3863199999999996</c:v>
                </c:pt>
                <c:pt idx="3132">
                  <c:v>8.1108899999999995</c:v>
                </c:pt>
                <c:pt idx="3133">
                  <c:v>9.0814400000000006</c:v>
                </c:pt>
                <c:pt idx="3134">
                  <c:v>9.43126</c:v>
                </c:pt>
                <c:pt idx="3135">
                  <c:v>8.8565900000000006</c:v>
                </c:pt>
                <c:pt idx="3136">
                  <c:v>9.0258599999999998</c:v>
                </c:pt>
                <c:pt idx="3137">
                  <c:v>9.5373000000000001</c:v>
                </c:pt>
                <c:pt idx="3138">
                  <c:v>8.9934499999999993</c:v>
                </c:pt>
                <c:pt idx="3139">
                  <c:v>9.5579499999999999</c:v>
                </c:pt>
                <c:pt idx="3140">
                  <c:v>9.0635499999999993</c:v>
                </c:pt>
                <c:pt idx="3141">
                  <c:v>9.1949100000000001</c:v>
                </c:pt>
                <c:pt idx="3142">
                  <c:v>9.1548300000000005</c:v>
                </c:pt>
                <c:pt idx="3143">
                  <c:v>8.9792400000000008</c:v>
                </c:pt>
                <c:pt idx="3144">
                  <c:v>9.1276299999999999</c:v>
                </c:pt>
                <c:pt idx="3145">
                  <c:v>8.7469199999999994</c:v>
                </c:pt>
                <c:pt idx="3146">
                  <c:v>9.2041299999999993</c:v>
                </c:pt>
                <c:pt idx="3147">
                  <c:v>9.0780499999999993</c:v>
                </c:pt>
                <c:pt idx="3148">
                  <c:v>8.6568699999999996</c:v>
                </c:pt>
                <c:pt idx="3149">
                  <c:v>9.3591499999999996</c:v>
                </c:pt>
                <c:pt idx="3150">
                  <c:v>9.0116800000000001</c:v>
                </c:pt>
                <c:pt idx="3151">
                  <c:v>9.4712300000000003</c:v>
                </c:pt>
                <c:pt idx="3152">
                  <c:v>9.1145800000000001</c:v>
                </c:pt>
                <c:pt idx="3153">
                  <c:v>9.2170799999999993</c:v>
                </c:pt>
                <c:pt idx="3154">
                  <c:v>9.2546999999999997</c:v>
                </c:pt>
                <c:pt idx="3155">
                  <c:v>9.5432400000000008</c:v>
                </c:pt>
                <c:pt idx="3156">
                  <c:v>8.7508300000000006</c:v>
                </c:pt>
                <c:pt idx="3157">
                  <c:v>8.7457200000000004</c:v>
                </c:pt>
                <c:pt idx="3158">
                  <c:v>9.0731699999999993</c:v>
                </c:pt>
                <c:pt idx="3159">
                  <c:v>9.5757300000000001</c:v>
                </c:pt>
                <c:pt idx="3160">
                  <c:v>8.9012499999999992</c:v>
                </c:pt>
                <c:pt idx="3161">
                  <c:v>8.9898500000000006</c:v>
                </c:pt>
                <c:pt idx="3162">
                  <c:v>9.0546900000000008</c:v>
                </c:pt>
                <c:pt idx="3163">
                  <c:v>8.6020500000000002</c:v>
                </c:pt>
                <c:pt idx="3164">
                  <c:v>8.3031699999999997</c:v>
                </c:pt>
                <c:pt idx="3165">
                  <c:v>8.8890200000000004</c:v>
                </c:pt>
                <c:pt idx="3166">
                  <c:v>8.9788099999999993</c:v>
                </c:pt>
                <c:pt idx="3167">
                  <c:v>9.0542800000000003</c:v>
                </c:pt>
                <c:pt idx="3168">
                  <c:v>9.0869199999999992</c:v>
                </c:pt>
                <c:pt idx="3169">
                  <c:v>9.2506900000000005</c:v>
                </c:pt>
                <c:pt idx="3170">
                  <c:v>9.2242800000000003</c:v>
                </c:pt>
                <c:pt idx="3171">
                  <c:v>9.8207100000000001</c:v>
                </c:pt>
                <c:pt idx="3172">
                  <c:v>9.5694599999999994</c:v>
                </c:pt>
                <c:pt idx="3173">
                  <c:v>9.5004200000000001</c:v>
                </c:pt>
                <c:pt idx="3174">
                  <c:v>9.2918599999999998</c:v>
                </c:pt>
                <c:pt idx="3175">
                  <c:v>8.8979499999999998</c:v>
                </c:pt>
                <c:pt idx="3176">
                  <c:v>9.2403099999999991</c:v>
                </c:pt>
                <c:pt idx="3177">
                  <c:v>9.6748700000000003</c:v>
                </c:pt>
                <c:pt idx="3178">
                  <c:v>9.2537099999999999</c:v>
                </c:pt>
                <c:pt idx="3179">
                  <c:v>8.7691800000000004</c:v>
                </c:pt>
                <c:pt idx="3180">
                  <c:v>9.0521899999999995</c:v>
                </c:pt>
                <c:pt idx="3181">
                  <c:v>9.3214799999999993</c:v>
                </c:pt>
                <c:pt idx="3182">
                  <c:v>9.0585599999999999</c:v>
                </c:pt>
                <c:pt idx="3183">
                  <c:v>8.8294200000000007</c:v>
                </c:pt>
                <c:pt idx="3184">
                  <c:v>9.0657800000000002</c:v>
                </c:pt>
                <c:pt idx="3185">
                  <c:v>8.9002199999999991</c:v>
                </c:pt>
                <c:pt idx="3186">
                  <c:v>9.3820899999999998</c:v>
                </c:pt>
                <c:pt idx="3187">
                  <c:v>8.8510299999999997</c:v>
                </c:pt>
                <c:pt idx="3188">
                  <c:v>8.7759999999999998</c:v>
                </c:pt>
                <c:pt idx="3189">
                  <c:v>9.1188099999999999</c:v>
                </c:pt>
                <c:pt idx="3190">
                  <c:v>9.1757399999999993</c:v>
                </c:pt>
                <c:pt idx="3191">
                  <c:v>9.4739799999999992</c:v>
                </c:pt>
                <c:pt idx="3192">
                  <c:v>8.8049800000000005</c:v>
                </c:pt>
                <c:pt idx="3193">
                  <c:v>8.9773300000000003</c:v>
                </c:pt>
                <c:pt idx="3194">
                  <c:v>8.91188</c:v>
                </c:pt>
                <c:pt idx="3195">
                  <c:v>8.6889900000000004</c:v>
                </c:pt>
                <c:pt idx="3196">
                  <c:v>9.5059900000000006</c:v>
                </c:pt>
                <c:pt idx="3197">
                  <c:v>9.1349499999999999</c:v>
                </c:pt>
                <c:pt idx="3198">
                  <c:v>9.4668200000000002</c:v>
                </c:pt>
                <c:pt idx="3199">
                  <c:v>9.2117100000000001</c:v>
                </c:pt>
                <c:pt idx="3200">
                  <c:v>9.8147900000000003</c:v>
                </c:pt>
                <c:pt idx="3201">
                  <c:v>8.7493999999999996</c:v>
                </c:pt>
                <c:pt idx="3202">
                  <c:v>9.2780199999999997</c:v>
                </c:pt>
                <c:pt idx="3203">
                  <c:v>9.1084499999999995</c:v>
                </c:pt>
                <c:pt idx="3204">
                  <c:v>9.6985200000000003</c:v>
                </c:pt>
                <c:pt idx="3205">
                  <c:v>9.3839000000000006</c:v>
                </c:pt>
                <c:pt idx="3206">
                  <c:v>9.5945199999999993</c:v>
                </c:pt>
                <c:pt idx="3207">
                  <c:v>8.3153500000000005</c:v>
                </c:pt>
                <c:pt idx="3208">
                  <c:v>8.5841899999999995</c:v>
                </c:pt>
                <c:pt idx="3209">
                  <c:v>9.0236999999999998</c:v>
                </c:pt>
                <c:pt idx="3210">
                  <c:v>8.8860100000000006</c:v>
                </c:pt>
                <c:pt idx="3211">
                  <c:v>9.6908100000000008</c:v>
                </c:pt>
                <c:pt idx="3212">
                  <c:v>8.9493799999999997</c:v>
                </c:pt>
                <c:pt idx="3213">
                  <c:v>9.6845199999999991</c:v>
                </c:pt>
                <c:pt idx="3214">
                  <c:v>8.5589899999999997</c:v>
                </c:pt>
                <c:pt idx="3215">
                  <c:v>8.7817799999999995</c:v>
                </c:pt>
                <c:pt idx="3216">
                  <c:v>8.6679899999999996</c:v>
                </c:pt>
                <c:pt idx="3217">
                  <c:v>9.0066299999999995</c:v>
                </c:pt>
                <c:pt idx="3218">
                  <c:v>9.0043799999999994</c:v>
                </c:pt>
                <c:pt idx="3219">
                  <c:v>9.2689800000000009</c:v>
                </c:pt>
                <c:pt idx="3220">
                  <c:v>9.2563800000000001</c:v>
                </c:pt>
                <c:pt idx="3221">
                  <c:v>9.2061299999999999</c:v>
                </c:pt>
                <c:pt idx="3222">
                  <c:v>9.3134599999999992</c:v>
                </c:pt>
                <c:pt idx="3223">
                  <c:v>9.30762</c:v>
                </c:pt>
                <c:pt idx="3224">
                  <c:v>9.7867300000000004</c:v>
                </c:pt>
                <c:pt idx="3225">
                  <c:v>9.9312100000000001</c:v>
                </c:pt>
                <c:pt idx="3226">
                  <c:v>9.3794400000000007</c:v>
                </c:pt>
                <c:pt idx="3227">
                  <c:v>9.1302699999999994</c:v>
                </c:pt>
                <c:pt idx="3228">
                  <c:v>9.8013700000000004</c:v>
                </c:pt>
                <c:pt idx="3229">
                  <c:v>8.9073799999999999</c:v>
                </c:pt>
                <c:pt idx="3230">
                  <c:v>9.3972300000000004</c:v>
                </c:pt>
                <c:pt idx="3231">
                  <c:v>9.0873799999999996</c:v>
                </c:pt>
                <c:pt idx="3232">
                  <c:v>9.20261</c:v>
                </c:pt>
                <c:pt idx="3233">
                  <c:v>8.9149700000000003</c:v>
                </c:pt>
                <c:pt idx="3234">
                  <c:v>8.9060600000000001</c:v>
                </c:pt>
                <c:pt idx="3235">
                  <c:v>9.2134199999999993</c:v>
                </c:pt>
                <c:pt idx="3236">
                  <c:v>9.2815600000000007</c:v>
                </c:pt>
                <c:pt idx="3237">
                  <c:v>9.5090299999999992</c:v>
                </c:pt>
                <c:pt idx="3238">
                  <c:v>9.1454500000000003</c:v>
                </c:pt>
                <c:pt idx="3239">
                  <c:v>8.7041299999999993</c:v>
                </c:pt>
                <c:pt idx="3240">
                  <c:v>8.6186199999999999</c:v>
                </c:pt>
                <c:pt idx="3241">
                  <c:v>8.9735499999999995</c:v>
                </c:pt>
                <c:pt idx="3242">
                  <c:v>9.2272599999999994</c:v>
                </c:pt>
                <c:pt idx="3243">
                  <c:v>8.6830800000000004</c:v>
                </c:pt>
                <c:pt idx="3244">
                  <c:v>9.2468699999999995</c:v>
                </c:pt>
                <c:pt idx="3245">
                  <c:v>9.0010200000000005</c:v>
                </c:pt>
                <c:pt idx="3246">
                  <c:v>8.9372000000000007</c:v>
                </c:pt>
                <c:pt idx="3247">
                  <c:v>9.0320999999999998</c:v>
                </c:pt>
                <c:pt idx="3248">
                  <c:v>8.9365000000000006</c:v>
                </c:pt>
                <c:pt idx="3249">
                  <c:v>9.3068000000000008</c:v>
                </c:pt>
                <c:pt idx="3250">
                  <c:v>9.3223400000000005</c:v>
                </c:pt>
                <c:pt idx="3251">
                  <c:v>8.9463899999999992</c:v>
                </c:pt>
                <c:pt idx="3252">
                  <c:v>9.3776399999999995</c:v>
                </c:pt>
                <c:pt idx="3253">
                  <c:v>9.7690199999999994</c:v>
                </c:pt>
                <c:pt idx="3254">
                  <c:v>9.0366300000000006</c:v>
                </c:pt>
                <c:pt idx="3255">
                  <c:v>8.9912799999999997</c:v>
                </c:pt>
                <c:pt idx="3256">
                  <c:v>9.4053400000000007</c:v>
                </c:pt>
                <c:pt idx="3257">
                  <c:v>9.6216200000000001</c:v>
                </c:pt>
                <c:pt idx="3258">
                  <c:v>9.3035399999999999</c:v>
                </c:pt>
                <c:pt idx="3259">
                  <c:v>9.0780499999999993</c:v>
                </c:pt>
                <c:pt idx="3260">
                  <c:v>8.9808599999999998</c:v>
                </c:pt>
                <c:pt idx="3261">
                  <c:v>9.3543900000000004</c:v>
                </c:pt>
                <c:pt idx="3262">
                  <c:v>9.2656600000000005</c:v>
                </c:pt>
                <c:pt idx="3263">
                  <c:v>9.3531300000000002</c:v>
                </c:pt>
                <c:pt idx="3264">
                  <c:v>9.0924200000000006</c:v>
                </c:pt>
                <c:pt idx="3265">
                  <c:v>8.7249300000000005</c:v>
                </c:pt>
                <c:pt idx="3266">
                  <c:v>8.7556600000000007</c:v>
                </c:pt>
                <c:pt idx="3267">
                  <c:v>8.8277699999999992</c:v>
                </c:pt>
                <c:pt idx="3268">
                  <c:v>8.9776900000000008</c:v>
                </c:pt>
                <c:pt idx="3269">
                  <c:v>9.1203199999999995</c:v>
                </c:pt>
                <c:pt idx="3270">
                  <c:v>9.0775299999999994</c:v>
                </c:pt>
                <c:pt idx="3271">
                  <c:v>8.9465900000000005</c:v>
                </c:pt>
                <c:pt idx="3272">
                  <c:v>8.9780899999999999</c:v>
                </c:pt>
                <c:pt idx="3273">
                  <c:v>9.1749500000000008</c:v>
                </c:pt>
                <c:pt idx="3274">
                  <c:v>8.9190199999999997</c:v>
                </c:pt>
                <c:pt idx="3275">
                  <c:v>8.8876200000000001</c:v>
                </c:pt>
                <c:pt idx="3276">
                  <c:v>8.7555599999999991</c:v>
                </c:pt>
                <c:pt idx="3277">
                  <c:v>8.8552800000000005</c:v>
                </c:pt>
                <c:pt idx="3278">
                  <c:v>8.7452400000000008</c:v>
                </c:pt>
                <c:pt idx="3279">
                  <c:v>9.4614799999999999</c:v>
                </c:pt>
                <c:pt idx="3280">
                  <c:v>10.136699999999999</c:v>
                </c:pt>
                <c:pt idx="3281">
                  <c:v>9.0813400000000009</c:v>
                </c:pt>
                <c:pt idx="3282">
                  <c:v>9.1698400000000007</c:v>
                </c:pt>
                <c:pt idx="3283">
                  <c:v>9.0003499999999992</c:v>
                </c:pt>
                <c:pt idx="3284">
                  <c:v>9.30152</c:v>
                </c:pt>
                <c:pt idx="3285">
                  <c:v>8.7980199999999993</c:v>
                </c:pt>
                <c:pt idx="3286">
                  <c:v>8.9323200000000007</c:v>
                </c:pt>
                <c:pt idx="3287">
                  <c:v>9.0039200000000008</c:v>
                </c:pt>
                <c:pt idx="3288">
                  <c:v>8.7235899999999997</c:v>
                </c:pt>
                <c:pt idx="3289">
                  <c:v>8.9737100000000005</c:v>
                </c:pt>
                <c:pt idx="3290">
                  <c:v>9.6766400000000008</c:v>
                </c:pt>
                <c:pt idx="3291">
                  <c:v>9.8056999999999999</c:v>
                </c:pt>
                <c:pt idx="3292">
                  <c:v>9.5054400000000001</c:v>
                </c:pt>
                <c:pt idx="3293">
                  <c:v>8.8832500000000003</c:v>
                </c:pt>
                <c:pt idx="3294">
                  <c:v>8.8123699999999996</c:v>
                </c:pt>
                <c:pt idx="3295">
                  <c:v>9.0481700000000007</c:v>
                </c:pt>
                <c:pt idx="3296">
                  <c:v>8.9828899999999994</c:v>
                </c:pt>
                <c:pt idx="3297">
                  <c:v>9.2863299999999995</c:v>
                </c:pt>
                <c:pt idx="3298">
                  <c:v>8.7922799999999999</c:v>
                </c:pt>
                <c:pt idx="3299">
                  <c:v>9.0475700000000003</c:v>
                </c:pt>
                <c:pt idx="3300">
                  <c:v>9.4906100000000002</c:v>
                </c:pt>
                <c:pt idx="3301">
                  <c:v>9.1987799999999993</c:v>
                </c:pt>
                <c:pt idx="3302">
                  <c:v>8.9766600000000007</c:v>
                </c:pt>
                <c:pt idx="3303">
                  <c:v>9.0486599999999999</c:v>
                </c:pt>
                <c:pt idx="3304">
                  <c:v>9.6636600000000001</c:v>
                </c:pt>
                <c:pt idx="3305">
                  <c:v>9.2555399999999999</c:v>
                </c:pt>
                <c:pt idx="3306">
                  <c:v>9.4101199999999992</c:v>
                </c:pt>
                <c:pt idx="3307">
                  <c:v>9.2045999999999992</c:v>
                </c:pt>
                <c:pt idx="3308">
                  <c:v>8.9922900000000006</c:v>
                </c:pt>
                <c:pt idx="3309">
                  <c:v>8.8728300000000004</c:v>
                </c:pt>
                <c:pt idx="3310">
                  <c:v>9.0468600000000006</c:v>
                </c:pt>
                <c:pt idx="3311">
                  <c:v>8.9501799999999996</c:v>
                </c:pt>
                <c:pt idx="3312">
                  <c:v>8.6304999999999996</c:v>
                </c:pt>
                <c:pt idx="3313">
                  <c:v>9.6561000000000003</c:v>
                </c:pt>
                <c:pt idx="3314">
                  <c:v>9.2637099999999997</c:v>
                </c:pt>
                <c:pt idx="3315">
                  <c:v>8.7937799999999999</c:v>
                </c:pt>
                <c:pt idx="3316">
                  <c:v>9.6463999999999999</c:v>
                </c:pt>
                <c:pt idx="3317">
                  <c:v>9.44482</c:v>
                </c:pt>
                <c:pt idx="3318">
                  <c:v>9.0931200000000008</c:v>
                </c:pt>
                <c:pt idx="3319">
                  <c:v>9.3816799999999994</c:v>
                </c:pt>
                <c:pt idx="3320">
                  <c:v>8.9846699999999995</c:v>
                </c:pt>
                <c:pt idx="3321">
                  <c:v>9.5924300000000002</c:v>
                </c:pt>
                <c:pt idx="3322">
                  <c:v>9.4463699999999999</c:v>
                </c:pt>
                <c:pt idx="3323">
                  <c:v>9.3007799999999996</c:v>
                </c:pt>
                <c:pt idx="3324">
                  <c:v>9.5415700000000001</c:v>
                </c:pt>
                <c:pt idx="3325">
                  <c:v>9.1284600000000005</c:v>
                </c:pt>
                <c:pt idx="3326">
                  <c:v>9.0910200000000003</c:v>
                </c:pt>
                <c:pt idx="3327">
                  <c:v>9.1141100000000002</c:v>
                </c:pt>
                <c:pt idx="3328">
                  <c:v>8.8703299999999992</c:v>
                </c:pt>
                <c:pt idx="3329">
                  <c:v>8.7461300000000008</c:v>
                </c:pt>
                <c:pt idx="3330">
                  <c:v>9.0284200000000006</c:v>
                </c:pt>
                <c:pt idx="3331">
                  <c:v>8.9792699999999996</c:v>
                </c:pt>
                <c:pt idx="3332">
                  <c:v>9.3648799999999994</c:v>
                </c:pt>
                <c:pt idx="3333">
                  <c:v>8.9330800000000004</c:v>
                </c:pt>
                <c:pt idx="3334">
                  <c:v>8.8938799999999993</c:v>
                </c:pt>
                <c:pt idx="3335">
                  <c:v>9.1144200000000009</c:v>
                </c:pt>
                <c:pt idx="3336">
                  <c:v>8.6983300000000003</c:v>
                </c:pt>
                <c:pt idx="3337">
                  <c:v>9.1237600000000008</c:v>
                </c:pt>
                <c:pt idx="3338">
                  <c:v>9.1959</c:v>
                </c:pt>
                <c:pt idx="3339">
                  <c:v>9.1273400000000002</c:v>
                </c:pt>
                <c:pt idx="3340">
                  <c:v>8.8422000000000001</c:v>
                </c:pt>
                <c:pt idx="3341">
                  <c:v>8.5295900000000007</c:v>
                </c:pt>
                <c:pt idx="3342">
                  <c:v>9.0751899999999992</c:v>
                </c:pt>
                <c:pt idx="3343">
                  <c:v>8.5948799999999999</c:v>
                </c:pt>
                <c:pt idx="3344">
                  <c:v>9.0630199999999999</c:v>
                </c:pt>
                <c:pt idx="3345">
                  <c:v>9.5039400000000001</c:v>
                </c:pt>
                <c:pt idx="3346">
                  <c:v>9.1600400000000004</c:v>
                </c:pt>
                <c:pt idx="3347">
                  <c:v>9.0678800000000006</c:v>
                </c:pt>
                <c:pt idx="3348">
                  <c:v>9.3713200000000008</c:v>
                </c:pt>
                <c:pt idx="3349">
                  <c:v>9.2647600000000008</c:v>
                </c:pt>
                <c:pt idx="3350">
                  <c:v>8.7572799999999997</c:v>
                </c:pt>
                <c:pt idx="3351">
                  <c:v>8.8993000000000002</c:v>
                </c:pt>
                <c:pt idx="3352">
                  <c:v>8.8134700000000006</c:v>
                </c:pt>
                <c:pt idx="3353">
                  <c:v>8.9134899999999995</c:v>
                </c:pt>
                <c:pt idx="3354">
                  <c:v>8.4512300000000007</c:v>
                </c:pt>
                <c:pt idx="3355">
                  <c:v>8.8565400000000007</c:v>
                </c:pt>
                <c:pt idx="3356">
                  <c:v>9.1338600000000003</c:v>
                </c:pt>
                <c:pt idx="3357">
                  <c:v>9.47438</c:v>
                </c:pt>
                <c:pt idx="3358">
                  <c:v>9.1383200000000002</c:v>
                </c:pt>
                <c:pt idx="3359">
                  <c:v>9.1091200000000008</c:v>
                </c:pt>
                <c:pt idx="3360">
                  <c:v>9.2134800000000006</c:v>
                </c:pt>
                <c:pt idx="3361">
                  <c:v>8.9418399999999991</c:v>
                </c:pt>
                <c:pt idx="3362">
                  <c:v>9.0658600000000007</c:v>
                </c:pt>
                <c:pt idx="3363">
                  <c:v>9.5924999999999994</c:v>
                </c:pt>
                <c:pt idx="3364">
                  <c:v>9.0731099999999998</c:v>
                </c:pt>
                <c:pt idx="3365">
                  <c:v>9.4824999999999999</c:v>
                </c:pt>
                <c:pt idx="3366">
                  <c:v>9.4376899999999999</c:v>
                </c:pt>
                <c:pt idx="3367">
                  <c:v>8.8819900000000001</c:v>
                </c:pt>
                <c:pt idx="3368">
                  <c:v>8.9036600000000004</c:v>
                </c:pt>
                <c:pt idx="3369">
                  <c:v>9.0438600000000005</c:v>
                </c:pt>
                <c:pt idx="3370">
                  <c:v>9.1248000000000005</c:v>
                </c:pt>
                <c:pt idx="3371">
                  <c:v>9.02881</c:v>
                </c:pt>
                <c:pt idx="3372">
                  <c:v>8.8226999999999993</c:v>
                </c:pt>
                <c:pt idx="3373">
                  <c:v>8.9597899999999999</c:v>
                </c:pt>
                <c:pt idx="3374">
                  <c:v>9.2425200000000007</c:v>
                </c:pt>
                <c:pt idx="3375">
                  <c:v>8.9720499999999994</c:v>
                </c:pt>
                <c:pt idx="3376">
                  <c:v>8.4146900000000002</c:v>
                </c:pt>
                <c:pt idx="3377">
                  <c:v>8.5661699999999996</c:v>
                </c:pt>
                <c:pt idx="3378">
                  <c:v>8.7032699999999998</c:v>
                </c:pt>
                <c:pt idx="3379">
                  <c:v>8.6003600000000002</c:v>
                </c:pt>
                <c:pt idx="3380">
                  <c:v>8.9291900000000002</c:v>
                </c:pt>
                <c:pt idx="3381">
                  <c:v>9.0237200000000009</c:v>
                </c:pt>
                <c:pt idx="3382">
                  <c:v>9.6801999999999992</c:v>
                </c:pt>
                <c:pt idx="3383">
                  <c:v>9.5600900000000006</c:v>
                </c:pt>
                <c:pt idx="3384">
                  <c:v>9.1500299999999992</c:v>
                </c:pt>
                <c:pt idx="3385">
                  <c:v>9.5334500000000002</c:v>
                </c:pt>
                <c:pt idx="3386">
                  <c:v>9.1764299999999999</c:v>
                </c:pt>
                <c:pt idx="3387">
                  <c:v>9.6322899999999994</c:v>
                </c:pt>
                <c:pt idx="3388">
                  <c:v>9.3511600000000001</c:v>
                </c:pt>
                <c:pt idx="3389">
                  <c:v>9.0116800000000001</c:v>
                </c:pt>
                <c:pt idx="3390">
                  <c:v>9.3788999999999998</c:v>
                </c:pt>
                <c:pt idx="3391">
                  <c:v>9.6616400000000002</c:v>
                </c:pt>
                <c:pt idx="3392">
                  <c:v>8.9217700000000004</c:v>
                </c:pt>
                <c:pt idx="3393">
                  <c:v>9.6666399999999992</c:v>
                </c:pt>
                <c:pt idx="3394">
                  <c:v>9.2175899999999995</c:v>
                </c:pt>
                <c:pt idx="3395">
                  <c:v>9.1764899999999994</c:v>
                </c:pt>
                <c:pt idx="3396">
                  <c:v>9.3696400000000004</c:v>
                </c:pt>
                <c:pt idx="3397">
                  <c:v>9.1656600000000008</c:v>
                </c:pt>
                <c:pt idx="3398">
                  <c:v>9.5179500000000008</c:v>
                </c:pt>
                <c:pt idx="3399">
                  <c:v>9.1599799999999991</c:v>
                </c:pt>
                <c:pt idx="3400">
                  <c:v>9.1855100000000007</c:v>
                </c:pt>
                <c:pt idx="3401">
                  <c:v>9.3237000000000005</c:v>
                </c:pt>
                <c:pt idx="3402">
                  <c:v>8.4201899999999998</c:v>
                </c:pt>
                <c:pt idx="3403">
                  <c:v>9.1634399999999996</c:v>
                </c:pt>
                <c:pt idx="3404">
                  <c:v>9.1834500000000006</c:v>
                </c:pt>
                <c:pt idx="3405">
                  <c:v>9.4413199999999993</c:v>
                </c:pt>
                <c:pt idx="3406">
                  <c:v>9.5503499999999999</c:v>
                </c:pt>
                <c:pt idx="3407">
                  <c:v>9.3434699999999999</c:v>
                </c:pt>
                <c:pt idx="3408">
                  <c:v>9.0382400000000001</c:v>
                </c:pt>
                <c:pt idx="3409">
                  <c:v>8.9426900000000007</c:v>
                </c:pt>
                <c:pt idx="3410">
                  <c:v>9.2531599999999994</c:v>
                </c:pt>
                <c:pt idx="3411">
                  <c:v>9.2110199999999995</c:v>
                </c:pt>
                <c:pt idx="3412">
                  <c:v>9.5095100000000006</c:v>
                </c:pt>
                <c:pt idx="3413">
                  <c:v>9.1126500000000004</c:v>
                </c:pt>
                <c:pt idx="3414">
                  <c:v>9.1897000000000002</c:v>
                </c:pt>
                <c:pt idx="3415">
                  <c:v>9.39236</c:v>
                </c:pt>
                <c:pt idx="3416">
                  <c:v>9.67971</c:v>
                </c:pt>
                <c:pt idx="3417">
                  <c:v>8.7794399999999992</c:v>
                </c:pt>
                <c:pt idx="3418">
                  <c:v>9.3702000000000005</c:v>
                </c:pt>
                <c:pt idx="3419">
                  <c:v>9.39086</c:v>
                </c:pt>
                <c:pt idx="3420">
                  <c:v>8.7984299999999998</c:v>
                </c:pt>
                <c:pt idx="3421">
                  <c:v>8.5940100000000008</c:v>
                </c:pt>
                <c:pt idx="3422">
                  <c:v>8.88157</c:v>
                </c:pt>
                <c:pt idx="3423">
                  <c:v>9.4486100000000004</c:v>
                </c:pt>
                <c:pt idx="3424">
                  <c:v>9.2264900000000001</c:v>
                </c:pt>
                <c:pt idx="3425">
                  <c:v>8.6311999999999998</c:v>
                </c:pt>
                <c:pt idx="3426">
                  <c:v>8.8091899999999992</c:v>
                </c:pt>
                <c:pt idx="3427">
                  <c:v>8.9822299999999995</c:v>
                </c:pt>
                <c:pt idx="3428">
                  <c:v>9.6474899999999995</c:v>
                </c:pt>
                <c:pt idx="3429">
                  <c:v>9.2600499999999997</c:v>
                </c:pt>
                <c:pt idx="3430">
                  <c:v>9.0943100000000001</c:v>
                </c:pt>
                <c:pt idx="3431">
                  <c:v>8.8979499999999998</c:v>
                </c:pt>
                <c:pt idx="3432">
                  <c:v>9.3973700000000004</c:v>
                </c:pt>
                <c:pt idx="3433">
                  <c:v>9.8682499999999997</c:v>
                </c:pt>
                <c:pt idx="3434">
                  <c:v>9.0494900000000005</c:v>
                </c:pt>
                <c:pt idx="3435">
                  <c:v>8.4779199999999992</c:v>
                </c:pt>
                <c:pt idx="3436">
                  <c:v>9.3938799999999993</c:v>
                </c:pt>
                <c:pt idx="3437">
                  <c:v>8.9078999999999997</c:v>
                </c:pt>
                <c:pt idx="3438">
                  <c:v>9.2654999999999994</c:v>
                </c:pt>
                <c:pt idx="3439">
                  <c:v>9.45153</c:v>
                </c:pt>
                <c:pt idx="3440">
                  <c:v>8.7415500000000002</c:v>
                </c:pt>
                <c:pt idx="3441">
                  <c:v>9.2914300000000001</c:v>
                </c:pt>
                <c:pt idx="3442">
                  <c:v>9.7681199999999997</c:v>
                </c:pt>
                <c:pt idx="3443">
                  <c:v>9.1077600000000007</c:v>
                </c:pt>
                <c:pt idx="3444">
                  <c:v>9.2696799999999993</c:v>
                </c:pt>
                <c:pt idx="3445">
                  <c:v>9.3840599999999998</c:v>
                </c:pt>
                <c:pt idx="3446">
                  <c:v>9.1926400000000008</c:v>
                </c:pt>
                <c:pt idx="3447">
                  <c:v>8.9329000000000001</c:v>
                </c:pt>
                <c:pt idx="3448">
                  <c:v>8.7527600000000003</c:v>
                </c:pt>
                <c:pt idx="3449">
                  <c:v>8.8451299999999993</c:v>
                </c:pt>
                <c:pt idx="3450">
                  <c:v>9.2244700000000002</c:v>
                </c:pt>
                <c:pt idx="3451">
                  <c:v>9.0972799999999996</c:v>
                </c:pt>
                <c:pt idx="3452">
                  <c:v>9.5447299999999995</c:v>
                </c:pt>
                <c:pt idx="3453">
                  <c:v>9.0195000000000007</c:v>
                </c:pt>
                <c:pt idx="3454">
                  <c:v>8.8399099999999997</c:v>
                </c:pt>
                <c:pt idx="3455">
                  <c:v>8.2288599999999992</c:v>
                </c:pt>
                <c:pt idx="3456">
                  <c:v>9.2013700000000007</c:v>
                </c:pt>
                <c:pt idx="3457">
                  <c:v>9.33047</c:v>
                </c:pt>
                <c:pt idx="3458">
                  <c:v>9.4243799999999993</c:v>
                </c:pt>
                <c:pt idx="3459">
                  <c:v>9.2302</c:v>
                </c:pt>
                <c:pt idx="3460">
                  <c:v>9.5091999999999999</c:v>
                </c:pt>
                <c:pt idx="3461">
                  <c:v>9.3539899999999996</c:v>
                </c:pt>
                <c:pt idx="3462">
                  <c:v>9.1558700000000002</c:v>
                </c:pt>
                <c:pt idx="3463">
                  <c:v>8.9448399999999992</c:v>
                </c:pt>
                <c:pt idx="3464">
                  <c:v>9.1700700000000008</c:v>
                </c:pt>
                <c:pt idx="3465">
                  <c:v>9.2765799999999992</c:v>
                </c:pt>
                <c:pt idx="3466">
                  <c:v>8.3497900000000005</c:v>
                </c:pt>
                <c:pt idx="3467">
                  <c:v>8.7970799999999993</c:v>
                </c:pt>
                <c:pt idx="3468">
                  <c:v>9.1649600000000007</c:v>
                </c:pt>
                <c:pt idx="3469">
                  <c:v>9.0614000000000008</c:v>
                </c:pt>
                <c:pt idx="3470">
                  <c:v>8.6572399999999998</c:v>
                </c:pt>
                <c:pt idx="3471">
                  <c:v>8.7559299999999993</c:v>
                </c:pt>
                <c:pt idx="3472">
                  <c:v>8.8277099999999997</c:v>
                </c:pt>
                <c:pt idx="3473">
                  <c:v>8.9837199999999999</c:v>
                </c:pt>
                <c:pt idx="3474">
                  <c:v>9.5358099999999997</c:v>
                </c:pt>
                <c:pt idx="3475">
                  <c:v>9.2869299999999999</c:v>
                </c:pt>
                <c:pt idx="3476">
                  <c:v>9.1111199999999997</c:v>
                </c:pt>
                <c:pt idx="3477">
                  <c:v>9.1777200000000008</c:v>
                </c:pt>
                <c:pt idx="3478">
                  <c:v>9.1676699999999993</c:v>
                </c:pt>
                <c:pt idx="3479">
                  <c:v>8.1089000000000002</c:v>
                </c:pt>
                <c:pt idx="3480">
                  <c:v>8.6830300000000005</c:v>
                </c:pt>
                <c:pt idx="3481">
                  <c:v>9.1341800000000006</c:v>
                </c:pt>
                <c:pt idx="3482">
                  <c:v>8.8096800000000002</c:v>
                </c:pt>
                <c:pt idx="3483">
                  <c:v>8.9122900000000005</c:v>
                </c:pt>
                <c:pt idx="3484">
                  <c:v>9.3479399999999995</c:v>
                </c:pt>
                <c:pt idx="3485">
                  <c:v>9.4859899999999993</c:v>
                </c:pt>
                <c:pt idx="3486">
                  <c:v>9.4467999999999996</c:v>
                </c:pt>
                <c:pt idx="3487">
                  <c:v>9.42746</c:v>
                </c:pt>
                <c:pt idx="3488">
                  <c:v>8.8756900000000005</c:v>
                </c:pt>
                <c:pt idx="3489">
                  <c:v>8.7060099999999991</c:v>
                </c:pt>
                <c:pt idx="3490">
                  <c:v>9.1964100000000002</c:v>
                </c:pt>
                <c:pt idx="3491">
                  <c:v>8.8504500000000004</c:v>
                </c:pt>
                <c:pt idx="3492">
                  <c:v>8.8529699999999991</c:v>
                </c:pt>
                <c:pt idx="3493">
                  <c:v>8.3248099999999994</c:v>
                </c:pt>
                <c:pt idx="3494">
                  <c:v>8.9429800000000004</c:v>
                </c:pt>
                <c:pt idx="3495">
                  <c:v>8.6918399999999991</c:v>
                </c:pt>
                <c:pt idx="3496">
                  <c:v>8.8564100000000003</c:v>
                </c:pt>
                <c:pt idx="3497">
                  <c:v>8.6864600000000003</c:v>
                </c:pt>
                <c:pt idx="3498">
                  <c:v>8.3885000000000005</c:v>
                </c:pt>
                <c:pt idx="3499">
                  <c:v>9.3947099999999999</c:v>
                </c:pt>
                <c:pt idx="3500">
                  <c:v>10.307600000000001</c:v>
                </c:pt>
                <c:pt idx="3501">
                  <c:v>9.3286499999999997</c:v>
                </c:pt>
                <c:pt idx="3502">
                  <c:v>9.7595100000000006</c:v>
                </c:pt>
                <c:pt idx="3503">
                  <c:v>8.5358800000000006</c:v>
                </c:pt>
                <c:pt idx="3504">
                  <c:v>8.8599800000000002</c:v>
                </c:pt>
                <c:pt idx="3505">
                  <c:v>9.2401999999999997</c:v>
                </c:pt>
                <c:pt idx="3506">
                  <c:v>9.3035999999999994</c:v>
                </c:pt>
                <c:pt idx="3507">
                  <c:v>9.3045899999999993</c:v>
                </c:pt>
                <c:pt idx="3508">
                  <c:v>8.9085699999999992</c:v>
                </c:pt>
                <c:pt idx="3509">
                  <c:v>8.8459800000000008</c:v>
                </c:pt>
                <c:pt idx="3510">
                  <c:v>9.0380500000000001</c:v>
                </c:pt>
                <c:pt idx="3511">
                  <c:v>9.2838700000000003</c:v>
                </c:pt>
                <c:pt idx="3512">
                  <c:v>9.0424299999999995</c:v>
                </c:pt>
                <c:pt idx="3513">
                  <c:v>8.7798300000000005</c:v>
                </c:pt>
                <c:pt idx="3514">
                  <c:v>8.6847499999999993</c:v>
                </c:pt>
                <c:pt idx="3515">
                  <c:v>8.5278799999999997</c:v>
                </c:pt>
                <c:pt idx="3516">
                  <c:v>9.2487499999999994</c:v>
                </c:pt>
                <c:pt idx="3517">
                  <c:v>9.0869400000000002</c:v>
                </c:pt>
                <c:pt idx="3518">
                  <c:v>9.2460799999999992</c:v>
                </c:pt>
                <c:pt idx="3519">
                  <c:v>9.5281199999999995</c:v>
                </c:pt>
                <c:pt idx="3520">
                  <c:v>9.3786199999999997</c:v>
                </c:pt>
                <c:pt idx="3521">
                  <c:v>8.9442500000000003</c:v>
                </c:pt>
                <c:pt idx="3522">
                  <c:v>9.2108100000000004</c:v>
                </c:pt>
                <c:pt idx="3523">
                  <c:v>8.5014199999999995</c:v>
                </c:pt>
                <c:pt idx="3524">
                  <c:v>9.0124499999999994</c:v>
                </c:pt>
                <c:pt idx="3525">
                  <c:v>8.9074100000000005</c:v>
                </c:pt>
                <c:pt idx="3526">
                  <c:v>9.0246300000000002</c:v>
                </c:pt>
                <c:pt idx="3527">
                  <c:v>9.4038400000000006</c:v>
                </c:pt>
                <c:pt idx="3528">
                  <c:v>8.8219899999999996</c:v>
                </c:pt>
                <c:pt idx="3529">
                  <c:v>8.8759800000000002</c:v>
                </c:pt>
                <c:pt idx="3530">
                  <c:v>8.6990700000000007</c:v>
                </c:pt>
                <c:pt idx="3531">
                  <c:v>8.35989</c:v>
                </c:pt>
                <c:pt idx="3532">
                  <c:v>9.2104900000000001</c:v>
                </c:pt>
                <c:pt idx="3533">
                  <c:v>8.8581000000000003</c:v>
                </c:pt>
                <c:pt idx="3534">
                  <c:v>8.9703599999999994</c:v>
                </c:pt>
                <c:pt idx="3535">
                  <c:v>8.8955599999999997</c:v>
                </c:pt>
                <c:pt idx="3536">
                  <c:v>9.0708000000000002</c:v>
                </c:pt>
                <c:pt idx="3537">
                  <c:v>9.1254100000000005</c:v>
                </c:pt>
                <c:pt idx="3538">
                  <c:v>9.2425899999999999</c:v>
                </c:pt>
                <c:pt idx="3539">
                  <c:v>9.3506499999999999</c:v>
                </c:pt>
                <c:pt idx="3540">
                  <c:v>9.0295699999999997</c:v>
                </c:pt>
                <c:pt idx="3541">
                  <c:v>9.0690600000000003</c:v>
                </c:pt>
                <c:pt idx="3542">
                  <c:v>9.2162000000000006</c:v>
                </c:pt>
                <c:pt idx="3543">
                  <c:v>9.3346400000000003</c:v>
                </c:pt>
                <c:pt idx="3544">
                  <c:v>8.8291799999999991</c:v>
                </c:pt>
                <c:pt idx="3545">
                  <c:v>8.80992</c:v>
                </c:pt>
                <c:pt idx="3546">
                  <c:v>8.70322</c:v>
                </c:pt>
                <c:pt idx="3547">
                  <c:v>9.5534400000000002</c:v>
                </c:pt>
                <c:pt idx="3548">
                  <c:v>8.9937900000000006</c:v>
                </c:pt>
                <c:pt idx="3549">
                  <c:v>8.56907</c:v>
                </c:pt>
                <c:pt idx="3550">
                  <c:v>8.97424</c:v>
                </c:pt>
                <c:pt idx="3551">
                  <c:v>9.1174199999999992</c:v>
                </c:pt>
                <c:pt idx="3552">
                  <c:v>8.8519799999999993</c:v>
                </c:pt>
                <c:pt idx="3553">
                  <c:v>9.4498700000000007</c:v>
                </c:pt>
                <c:pt idx="3554">
                  <c:v>9.0114000000000001</c:v>
                </c:pt>
                <c:pt idx="3555">
                  <c:v>9.0340900000000008</c:v>
                </c:pt>
                <c:pt idx="3556">
                  <c:v>9.2596000000000007</c:v>
                </c:pt>
                <c:pt idx="3557">
                  <c:v>9.14968</c:v>
                </c:pt>
                <c:pt idx="3558">
                  <c:v>9.1020900000000005</c:v>
                </c:pt>
                <c:pt idx="3559">
                  <c:v>9.0091099999999997</c:v>
                </c:pt>
                <c:pt idx="3560">
                  <c:v>8.8114000000000008</c:v>
                </c:pt>
                <c:pt idx="3561">
                  <c:v>9.0666799999999999</c:v>
                </c:pt>
                <c:pt idx="3562">
                  <c:v>9.7976899999999993</c:v>
                </c:pt>
                <c:pt idx="3563">
                  <c:v>9.5738900000000005</c:v>
                </c:pt>
                <c:pt idx="3564">
                  <c:v>9.0047999999999995</c:v>
                </c:pt>
                <c:pt idx="3565">
                  <c:v>8.4119600000000005</c:v>
                </c:pt>
                <c:pt idx="3566">
                  <c:v>9.3424800000000001</c:v>
                </c:pt>
                <c:pt idx="3567">
                  <c:v>8.7953399999999995</c:v>
                </c:pt>
                <c:pt idx="3568">
                  <c:v>8.7643799999999992</c:v>
                </c:pt>
                <c:pt idx="3569">
                  <c:v>9.4654100000000003</c:v>
                </c:pt>
                <c:pt idx="3570">
                  <c:v>8.6150400000000005</c:v>
                </c:pt>
                <c:pt idx="3571">
                  <c:v>8.5478000000000005</c:v>
                </c:pt>
                <c:pt idx="3572">
                  <c:v>9.1325400000000005</c:v>
                </c:pt>
                <c:pt idx="3573">
                  <c:v>9.0837000000000003</c:v>
                </c:pt>
                <c:pt idx="3574">
                  <c:v>9.4638600000000004</c:v>
                </c:pt>
                <c:pt idx="3575">
                  <c:v>9.1505399999999995</c:v>
                </c:pt>
                <c:pt idx="3576">
                  <c:v>9.5440799999999992</c:v>
                </c:pt>
                <c:pt idx="3577">
                  <c:v>8.6205099999999995</c:v>
                </c:pt>
                <c:pt idx="3578">
                  <c:v>8.7037899999999997</c:v>
                </c:pt>
                <c:pt idx="3579">
                  <c:v>9.3896499999999996</c:v>
                </c:pt>
                <c:pt idx="3580">
                  <c:v>8.9586799999999993</c:v>
                </c:pt>
                <c:pt idx="3581">
                  <c:v>9.5006699999999995</c:v>
                </c:pt>
                <c:pt idx="3582">
                  <c:v>9.4361499999999996</c:v>
                </c:pt>
                <c:pt idx="3583">
                  <c:v>9.2984500000000008</c:v>
                </c:pt>
                <c:pt idx="3584">
                  <c:v>9.1298100000000009</c:v>
                </c:pt>
                <c:pt idx="3585">
                  <c:v>8.7827500000000001</c:v>
                </c:pt>
                <c:pt idx="3586">
                  <c:v>8.7189300000000003</c:v>
                </c:pt>
                <c:pt idx="3587">
                  <c:v>8.8485600000000009</c:v>
                </c:pt>
                <c:pt idx="3588">
                  <c:v>8.8561200000000007</c:v>
                </c:pt>
                <c:pt idx="3589">
                  <c:v>9.1182599999999994</c:v>
                </c:pt>
                <c:pt idx="3590">
                  <c:v>9.2651400000000006</c:v>
                </c:pt>
                <c:pt idx="3591">
                  <c:v>9.0122599999999995</c:v>
                </c:pt>
                <c:pt idx="3592">
                  <c:v>8.9691299999999998</c:v>
                </c:pt>
                <c:pt idx="3593">
                  <c:v>9.3953799999999994</c:v>
                </c:pt>
                <c:pt idx="3594">
                  <c:v>9.1166800000000006</c:v>
                </c:pt>
                <c:pt idx="3595">
                  <c:v>9.3297799999999995</c:v>
                </c:pt>
                <c:pt idx="3596">
                  <c:v>9.3656100000000002</c:v>
                </c:pt>
                <c:pt idx="3597">
                  <c:v>9.0331899999999994</c:v>
                </c:pt>
                <c:pt idx="3598">
                  <c:v>8.9267900000000004</c:v>
                </c:pt>
                <c:pt idx="3599">
                  <c:v>8.7427200000000003</c:v>
                </c:pt>
                <c:pt idx="3600">
                  <c:v>9.3146299999999993</c:v>
                </c:pt>
                <c:pt idx="3601">
                  <c:v>9.0396599999999996</c:v>
                </c:pt>
                <c:pt idx="3602">
                  <c:v>9.5228099999999998</c:v>
                </c:pt>
                <c:pt idx="3603">
                  <c:v>8.6909899999999993</c:v>
                </c:pt>
                <c:pt idx="3604">
                  <c:v>9.2477099999999997</c:v>
                </c:pt>
                <c:pt idx="3605">
                  <c:v>8.9629499999999993</c:v>
                </c:pt>
                <c:pt idx="3606">
                  <c:v>8.6693800000000003</c:v>
                </c:pt>
                <c:pt idx="3607">
                  <c:v>9.1606199999999998</c:v>
                </c:pt>
                <c:pt idx="3608">
                  <c:v>8.4188899999999993</c:v>
                </c:pt>
                <c:pt idx="3609">
                  <c:v>9.3787599999999998</c:v>
                </c:pt>
                <c:pt idx="3610">
                  <c:v>9.0912299999999995</c:v>
                </c:pt>
                <c:pt idx="3611">
                  <c:v>8.7879699999999996</c:v>
                </c:pt>
                <c:pt idx="3612">
                  <c:v>8.7846799999999998</c:v>
                </c:pt>
                <c:pt idx="3613">
                  <c:v>9.2142499999999998</c:v>
                </c:pt>
              </c:numCache>
            </c:numRef>
          </c:val>
          <c:smooth val="0"/>
          <c:extLst>
            <c:ext xmlns:c16="http://schemas.microsoft.com/office/drawing/2014/chart" uri="{C3380CC4-5D6E-409C-BE32-E72D297353CC}">
              <c16:uniqueId val="{00000000-B9E2-415A-8344-A0C9636D12CD}"/>
            </c:ext>
          </c:extLst>
        </c:ser>
        <c:dLbls>
          <c:showLegendKey val="0"/>
          <c:showVal val="0"/>
          <c:showCatName val="0"/>
          <c:showSerName val="0"/>
          <c:showPercent val="0"/>
          <c:showBubbleSize val="0"/>
        </c:dLbls>
        <c:marker val="1"/>
        <c:smooth val="0"/>
        <c:axId val="1055524159"/>
        <c:axId val="1055520319"/>
      </c:lineChart>
      <c:lineChart>
        <c:grouping val="standard"/>
        <c:varyColors val="0"/>
        <c:ser>
          <c:idx val="0"/>
          <c:order val="0"/>
          <c:tx>
            <c:strRef>
              <c:f>Mixed_Simple!$A$1</c:f>
              <c:strCache>
                <c:ptCount val="1"/>
                <c:pt idx="0">
                  <c:v>Sakura2チップ内温度</c:v>
                </c:pt>
              </c:strCache>
            </c:strRef>
          </c:tx>
          <c:spPr>
            <a:ln w="12700" cap="rnd">
              <a:solidFill>
                <a:schemeClr val="accent1"/>
              </a:solidFill>
              <a:round/>
            </a:ln>
            <a:effectLst/>
          </c:spPr>
          <c:marker>
            <c:symbol val="none"/>
          </c:marker>
          <c:val>
            <c:numRef>
              <c:f>Mixed_Simple!$A$2:$A$3615</c:f>
              <c:numCache>
                <c:formatCode>General</c:formatCode>
                <c:ptCount val="3614"/>
                <c:pt idx="0">
                  <c:v>58</c:v>
                </c:pt>
                <c:pt idx="1">
                  <c:v>58</c:v>
                </c:pt>
                <c:pt idx="2">
                  <c:v>58</c:v>
                </c:pt>
                <c:pt idx="3">
                  <c:v>58</c:v>
                </c:pt>
                <c:pt idx="4">
                  <c:v>58</c:v>
                </c:pt>
                <c:pt idx="5">
                  <c:v>58</c:v>
                </c:pt>
                <c:pt idx="6">
                  <c:v>58</c:v>
                </c:pt>
                <c:pt idx="7">
                  <c:v>58</c:v>
                </c:pt>
                <c:pt idx="8">
                  <c:v>58</c:v>
                </c:pt>
                <c:pt idx="9">
                  <c:v>58</c:v>
                </c:pt>
                <c:pt idx="10">
                  <c:v>58</c:v>
                </c:pt>
                <c:pt idx="11">
                  <c:v>58</c:v>
                </c:pt>
                <c:pt idx="12">
                  <c:v>58</c:v>
                </c:pt>
                <c:pt idx="13">
                  <c:v>58</c:v>
                </c:pt>
                <c:pt idx="14">
                  <c:v>61</c:v>
                </c:pt>
                <c:pt idx="15">
                  <c:v>61</c:v>
                </c:pt>
                <c:pt idx="16">
                  <c:v>61</c:v>
                </c:pt>
                <c:pt idx="17">
                  <c:v>61</c:v>
                </c:pt>
                <c:pt idx="18">
                  <c:v>61</c:v>
                </c:pt>
                <c:pt idx="19">
                  <c:v>61</c:v>
                </c:pt>
                <c:pt idx="20">
                  <c:v>61</c:v>
                </c:pt>
                <c:pt idx="21">
                  <c:v>61</c:v>
                </c:pt>
                <c:pt idx="22">
                  <c:v>61</c:v>
                </c:pt>
                <c:pt idx="23">
                  <c:v>61</c:v>
                </c:pt>
                <c:pt idx="24">
                  <c:v>61</c:v>
                </c:pt>
                <c:pt idx="25">
                  <c:v>61</c:v>
                </c:pt>
                <c:pt idx="26">
                  <c:v>61</c:v>
                </c:pt>
                <c:pt idx="27">
                  <c:v>61</c:v>
                </c:pt>
                <c:pt idx="28">
                  <c:v>61</c:v>
                </c:pt>
                <c:pt idx="29">
                  <c:v>61</c:v>
                </c:pt>
                <c:pt idx="30">
                  <c:v>62</c:v>
                </c:pt>
                <c:pt idx="31">
                  <c:v>62</c:v>
                </c:pt>
                <c:pt idx="32">
                  <c:v>62</c:v>
                </c:pt>
                <c:pt idx="33">
                  <c:v>62</c:v>
                </c:pt>
                <c:pt idx="34">
                  <c:v>62</c:v>
                </c:pt>
                <c:pt idx="35">
                  <c:v>62</c:v>
                </c:pt>
                <c:pt idx="36">
                  <c:v>62</c:v>
                </c:pt>
                <c:pt idx="37">
                  <c:v>62</c:v>
                </c:pt>
                <c:pt idx="38">
                  <c:v>62</c:v>
                </c:pt>
                <c:pt idx="39">
                  <c:v>62</c:v>
                </c:pt>
                <c:pt idx="40">
                  <c:v>62</c:v>
                </c:pt>
                <c:pt idx="41">
                  <c:v>62</c:v>
                </c:pt>
                <c:pt idx="42">
                  <c:v>62</c:v>
                </c:pt>
                <c:pt idx="43">
                  <c:v>62</c:v>
                </c:pt>
                <c:pt idx="44">
                  <c:v>62</c:v>
                </c:pt>
                <c:pt idx="45">
                  <c:v>62</c:v>
                </c:pt>
                <c:pt idx="46">
                  <c:v>62</c:v>
                </c:pt>
                <c:pt idx="47">
                  <c:v>62</c:v>
                </c:pt>
                <c:pt idx="48">
                  <c:v>62</c:v>
                </c:pt>
                <c:pt idx="49">
                  <c:v>62</c:v>
                </c:pt>
                <c:pt idx="50">
                  <c:v>62</c:v>
                </c:pt>
                <c:pt idx="51">
                  <c:v>62</c:v>
                </c:pt>
                <c:pt idx="52">
                  <c:v>62</c:v>
                </c:pt>
                <c:pt idx="53">
                  <c:v>62</c:v>
                </c:pt>
                <c:pt idx="54">
                  <c:v>62</c:v>
                </c:pt>
                <c:pt idx="55">
                  <c:v>62</c:v>
                </c:pt>
                <c:pt idx="56">
                  <c:v>62</c:v>
                </c:pt>
                <c:pt idx="57">
                  <c:v>62</c:v>
                </c:pt>
                <c:pt idx="58">
                  <c:v>62</c:v>
                </c:pt>
                <c:pt idx="59">
                  <c:v>62</c:v>
                </c:pt>
                <c:pt idx="60">
                  <c:v>62</c:v>
                </c:pt>
                <c:pt idx="61">
                  <c:v>62</c:v>
                </c:pt>
                <c:pt idx="62">
                  <c:v>62</c:v>
                </c:pt>
                <c:pt idx="63">
                  <c:v>62</c:v>
                </c:pt>
                <c:pt idx="64">
                  <c:v>62</c:v>
                </c:pt>
                <c:pt idx="65">
                  <c:v>62</c:v>
                </c:pt>
                <c:pt idx="66">
                  <c:v>63</c:v>
                </c:pt>
                <c:pt idx="67">
                  <c:v>63</c:v>
                </c:pt>
                <c:pt idx="68">
                  <c:v>63</c:v>
                </c:pt>
                <c:pt idx="69">
                  <c:v>63</c:v>
                </c:pt>
                <c:pt idx="70">
                  <c:v>63</c:v>
                </c:pt>
                <c:pt idx="71">
                  <c:v>63</c:v>
                </c:pt>
                <c:pt idx="72">
                  <c:v>63</c:v>
                </c:pt>
                <c:pt idx="73">
                  <c:v>63</c:v>
                </c:pt>
                <c:pt idx="74">
                  <c:v>63</c:v>
                </c:pt>
                <c:pt idx="75">
                  <c:v>63</c:v>
                </c:pt>
                <c:pt idx="76">
                  <c:v>63</c:v>
                </c:pt>
                <c:pt idx="77">
                  <c:v>63</c:v>
                </c:pt>
                <c:pt idx="78">
                  <c:v>63</c:v>
                </c:pt>
                <c:pt idx="79">
                  <c:v>63</c:v>
                </c:pt>
                <c:pt idx="80">
                  <c:v>63</c:v>
                </c:pt>
                <c:pt idx="81">
                  <c:v>63</c:v>
                </c:pt>
                <c:pt idx="82">
                  <c:v>63</c:v>
                </c:pt>
                <c:pt idx="83">
                  <c:v>63</c:v>
                </c:pt>
                <c:pt idx="84">
                  <c:v>63</c:v>
                </c:pt>
                <c:pt idx="85">
                  <c:v>63</c:v>
                </c:pt>
                <c:pt idx="86">
                  <c:v>63</c:v>
                </c:pt>
                <c:pt idx="87">
                  <c:v>63</c:v>
                </c:pt>
                <c:pt idx="88">
                  <c:v>63</c:v>
                </c:pt>
                <c:pt idx="89">
                  <c:v>63</c:v>
                </c:pt>
                <c:pt idx="90">
                  <c:v>63</c:v>
                </c:pt>
                <c:pt idx="91">
                  <c:v>63</c:v>
                </c:pt>
                <c:pt idx="92">
                  <c:v>63</c:v>
                </c:pt>
                <c:pt idx="93">
                  <c:v>63</c:v>
                </c:pt>
                <c:pt idx="94">
                  <c:v>63</c:v>
                </c:pt>
                <c:pt idx="95">
                  <c:v>64</c:v>
                </c:pt>
                <c:pt idx="96">
                  <c:v>64</c:v>
                </c:pt>
                <c:pt idx="97">
                  <c:v>64</c:v>
                </c:pt>
                <c:pt idx="98">
                  <c:v>64</c:v>
                </c:pt>
                <c:pt idx="99">
                  <c:v>64</c:v>
                </c:pt>
                <c:pt idx="100">
                  <c:v>64</c:v>
                </c:pt>
                <c:pt idx="101">
                  <c:v>64</c:v>
                </c:pt>
                <c:pt idx="102">
                  <c:v>64</c:v>
                </c:pt>
                <c:pt idx="103">
                  <c:v>64</c:v>
                </c:pt>
                <c:pt idx="104">
                  <c:v>64</c:v>
                </c:pt>
                <c:pt idx="105">
                  <c:v>64</c:v>
                </c:pt>
                <c:pt idx="106">
                  <c:v>64</c:v>
                </c:pt>
                <c:pt idx="107">
                  <c:v>64</c:v>
                </c:pt>
                <c:pt idx="108">
                  <c:v>64</c:v>
                </c:pt>
                <c:pt idx="109">
                  <c:v>64</c:v>
                </c:pt>
                <c:pt idx="110">
                  <c:v>64</c:v>
                </c:pt>
                <c:pt idx="111">
                  <c:v>64</c:v>
                </c:pt>
                <c:pt idx="112">
                  <c:v>64</c:v>
                </c:pt>
                <c:pt idx="113">
                  <c:v>64</c:v>
                </c:pt>
                <c:pt idx="114">
                  <c:v>64</c:v>
                </c:pt>
                <c:pt idx="115">
                  <c:v>64</c:v>
                </c:pt>
                <c:pt idx="116">
                  <c:v>64</c:v>
                </c:pt>
                <c:pt idx="117">
                  <c:v>64</c:v>
                </c:pt>
                <c:pt idx="118">
                  <c:v>64</c:v>
                </c:pt>
                <c:pt idx="119">
                  <c:v>64</c:v>
                </c:pt>
                <c:pt idx="120">
                  <c:v>64</c:v>
                </c:pt>
                <c:pt idx="121">
                  <c:v>64</c:v>
                </c:pt>
                <c:pt idx="122">
                  <c:v>64</c:v>
                </c:pt>
                <c:pt idx="123">
                  <c:v>64</c:v>
                </c:pt>
                <c:pt idx="124">
                  <c:v>64</c:v>
                </c:pt>
                <c:pt idx="125">
                  <c:v>64</c:v>
                </c:pt>
                <c:pt idx="126">
                  <c:v>64</c:v>
                </c:pt>
                <c:pt idx="127">
                  <c:v>64</c:v>
                </c:pt>
                <c:pt idx="128">
                  <c:v>64</c:v>
                </c:pt>
                <c:pt idx="129">
                  <c:v>64</c:v>
                </c:pt>
                <c:pt idx="130">
                  <c:v>64</c:v>
                </c:pt>
                <c:pt idx="131">
                  <c:v>64</c:v>
                </c:pt>
                <c:pt idx="132">
                  <c:v>64</c:v>
                </c:pt>
                <c:pt idx="133">
                  <c:v>64</c:v>
                </c:pt>
                <c:pt idx="134">
                  <c:v>64</c:v>
                </c:pt>
                <c:pt idx="135">
                  <c:v>64</c:v>
                </c:pt>
                <c:pt idx="136">
                  <c:v>64</c:v>
                </c:pt>
                <c:pt idx="137">
                  <c:v>64</c:v>
                </c:pt>
                <c:pt idx="138">
                  <c:v>64</c:v>
                </c:pt>
                <c:pt idx="139">
                  <c:v>64</c:v>
                </c:pt>
                <c:pt idx="140">
                  <c:v>64</c:v>
                </c:pt>
                <c:pt idx="141">
                  <c:v>64</c:v>
                </c:pt>
                <c:pt idx="142">
                  <c:v>64</c:v>
                </c:pt>
                <c:pt idx="143">
                  <c:v>64</c:v>
                </c:pt>
                <c:pt idx="144">
                  <c:v>64</c:v>
                </c:pt>
                <c:pt idx="145">
                  <c:v>65</c:v>
                </c:pt>
                <c:pt idx="146">
                  <c:v>64</c:v>
                </c:pt>
                <c:pt idx="147">
                  <c:v>64</c:v>
                </c:pt>
                <c:pt idx="148">
                  <c:v>64</c:v>
                </c:pt>
                <c:pt idx="149">
                  <c:v>65</c:v>
                </c:pt>
                <c:pt idx="150">
                  <c:v>65</c:v>
                </c:pt>
                <c:pt idx="151">
                  <c:v>65</c:v>
                </c:pt>
                <c:pt idx="152">
                  <c:v>65</c:v>
                </c:pt>
                <c:pt idx="153">
                  <c:v>65</c:v>
                </c:pt>
                <c:pt idx="154">
                  <c:v>65</c:v>
                </c:pt>
                <c:pt idx="155">
                  <c:v>65</c:v>
                </c:pt>
                <c:pt idx="156">
                  <c:v>65</c:v>
                </c:pt>
                <c:pt idx="157">
                  <c:v>65</c:v>
                </c:pt>
                <c:pt idx="158">
                  <c:v>65</c:v>
                </c:pt>
                <c:pt idx="159">
                  <c:v>65</c:v>
                </c:pt>
                <c:pt idx="160">
                  <c:v>65</c:v>
                </c:pt>
                <c:pt idx="161">
                  <c:v>65</c:v>
                </c:pt>
                <c:pt idx="162">
                  <c:v>65</c:v>
                </c:pt>
                <c:pt idx="163">
                  <c:v>65</c:v>
                </c:pt>
                <c:pt idx="164">
                  <c:v>65</c:v>
                </c:pt>
                <c:pt idx="165">
                  <c:v>65</c:v>
                </c:pt>
                <c:pt idx="166">
                  <c:v>65</c:v>
                </c:pt>
                <c:pt idx="167">
                  <c:v>65</c:v>
                </c:pt>
                <c:pt idx="168">
                  <c:v>65</c:v>
                </c:pt>
                <c:pt idx="169">
                  <c:v>65</c:v>
                </c:pt>
                <c:pt idx="170">
                  <c:v>65</c:v>
                </c:pt>
                <c:pt idx="171">
                  <c:v>65</c:v>
                </c:pt>
                <c:pt idx="172">
                  <c:v>65</c:v>
                </c:pt>
                <c:pt idx="173">
                  <c:v>65</c:v>
                </c:pt>
                <c:pt idx="174">
                  <c:v>65</c:v>
                </c:pt>
                <c:pt idx="175">
                  <c:v>65</c:v>
                </c:pt>
                <c:pt idx="176">
                  <c:v>65</c:v>
                </c:pt>
                <c:pt idx="177">
                  <c:v>65</c:v>
                </c:pt>
                <c:pt idx="178">
                  <c:v>65</c:v>
                </c:pt>
                <c:pt idx="179">
                  <c:v>65</c:v>
                </c:pt>
                <c:pt idx="180">
                  <c:v>65</c:v>
                </c:pt>
                <c:pt idx="181">
                  <c:v>65</c:v>
                </c:pt>
                <c:pt idx="182">
                  <c:v>65</c:v>
                </c:pt>
                <c:pt idx="183">
                  <c:v>65</c:v>
                </c:pt>
                <c:pt idx="184">
                  <c:v>65</c:v>
                </c:pt>
                <c:pt idx="185">
                  <c:v>65</c:v>
                </c:pt>
                <c:pt idx="186">
                  <c:v>65</c:v>
                </c:pt>
                <c:pt idx="187">
                  <c:v>65</c:v>
                </c:pt>
                <c:pt idx="188">
                  <c:v>65</c:v>
                </c:pt>
                <c:pt idx="189">
                  <c:v>65</c:v>
                </c:pt>
                <c:pt idx="190">
                  <c:v>65</c:v>
                </c:pt>
                <c:pt idx="191">
                  <c:v>65</c:v>
                </c:pt>
                <c:pt idx="192">
                  <c:v>65</c:v>
                </c:pt>
                <c:pt idx="193">
                  <c:v>65</c:v>
                </c:pt>
                <c:pt idx="194">
                  <c:v>65</c:v>
                </c:pt>
                <c:pt idx="195">
                  <c:v>65</c:v>
                </c:pt>
                <c:pt idx="196">
                  <c:v>65</c:v>
                </c:pt>
                <c:pt idx="197">
                  <c:v>65</c:v>
                </c:pt>
                <c:pt idx="198">
                  <c:v>65</c:v>
                </c:pt>
                <c:pt idx="199">
                  <c:v>65</c:v>
                </c:pt>
                <c:pt idx="200">
                  <c:v>65</c:v>
                </c:pt>
                <c:pt idx="201">
                  <c:v>65</c:v>
                </c:pt>
                <c:pt idx="202">
                  <c:v>65</c:v>
                </c:pt>
                <c:pt idx="203">
                  <c:v>65</c:v>
                </c:pt>
                <c:pt idx="204">
                  <c:v>65</c:v>
                </c:pt>
                <c:pt idx="205">
                  <c:v>65</c:v>
                </c:pt>
                <c:pt idx="206">
                  <c:v>65</c:v>
                </c:pt>
                <c:pt idx="207">
                  <c:v>65</c:v>
                </c:pt>
                <c:pt idx="208">
                  <c:v>65</c:v>
                </c:pt>
                <c:pt idx="209">
                  <c:v>65</c:v>
                </c:pt>
                <c:pt idx="210">
                  <c:v>65</c:v>
                </c:pt>
                <c:pt idx="211">
                  <c:v>65</c:v>
                </c:pt>
                <c:pt idx="212">
                  <c:v>65</c:v>
                </c:pt>
                <c:pt idx="213">
                  <c:v>65</c:v>
                </c:pt>
                <c:pt idx="214">
                  <c:v>65</c:v>
                </c:pt>
                <c:pt idx="215">
                  <c:v>65</c:v>
                </c:pt>
                <c:pt idx="216">
                  <c:v>65</c:v>
                </c:pt>
                <c:pt idx="217">
                  <c:v>65</c:v>
                </c:pt>
                <c:pt idx="218">
                  <c:v>65</c:v>
                </c:pt>
                <c:pt idx="219">
                  <c:v>65</c:v>
                </c:pt>
                <c:pt idx="220">
                  <c:v>65</c:v>
                </c:pt>
                <c:pt idx="221">
                  <c:v>65</c:v>
                </c:pt>
                <c:pt idx="222">
                  <c:v>66</c:v>
                </c:pt>
                <c:pt idx="223">
                  <c:v>65</c:v>
                </c:pt>
                <c:pt idx="224">
                  <c:v>66</c:v>
                </c:pt>
                <c:pt idx="225">
                  <c:v>66</c:v>
                </c:pt>
                <c:pt idx="226">
                  <c:v>65</c:v>
                </c:pt>
                <c:pt idx="227">
                  <c:v>66</c:v>
                </c:pt>
                <c:pt idx="228">
                  <c:v>66</c:v>
                </c:pt>
                <c:pt idx="229">
                  <c:v>65</c:v>
                </c:pt>
                <c:pt idx="230">
                  <c:v>66</c:v>
                </c:pt>
                <c:pt idx="231">
                  <c:v>66</c:v>
                </c:pt>
                <c:pt idx="232">
                  <c:v>66</c:v>
                </c:pt>
                <c:pt idx="233">
                  <c:v>66</c:v>
                </c:pt>
                <c:pt idx="234">
                  <c:v>66</c:v>
                </c:pt>
                <c:pt idx="235">
                  <c:v>66</c:v>
                </c:pt>
                <c:pt idx="236">
                  <c:v>66</c:v>
                </c:pt>
                <c:pt idx="237">
                  <c:v>66</c:v>
                </c:pt>
                <c:pt idx="238">
                  <c:v>66</c:v>
                </c:pt>
                <c:pt idx="239">
                  <c:v>66</c:v>
                </c:pt>
                <c:pt idx="240">
                  <c:v>66</c:v>
                </c:pt>
                <c:pt idx="241">
                  <c:v>66</c:v>
                </c:pt>
                <c:pt idx="242">
                  <c:v>66</c:v>
                </c:pt>
                <c:pt idx="243">
                  <c:v>66</c:v>
                </c:pt>
                <c:pt idx="244">
                  <c:v>66</c:v>
                </c:pt>
                <c:pt idx="245">
                  <c:v>66</c:v>
                </c:pt>
                <c:pt idx="246">
                  <c:v>66</c:v>
                </c:pt>
                <c:pt idx="247">
                  <c:v>66</c:v>
                </c:pt>
                <c:pt idx="248">
                  <c:v>66</c:v>
                </c:pt>
                <c:pt idx="249">
                  <c:v>66</c:v>
                </c:pt>
                <c:pt idx="250">
                  <c:v>66</c:v>
                </c:pt>
                <c:pt idx="251">
                  <c:v>66</c:v>
                </c:pt>
                <c:pt idx="252">
                  <c:v>66</c:v>
                </c:pt>
                <c:pt idx="253">
                  <c:v>66</c:v>
                </c:pt>
                <c:pt idx="254">
                  <c:v>66</c:v>
                </c:pt>
                <c:pt idx="255">
                  <c:v>66</c:v>
                </c:pt>
                <c:pt idx="256">
                  <c:v>66</c:v>
                </c:pt>
                <c:pt idx="257">
                  <c:v>66</c:v>
                </c:pt>
                <c:pt idx="258">
                  <c:v>66</c:v>
                </c:pt>
                <c:pt idx="259">
                  <c:v>66</c:v>
                </c:pt>
                <c:pt idx="260">
                  <c:v>66</c:v>
                </c:pt>
                <c:pt idx="261">
                  <c:v>66</c:v>
                </c:pt>
                <c:pt idx="262">
                  <c:v>66</c:v>
                </c:pt>
                <c:pt idx="263">
                  <c:v>66</c:v>
                </c:pt>
                <c:pt idx="264">
                  <c:v>66</c:v>
                </c:pt>
                <c:pt idx="265">
                  <c:v>66</c:v>
                </c:pt>
                <c:pt idx="266">
                  <c:v>66</c:v>
                </c:pt>
                <c:pt idx="267">
                  <c:v>66</c:v>
                </c:pt>
                <c:pt idx="268">
                  <c:v>66</c:v>
                </c:pt>
                <c:pt idx="269">
                  <c:v>66</c:v>
                </c:pt>
                <c:pt idx="270">
                  <c:v>66</c:v>
                </c:pt>
                <c:pt idx="271">
                  <c:v>66</c:v>
                </c:pt>
                <c:pt idx="272">
                  <c:v>65</c:v>
                </c:pt>
                <c:pt idx="273">
                  <c:v>66</c:v>
                </c:pt>
                <c:pt idx="274">
                  <c:v>66</c:v>
                </c:pt>
                <c:pt idx="275">
                  <c:v>66</c:v>
                </c:pt>
                <c:pt idx="276">
                  <c:v>66</c:v>
                </c:pt>
                <c:pt idx="277">
                  <c:v>65</c:v>
                </c:pt>
                <c:pt idx="278">
                  <c:v>66</c:v>
                </c:pt>
                <c:pt idx="279">
                  <c:v>66</c:v>
                </c:pt>
                <c:pt idx="280">
                  <c:v>65</c:v>
                </c:pt>
                <c:pt idx="281">
                  <c:v>66</c:v>
                </c:pt>
                <c:pt idx="282">
                  <c:v>66</c:v>
                </c:pt>
                <c:pt idx="283">
                  <c:v>65</c:v>
                </c:pt>
                <c:pt idx="284">
                  <c:v>66</c:v>
                </c:pt>
                <c:pt idx="285">
                  <c:v>66</c:v>
                </c:pt>
                <c:pt idx="286">
                  <c:v>65</c:v>
                </c:pt>
                <c:pt idx="287">
                  <c:v>66</c:v>
                </c:pt>
                <c:pt idx="288">
                  <c:v>65</c:v>
                </c:pt>
                <c:pt idx="289">
                  <c:v>66</c:v>
                </c:pt>
                <c:pt idx="290">
                  <c:v>66</c:v>
                </c:pt>
                <c:pt idx="291">
                  <c:v>65</c:v>
                </c:pt>
                <c:pt idx="292">
                  <c:v>65</c:v>
                </c:pt>
                <c:pt idx="293">
                  <c:v>65</c:v>
                </c:pt>
                <c:pt idx="294">
                  <c:v>65</c:v>
                </c:pt>
                <c:pt idx="295">
                  <c:v>65</c:v>
                </c:pt>
                <c:pt idx="296">
                  <c:v>65</c:v>
                </c:pt>
                <c:pt idx="297">
                  <c:v>65</c:v>
                </c:pt>
                <c:pt idx="298">
                  <c:v>66</c:v>
                </c:pt>
                <c:pt idx="299">
                  <c:v>65</c:v>
                </c:pt>
                <c:pt idx="300">
                  <c:v>65</c:v>
                </c:pt>
                <c:pt idx="301">
                  <c:v>65</c:v>
                </c:pt>
                <c:pt idx="302">
                  <c:v>65</c:v>
                </c:pt>
                <c:pt idx="303">
                  <c:v>65</c:v>
                </c:pt>
                <c:pt idx="304">
                  <c:v>65</c:v>
                </c:pt>
                <c:pt idx="305">
                  <c:v>65</c:v>
                </c:pt>
                <c:pt idx="306">
                  <c:v>65</c:v>
                </c:pt>
                <c:pt idx="307">
                  <c:v>65</c:v>
                </c:pt>
                <c:pt idx="308">
                  <c:v>65</c:v>
                </c:pt>
                <c:pt idx="309">
                  <c:v>65</c:v>
                </c:pt>
                <c:pt idx="310">
                  <c:v>65</c:v>
                </c:pt>
                <c:pt idx="311">
                  <c:v>65</c:v>
                </c:pt>
                <c:pt idx="312">
                  <c:v>65</c:v>
                </c:pt>
                <c:pt idx="313">
                  <c:v>65</c:v>
                </c:pt>
                <c:pt idx="314">
                  <c:v>65</c:v>
                </c:pt>
                <c:pt idx="315">
                  <c:v>65</c:v>
                </c:pt>
                <c:pt idx="316">
                  <c:v>65</c:v>
                </c:pt>
                <c:pt idx="317">
                  <c:v>65</c:v>
                </c:pt>
                <c:pt idx="318">
                  <c:v>65</c:v>
                </c:pt>
                <c:pt idx="319">
                  <c:v>65</c:v>
                </c:pt>
                <c:pt idx="320">
                  <c:v>65</c:v>
                </c:pt>
                <c:pt idx="321">
                  <c:v>65</c:v>
                </c:pt>
                <c:pt idx="322">
                  <c:v>65</c:v>
                </c:pt>
                <c:pt idx="323">
                  <c:v>65</c:v>
                </c:pt>
                <c:pt idx="324">
                  <c:v>65</c:v>
                </c:pt>
                <c:pt idx="325">
                  <c:v>65</c:v>
                </c:pt>
                <c:pt idx="326">
                  <c:v>65</c:v>
                </c:pt>
                <c:pt idx="327">
                  <c:v>65</c:v>
                </c:pt>
                <c:pt idx="328">
                  <c:v>65</c:v>
                </c:pt>
                <c:pt idx="329">
                  <c:v>65</c:v>
                </c:pt>
                <c:pt idx="330">
                  <c:v>65</c:v>
                </c:pt>
                <c:pt idx="331">
                  <c:v>65</c:v>
                </c:pt>
                <c:pt idx="332">
                  <c:v>65</c:v>
                </c:pt>
                <c:pt idx="333">
                  <c:v>65</c:v>
                </c:pt>
                <c:pt idx="334">
                  <c:v>65</c:v>
                </c:pt>
                <c:pt idx="335">
                  <c:v>65</c:v>
                </c:pt>
                <c:pt idx="336">
                  <c:v>65</c:v>
                </c:pt>
                <c:pt idx="337">
                  <c:v>65</c:v>
                </c:pt>
                <c:pt idx="338">
                  <c:v>65</c:v>
                </c:pt>
                <c:pt idx="339">
                  <c:v>65</c:v>
                </c:pt>
                <c:pt idx="340">
                  <c:v>65</c:v>
                </c:pt>
                <c:pt idx="341">
                  <c:v>65</c:v>
                </c:pt>
                <c:pt idx="342">
                  <c:v>65</c:v>
                </c:pt>
                <c:pt idx="343">
                  <c:v>65</c:v>
                </c:pt>
                <c:pt idx="344">
                  <c:v>65</c:v>
                </c:pt>
                <c:pt idx="345">
                  <c:v>65</c:v>
                </c:pt>
                <c:pt idx="346">
                  <c:v>65</c:v>
                </c:pt>
                <c:pt idx="347">
                  <c:v>65</c:v>
                </c:pt>
                <c:pt idx="348">
                  <c:v>65</c:v>
                </c:pt>
                <c:pt idx="349">
                  <c:v>65</c:v>
                </c:pt>
                <c:pt idx="350">
                  <c:v>65</c:v>
                </c:pt>
                <c:pt idx="351">
                  <c:v>65</c:v>
                </c:pt>
                <c:pt idx="352">
                  <c:v>65</c:v>
                </c:pt>
                <c:pt idx="353">
                  <c:v>65</c:v>
                </c:pt>
                <c:pt idx="354">
                  <c:v>65</c:v>
                </c:pt>
                <c:pt idx="355">
                  <c:v>65</c:v>
                </c:pt>
                <c:pt idx="356">
                  <c:v>65</c:v>
                </c:pt>
                <c:pt idx="357">
                  <c:v>65</c:v>
                </c:pt>
                <c:pt idx="358">
                  <c:v>65</c:v>
                </c:pt>
                <c:pt idx="359">
                  <c:v>65</c:v>
                </c:pt>
                <c:pt idx="360">
                  <c:v>65</c:v>
                </c:pt>
                <c:pt idx="361">
                  <c:v>65</c:v>
                </c:pt>
                <c:pt idx="362">
                  <c:v>65</c:v>
                </c:pt>
                <c:pt idx="363">
                  <c:v>65</c:v>
                </c:pt>
                <c:pt idx="364">
                  <c:v>65</c:v>
                </c:pt>
                <c:pt idx="365">
                  <c:v>65</c:v>
                </c:pt>
                <c:pt idx="366">
                  <c:v>65</c:v>
                </c:pt>
                <c:pt idx="367">
                  <c:v>65</c:v>
                </c:pt>
                <c:pt idx="368">
                  <c:v>65</c:v>
                </c:pt>
                <c:pt idx="369">
                  <c:v>65</c:v>
                </c:pt>
                <c:pt idx="370">
                  <c:v>65</c:v>
                </c:pt>
                <c:pt idx="371">
                  <c:v>65</c:v>
                </c:pt>
                <c:pt idx="372">
                  <c:v>65</c:v>
                </c:pt>
                <c:pt idx="373">
                  <c:v>65</c:v>
                </c:pt>
                <c:pt idx="374">
                  <c:v>65</c:v>
                </c:pt>
                <c:pt idx="375">
                  <c:v>65</c:v>
                </c:pt>
                <c:pt idx="376">
                  <c:v>65</c:v>
                </c:pt>
                <c:pt idx="377">
                  <c:v>65</c:v>
                </c:pt>
                <c:pt idx="378">
                  <c:v>65</c:v>
                </c:pt>
                <c:pt idx="379">
                  <c:v>65</c:v>
                </c:pt>
                <c:pt idx="380">
                  <c:v>65</c:v>
                </c:pt>
                <c:pt idx="381">
                  <c:v>65</c:v>
                </c:pt>
                <c:pt idx="382">
                  <c:v>65</c:v>
                </c:pt>
                <c:pt idx="383">
                  <c:v>65</c:v>
                </c:pt>
                <c:pt idx="384">
                  <c:v>65</c:v>
                </c:pt>
                <c:pt idx="385">
                  <c:v>65</c:v>
                </c:pt>
                <c:pt idx="386">
                  <c:v>65</c:v>
                </c:pt>
                <c:pt idx="387">
                  <c:v>65</c:v>
                </c:pt>
                <c:pt idx="388">
                  <c:v>65</c:v>
                </c:pt>
                <c:pt idx="389">
                  <c:v>65</c:v>
                </c:pt>
                <c:pt idx="390">
                  <c:v>65</c:v>
                </c:pt>
                <c:pt idx="391">
                  <c:v>65</c:v>
                </c:pt>
                <c:pt idx="392">
                  <c:v>65</c:v>
                </c:pt>
                <c:pt idx="393">
                  <c:v>65</c:v>
                </c:pt>
                <c:pt idx="394">
                  <c:v>65</c:v>
                </c:pt>
                <c:pt idx="395">
                  <c:v>65</c:v>
                </c:pt>
                <c:pt idx="396">
                  <c:v>65</c:v>
                </c:pt>
                <c:pt idx="397">
                  <c:v>65</c:v>
                </c:pt>
                <c:pt idx="398">
                  <c:v>65</c:v>
                </c:pt>
                <c:pt idx="399">
                  <c:v>65</c:v>
                </c:pt>
                <c:pt idx="400">
                  <c:v>65</c:v>
                </c:pt>
                <c:pt idx="401">
                  <c:v>65</c:v>
                </c:pt>
                <c:pt idx="402">
                  <c:v>65</c:v>
                </c:pt>
                <c:pt idx="403">
                  <c:v>65</c:v>
                </c:pt>
                <c:pt idx="404">
                  <c:v>65</c:v>
                </c:pt>
                <c:pt idx="405">
                  <c:v>65</c:v>
                </c:pt>
                <c:pt idx="406">
                  <c:v>65</c:v>
                </c:pt>
                <c:pt idx="407">
                  <c:v>65</c:v>
                </c:pt>
                <c:pt idx="408">
                  <c:v>65</c:v>
                </c:pt>
                <c:pt idx="409">
                  <c:v>65</c:v>
                </c:pt>
                <c:pt idx="410">
                  <c:v>65</c:v>
                </c:pt>
                <c:pt idx="411">
                  <c:v>65</c:v>
                </c:pt>
                <c:pt idx="412">
                  <c:v>65</c:v>
                </c:pt>
                <c:pt idx="413">
                  <c:v>65</c:v>
                </c:pt>
                <c:pt idx="414">
                  <c:v>65</c:v>
                </c:pt>
                <c:pt idx="415">
                  <c:v>65</c:v>
                </c:pt>
                <c:pt idx="416">
                  <c:v>65</c:v>
                </c:pt>
                <c:pt idx="417">
                  <c:v>65</c:v>
                </c:pt>
                <c:pt idx="418">
                  <c:v>65</c:v>
                </c:pt>
                <c:pt idx="419">
                  <c:v>65</c:v>
                </c:pt>
                <c:pt idx="420">
                  <c:v>65</c:v>
                </c:pt>
                <c:pt idx="421">
                  <c:v>65</c:v>
                </c:pt>
                <c:pt idx="422">
                  <c:v>65</c:v>
                </c:pt>
                <c:pt idx="423">
                  <c:v>65</c:v>
                </c:pt>
                <c:pt idx="424">
                  <c:v>65</c:v>
                </c:pt>
                <c:pt idx="425">
                  <c:v>65</c:v>
                </c:pt>
                <c:pt idx="426">
                  <c:v>65</c:v>
                </c:pt>
                <c:pt idx="427">
                  <c:v>65</c:v>
                </c:pt>
                <c:pt idx="428">
                  <c:v>65</c:v>
                </c:pt>
                <c:pt idx="429">
                  <c:v>65</c:v>
                </c:pt>
                <c:pt idx="430">
                  <c:v>65</c:v>
                </c:pt>
                <c:pt idx="431">
                  <c:v>65</c:v>
                </c:pt>
                <c:pt idx="432">
                  <c:v>65</c:v>
                </c:pt>
                <c:pt idx="433">
                  <c:v>65</c:v>
                </c:pt>
                <c:pt idx="434">
                  <c:v>65</c:v>
                </c:pt>
                <c:pt idx="435">
                  <c:v>65</c:v>
                </c:pt>
                <c:pt idx="436">
                  <c:v>65</c:v>
                </c:pt>
                <c:pt idx="437">
                  <c:v>65</c:v>
                </c:pt>
                <c:pt idx="438">
                  <c:v>65</c:v>
                </c:pt>
                <c:pt idx="439">
                  <c:v>65</c:v>
                </c:pt>
                <c:pt idx="440">
                  <c:v>65</c:v>
                </c:pt>
                <c:pt idx="441">
                  <c:v>65</c:v>
                </c:pt>
                <c:pt idx="442">
                  <c:v>65</c:v>
                </c:pt>
                <c:pt idx="443">
                  <c:v>65</c:v>
                </c:pt>
                <c:pt idx="444">
                  <c:v>65</c:v>
                </c:pt>
                <c:pt idx="445">
                  <c:v>65</c:v>
                </c:pt>
                <c:pt idx="446">
                  <c:v>65</c:v>
                </c:pt>
                <c:pt idx="447">
                  <c:v>65</c:v>
                </c:pt>
                <c:pt idx="448">
                  <c:v>65</c:v>
                </c:pt>
                <c:pt idx="449">
                  <c:v>65</c:v>
                </c:pt>
                <c:pt idx="450">
                  <c:v>65</c:v>
                </c:pt>
                <c:pt idx="451">
                  <c:v>65</c:v>
                </c:pt>
                <c:pt idx="452">
                  <c:v>65</c:v>
                </c:pt>
                <c:pt idx="453">
                  <c:v>65</c:v>
                </c:pt>
                <c:pt idx="454">
                  <c:v>65</c:v>
                </c:pt>
                <c:pt idx="455">
                  <c:v>65</c:v>
                </c:pt>
                <c:pt idx="456">
                  <c:v>65</c:v>
                </c:pt>
                <c:pt idx="457">
                  <c:v>65</c:v>
                </c:pt>
                <c:pt idx="458">
                  <c:v>65</c:v>
                </c:pt>
                <c:pt idx="459">
                  <c:v>65</c:v>
                </c:pt>
                <c:pt idx="460">
                  <c:v>65</c:v>
                </c:pt>
                <c:pt idx="461">
                  <c:v>65</c:v>
                </c:pt>
                <c:pt idx="462">
                  <c:v>65</c:v>
                </c:pt>
                <c:pt idx="463">
                  <c:v>65</c:v>
                </c:pt>
                <c:pt idx="464">
                  <c:v>65</c:v>
                </c:pt>
                <c:pt idx="465">
                  <c:v>65</c:v>
                </c:pt>
                <c:pt idx="466">
                  <c:v>65</c:v>
                </c:pt>
                <c:pt idx="467">
                  <c:v>65</c:v>
                </c:pt>
                <c:pt idx="468">
                  <c:v>65</c:v>
                </c:pt>
                <c:pt idx="469">
                  <c:v>65</c:v>
                </c:pt>
                <c:pt idx="470">
                  <c:v>65</c:v>
                </c:pt>
                <c:pt idx="471">
                  <c:v>65</c:v>
                </c:pt>
                <c:pt idx="472">
                  <c:v>65</c:v>
                </c:pt>
                <c:pt idx="473">
                  <c:v>65</c:v>
                </c:pt>
                <c:pt idx="474">
                  <c:v>65</c:v>
                </c:pt>
                <c:pt idx="475">
                  <c:v>65</c:v>
                </c:pt>
                <c:pt idx="476">
                  <c:v>65</c:v>
                </c:pt>
                <c:pt idx="477">
                  <c:v>65</c:v>
                </c:pt>
                <c:pt idx="478">
                  <c:v>65</c:v>
                </c:pt>
                <c:pt idx="479">
                  <c:v>65</c:v>
                </c:pt>
                <c:pt idx="480">
                  <c:v>65</c:v>
                </c:pt>
                <c:pt idx="481">
                  <c:v>65</c:v>
                </c:pt>
                <c:pt idx="482">
                  <c:v>65</c:v>
                </c:pt>
                <c:pt idx="483">
                  <c:v>65</c:v>
                </c:pt>
                <c:pt idx="484">
                  <c:v>65</c:v>
                </c:pt>
                <c:pt idx="485">
                  <c:v>65</c:v>
                </c:pt>
                <c:pt idx="486">
                  <c:v>65</c:v>
                </c:pt>
                <c:pt idx="487">
                  <c:v>65</c:v>
                </c:pt>
                <c:pt idx="488">
                  <c:v>65</c:v>
                </c:pt>
                <c:pt idx="489">
                  <c:v>65</c:v>
                </c:pt>
                <c:pt idx="490">
                  <c:v>65</c:v>
                </c:pt>
                <c:pt idx="491">
                  <c:v>65</c:v>
                </c:pt>
                <c:pt idx="492">
                  <c:v>65</c:v>
                </c:pt>
                <c:pt idx="493">
                  <c:v>65</c:v>
                </c:pt>
                <c:pt idx="494">
                  <c:v>65</c:v>
                </c:pt>
                <c:pt idx="495">
                  <c:v>65</c:v>
                </c:pt>
                <c:pt idx="496">
                  <c:v>65</c:v>
                </c:pt>
                <c:pt idx="497">
                  <c:v>65</c:v>
                </c:pt>
                <c:pt idx="498">
                  <c:v>65</c:v>
                </c:pt>
                <c:pt idx="499">
                  <c:v>65</c:v>
                </c:pt>
                <c:pt idx="500">
                  <c:v>65</c:v>
                </c:pt>
                <c:pt idx="501">
                  <c:v>65</c:v>
                </c:pt>
                <c:pt idx="502">
                  <c:v>65</c:v>
                </c:pt>
                <c:pt idx="503">
                  <c:v>65</c:v>
                </c:pt>
                <c:pt idx="504">
                  <c:v>65</c:v>
                </c:pt>
                <c:pt idx="505">
                  <c:v>65</c:v>
                </c:pt>
                <c:pt idx="506">
                  <c:v>65</c:v>
                </c:pt>
                <c:pt idx="507">
                  <c:v>65</c:v>
                </c:pt>
                <c:pt idx="508">
                  <c:v>65</c:v>
                </c:pt>
                <c:pt idx="509">
                  <c:v>65</c:v>
                </c:pt>
                <c:pt idx="510">
                  <c:v>65</c:v>
                </c:pt>
                <c:pt idx="511">
                  <c:v>65</c:v>
                </c:pt>
                <c:pt idx="512">
                  <c:v>65</c:v>
                </c:pt>
                <c:pt idx="513">
                  <c:v>65</c:v>
                </c:pt>
                <c:pt idx="514">
                  <c:v>65</c:v>
                </c:pt>
                <c:pt idx="515">
                  <c:v>65</c:v>
                </c:pt>
                <c:pt idx="516">
                  <c:v>65</c:v>
                </c:pt>
                <c:pt idx="517">
                  <c:v>65</c:v>
                </c:pt>
                <c:pt idx="518">
                  <c:v>65</c:v>
                </c:pt>
                <c:pt idx="519">
                  <c:v>65</c:v>
                </c:pt>
                <c:pt idx="520">
                  <c:v>65</c:v>
                </c:pt>
                <c:pt idx="521">
                  <c:v>65</c:v>
                </c:pt>
                <c:pt idx="522">
                  <c:v>65</c:v>
                </c:pt>
                <c:pt idx="523">
                  <c:v>65</c:v>
                </c:pt>
                <c:pt idx="524">
                  <c:v>65</c:v>
                </c:pt>
                <c:pt idx="525">
                  <c:v>65</c:v>
                </c:pt>
                <c:pt idx="526">
                  <c:v>65</c:v>
                </c:pt>
                <c:pt idx="527">
                  <c:v>65</c:v>
                </c:pt>
                <c:pt idx="528">
                  <c:v>65</c:v>
                </c:pt>
                <c:pt idx="529">
                  <c:v>65</c:v>
                </c:pt>
                <c:pt idx="530">
                  <c:v>65</c:v>
                </c:pt>
                <c:pt idx="531">
                  <c:v>65</c:v>
                </c:pt>
                <c:pt idx="532">
                  <c:v>65</c:v>
                </c:pt>
                <c:pt idx="533">
                  <c:v>65</c:v>
                </c:pt>
                <c:pt idx="534">
                  <c:v>65</c:v>
                </c:pt>
                <c:pt idx="535">
                  <c:v>65</c:v>
                </c:pt>
                <c:pt idx="536">
                  <c:v>65</c:v>
                </c:pt>
                <c:pt idx="537">
                  <c:v>65</c:v>
                </c:pt>
                <c:pt idx="538">
                  <c:v>65</c:v>
                </c:pt>
                <c:pt idx="539">
                  <c:v>65</c:v>
                </c:pt>
                <c:pt idx="540">
                  <c:v>65</c:v>
                </c:pt>
                <c:pt idx="541">
                  <c:v>65</c:v>
                </c:pt>
                <c:pt idx="542">
                  <c:v>65</c:v>
                </c:pt>
                <c:pt idx="543">
                  <c:v>65</c:v>
                </c:pt>
                <c:pt idx="544">
                  <c:v>65</c:v>
                </c:pt>
                <c:pt idx="545">
                  <c:v>65</c:v>
                </c:pt>
                <c:pt idx="546">
                  <c:v>65</c:v>
                </c:pt>
                <c:pt idx="547">
                  <c:v>65</c:v>
                </c:pt>
                <c:pt idx="548">
                  <c:v>65</c:v>
                </c:pt>
                <c:pt idx="549">
                  <c:v>65</c:v>
                </c:pt>
                <c:pt idx="550">
                  <c:v>65</c:v>
                </c:pt>
                <c:pt idx="551">
                  <c:v>65</c:v>
                </c:pt>
                <c:pt idx="552">
                  <c:v>65</c:v>
                </c:pt>
                <c:pt idx="553">
                  <c:v>65</c:v>
                </c:pt>
                <c:pt idx="554">
                  <c:v>65</c:v>
                </c:pt>
                <c:pt idx="555">
                  <c:v>65</c:v>
                </c:pt>
                <c:pt idx="556">
                  <c:v>65</c:v>
                </c:pt>
                <c:pt idx="557">
                  <c:v>65</c:v>
                </c:pt>
                <c:pt idx="558">
                  <c:v>65</c:v>
                </c:pt>
                <c:pt idx="559">
                  <c:v>65</c:v>
                </c:pt>
                <c:pt idx="560">
                  <c:v>65</c:v>
                </c:pt>
                <c:pt idx="561">
                  <c:v>65</c:v>
                </c:pt>
                <c:pt idx="562">
                  <c:v>65</c:v>
                </c:pt>
                <c:pt idx="563">
                  <c:v>65</c:v>
                </c:pt>
                <c:pt idx="564">
                  <c:v>65</c:v>
                </c:pt>
                <c:pt idx="565">
                  <c:v>65</c:v>
                </c:pt>
                <c:pt idx="566">
                  <c:v>65</c:v>
                </c:pt>
                <c:pt idx="567">
                  <c:v>65</c:v>
                </c:pt>
                <c:pt idx="568">
                  <c:v>65</c:v>
                </c:pt>
                <c:pt idx="569">
                  <c:v>65</c:v>
                </c:pt>
                <c:pt idx="570">
                  <c:v>65</c:v>
                </c:pt>
                <c:pt idx="571">
                  <c:v>65</c:v>
                </c:pt>
                <c:pt idx="572">
                  <c:v>65</c:v>
                </c:pt>
                <c:pt idx="573">
                  <c:v>65</c:v>
                </c:pt>
                <c:pt idx="574">
                  <c:v>65</c:v>
                </c:pt>
                <c:pt idx="575">
                  <c:v>65</c:v>
                </c:pt>
                <c:pt idx="576">
                  <c:v>65</c:v>
                </c:pt>
                <c:pt idx="577">
                  <c:v>65</c:v>
                </c:pt>
                <c:pt idx="578">
                  <c:v>65</c:v>
                </c:pt>
                <c:pt idx="579">
                  <c:v>65</c:v>
                </c:pt>
                <c:pt idx="580">
                  <c:v>65</c:v>
                </c:pt>
                <c:pt idx="581">
                  <c:v>65</c:v>
                </c:pt>
                <c:pt idx="582">
                  <c:v>65</c:v>
                </c:pt>
                <c:pt idx="583">
                  <c:v>65</c:v>
                </c:pt>
                <c:pt idx="584">
                  <c:v>65</c:v>
                </c:pt>
                <c:pt idx="585">
                  <c:v>65</c:v>
                </c:pt>
                <c:pt idx="586">
                  <c:v>65</c:v>
                </c:pt>
                <c:pt idx="587">
                  <c:v>65</c:v>
                </c:pt>
                <c:pt idx="588">
                  <c:v>65</c:v>
                </c:pt>
                <c:pt idx="589">
                  <c:v>65</c:v>
                </c:pt>
                <c:pt idx="590">
                  <c:v>65</c:v>
                </c:pt>
                <c:pt idx="591">
                  <c:v>65</c:v>
                </c:pt>
                <c:pt idx="592">
                  <c:v>65</c:v>
                </c:pt>
                <c:pt idx="593">
                  <c:v>65</c:v>
                </c:pt>
                <c:pt idx="594">
                  <c:v>65</c:v>
                </c:pt>
                <c:pt idx="595">
                  <c:v>65</c:v>
                </c:pt>
                <c:pt idx="596">
                  <c:v>65</c:v>
                </c:pt>
                <c:pt idx="597">
                  <c:v>65</c:v>
                </c:pt>
                <c:pt idx="598">
                  <c:v>65</c:v>
                </c:pt>
                <c:pt idx="599">
                  <c:v>65</c:v>
                </c:pt>
                <c:pt idx="600">
                  <c:v>65</c:v>
                </c:pt>
                <c:pt idx="601">
                  <c:v>65</c:v>
                </c:pt>
                <c:pt idx="602">
                  <c:v>65</c:v>
                </c:pt>
                <c:pt idx="603">
                  <c:v>65</c:v>
                </c:pt>
                <c:pt idx="604">
                  <c:v>65</c:v>
                </c:pt>
                <c:pt idx="605">
                  <c:v>65</c:v>
                </c:pt>
                <c:pt idx="606">
                  <c:v>65</c:v>
                </c:pt>
                <c:pt idx="607">
                  <c:v>65</c:v>
                </c:pt>
                <c:pt idx="608">
                  <c:v>65</c:v>
                </c:pt>
                <c:pt idx="609">
                  <c:v>65</c:v>
                </c:pt>
                <c:pt idx="610">
                  <c:v>65</c:v>
                </c:pt>
                <c:pt idx="611">
                  <c:v>65</c:v>
                </c:pt>
                <c:pt idx="612">
                  <c:v>65</c:v>
                </c:pt>
                <c:pt idx="613">
                  <c:v>65</c:v>
                </c:pt>
                <c:pt idx="614">
                  <c:v>65</c:v>
                </c:pt>
                <c:pt idx="615">
                  <c:v>65</c:v>
                </c:pt>
                <c:pt idx="616">
                  <c:v>65</c:v>
                </c:pt>
                <c:pt idx="617">
                  <c:v>65</c:v>
                </c:pt>
                <c:pt idx="618">
                  <c:v>65</c:v>
                </c:pt>
                <c:pt idx="619">
                  <c:v>65</c:v>
                </c:pt>
                <c:pt idx="620">
                  <c:v>65</c:v>
                </c:pt>
                <c:pt idx="621">
                  <c:v>65</c:v>
                </c:pt>
                <c:pt idx="622">
                  <c:v>65</c:v>
                </c:pt>
                <c:pt idx="623">
                  <c:v>65</c:v>
                </c:pt>
                <c:pt idx="624">
                  <c:v>65</c:v>
                </c:pt>
                <c:pt idx="625">
                  <c:v>65</c:v>
                </c:pt>
                <c:pt idx="626">
                  <c:v>65</c:v>
                </c:pt>
                <c:pt idx="627">
                  <c:v>65</c:v>
                </c:pt>
                <c:pt idx="628">
                  <c:v>65</c:v>
                </c:pt>
                <c:pt idx="629">
                  <c:v>65</c:v>
                </c:pt>
                <c:pt idx="630">
                  <c:v>65</c:v>
                </c:pt>
                <c:pt idx="631">
                  <c:v>65</c:v>
                </c:pt>
                <c:pt idx="632">
                  <c:v>65</c:v>
                </c:pt>
                <c:pt idx="633">
                  <c:v>65</c:v>
                </c:pt>
                <c:pt idx="634">
                  <c:v>65</c:v>
                </c:pt>
                <c:pt idx="635">
                  <c:v>65</c:v>
                </c:pt>
                <c:pt idx="636">
                  <c:v>65</c:v>
                </c:pt>
                <c:pt idx="637">
                  <c:v>65</c:v>
                </c:pt>
                <c:pt idx="638">
                  <c:v>65</c:v>
                </c:pt>
                <c:pt idx="639">
                  <c:v>65</c:v>
                </c:pt>
                <c:pt idx="640">
                  <c:v>65</c:v>
                </c:pt>
                <c:pt idx="641">
                  <c:v>65</c:v>
                </c:pt>
                <c:pt idx="642">
                  <c:v>65</c:v>
                </c:pt>
                <c:pt idx="643">
                  <c:v>65</c:v>
                </c:pt>
                <c:pt idx="644">
                  <c:v>65</c:v>
                </c:pt>
                <c:pt idx="645">
                  <c:v>65</c:v>
                </c:pt>
                <c:pt idx="646">
                  <c:v>65</c:v>
                </c:pt>
                <c:pt idx="647">
                  <c:v>65</c:v>
                </c:pt>
                <c:pt idx="648">
                  <c:v>65</c:v>
                </c:pt>
                <c:pt idx="649">
                  <c:v>65</c:v>
                </c:pt>
                <c:pt idx="650">
                  <c:v>65</c:v>
                </c:pt>
                <c:pt idx="651">
                  <c:v>65</c:v>
                </c:pt>
                <c:pt idx="652">
                  <c:v>65</c:v>
                </c:pt>
                <c:pt idx="653">
                  <c:v>65</c:v>
                </c:pt>
                <c:pt idx="654">
                  <c:v>65</c:v>
                </c:pt>
                <c:pt idx="655">
                  <c:v>65</c:v>
                </c:pt>
                <c:pt idx="656">
                  <c:v>65</c:v>
                </c:pt>
                <c:pt idx="657">
                  <c:v>65</c:v>
                </c:pt>
                <c:pt idx="658">
                  <c:v>65</c:v>
                </c:pt>
                <c:pt idx="659">
                  <c:v>65</c:v>
                </c:pt>
                <c:pt idx="660">
                  <c:v>65</c:v>
                </c:pt>
                <c:pt idx="661">
                  <c:v>65</c:v>
                </c:pt>
                <c:pt idx="662">
                  <c:v>65</c:v>
                </c:pt>
                <c:pt idx="663">
                  <c:v>65</c:v>
                </c:pt>
                <c:pt idx="664">
                  <c:v>65</c:v>
                </c:pt>
                <c:pt idx="665">
                  <c:v>65</c:v>
                </c:pt>
                <c:pt idx="666">
                  <c:v>65</c:v>
                </c:pt>
                <c:pt idx="667">
                  <c:v>65</c:v>
                </c:pt>
                <c:pt idx="668">
                  <c:v>65</c:v>
                </c:pt>
                <c:pt idx="669">
                  <c:v>65</c:v>
                </c:pt>
                <c:pt idx="670">
                  <c:v>65</c:v>
                </c:pt>
                <c:pt idx="671">
                  <c:v>65</c:v>
                </c:pt>
                <c:pt idx="672">
                  <c:v>65</c:v>
                </c:pt>
                <c:pt idx="673">
                  <c:v>65</c:v>
                </c:pt>
                <c:pt idx="674">
                  <c:v>65</c:v>
                </c:pt>
                <c:pt idx="675">
                  <c:v>65</c:v>
                </c:pt>
                <c:pt idx="676">
                  <c:v>65</c:v>
                </c:pt>
                <c:pt idx="677">
                  <c:v>65</c:v>
                </c:pt>
                <c:pt idx="678">
                  <c:v>65</c:v>
                </c:pt>
                <c:pt idx="679">
                  <c:v>65</c:v>
                </c:pt>
                <c:pt idx="680">
                  <c:v>65</c:v>
                </c:pt>
                <c:pt idx="681">
                  <c:v>65</c:v>
                </c:pt>
                <c:pt idx="682">
                  <c:v>65</c:v>
                </c:pt>
                <c:pt idx="683">
                  <c:v>65</c:v>
                </c:pt>
                <c:pt idx="684">
                  <c:v>65</c:v>
                </c:pt>
                <c:pt idx="685">
                  <c:v>65</c:v>
                </c:pt>
                <c:pt idx="686">
                  <c:v>65</c:v>
                </c:pt>
                <c:pt idx="687">
                  <c:v>65</c:v>
                </c:pt>
                <c:pt idx="688">
                  <c:v>65</c:v>
                </c:pt>
                <c:pt idx="689">
                  <c:v>65</c:v>
                </c:pt>
                <c:pt idx="690">
                  <c:v>64</c:v>
                </c:pt>
                <c:pt idx="691">
                  <c:v>65</c:v>
                </c:pt>
                <c:pt idx="692">
                  <c:v>65</c:v>
                </c:pt>
                <c:pt idx="693">
                  <c:v>65</c:v>
                </c:pt>
                <c:pt idx="694">
                  <c:v>65</c:v>
                </c:pt>
                <c:pt idx="695">
                  <c:v>65</c:v>
                </c:pt>
                <c:pt idx="696">
                  <c:v>65</c:v>
                </c:pt>
                <c:pt idx="697">
                  <c:v>65</c:v>
                </c:pt>
                <c:pt idx="698">
                  <c:v>65</c:v>
                </c:pt>
                <c:pt idx="699">
                  <c:v>65</c:v>
                </c:pt>
                <c:pt idx="700">
                  <c:v>65</c:v>
                </c:pt>
                <c:pt idx="701">
                  <c:v>65</c:v>
                </c:pt>
                <c:pt idx="702">
                  <c:v>65</c:v>
                </c:pt>
                <c:pt idx="703">
                  <c:v>65</c:v>
                </c:pt>
                <c:pt idx="704">
                  <c:v>65</c:v>
                </c:pt>
                <c:pt idx="705">
                  <c:v>65</c:v>
                </c:pt>
                <c:pt idx="706">
                  <c:v>65</c:v>
                </c:pt>
                <c:pt idx="707">
                  <c:v>65</c:v>
                </c:pt>
                <c:pt idx="708">
                  <c:v>65</c:v>
                </c:pt>
                <c:pt idx="709">
                  <c:v>64</c:v>
                </c:pt>
                <c:pt idx="710">
                  <c:v>65</c:v>
                </c:pt>
                <c:pt idx="711">
                  <c:v>65</c:v>
                </c:pt>
                <c:pt idx="712">
                  <c:v>65</c:v>
                </c:pt>
                <c:pt idx="713">
                  <c:v>65</c:v>
                </c:pt>
                <c:pt idx="714">
                  <c:v>65</c:v>
                </c:pt>
                <c:pt idx="715">
                  <c:v>65</c:v>
                </c:pt>
                <c:pt idx="716">
                  <c:v>65</c:v>
                </c:pt>
                <c:pt idx="717">
                  <c:v>65</c:v>
                </c:pt>
                <c:pt idx="718">
                  <c:v>65</c:v>
                </c:pt>
                <c:pt idx="719">
                  <c:v>65</c:v>
                </c:pt>
                <c:pt idx="720">
                  <c:v>65</c:v>
                </c:pt>
                <c:pt idx="721">
                  <c:v>65</c:v>
                </c:pt>
                <c:pt idx="722">
                  <c:v>65</c:v>
                </c:pt>
                <c:pt idx="723">
                  <c:v>65</c:v>
                </c:pt>
                <c:pt idx="724">
                  <c:v>65</c:v>
                </c:pt>
                <c:pt idx="725">
                  <c:v>65</c:v>
                </c:pt>
                <c:pt idx="726">
                  <c:v>65</c:v>
                </c:pt>
                <c:pt idx="727">
                  <c:v>65</c:v>
                </c:pt>
                <c:pt idx="728">
                  <c:v>65</c:v>
                </c:pt>
                <c:pt idx="729">
                  <c:v>65</c:v>
                </c:pt>
                <c:pt idx="730">
                  <c:v>65</c:v>
                </c:pt>
                <c:pt idx="731">
                  <c:v>65</c:v>
                </c:pt>
                <c:pt idx="732">
                  <c:v>65</c:v>
                </c:pt>
                <c:pt idx="733">
                  <c:v>65</c:v>
                </c:pt>
                <c:pt idx="734">
                  <c:v>65</c:v>
                </c:pt>
                <c:pt idx="735">
                  <c:v>65</c:v>
                </c:pt>
                <c:pt idx="736">
                  <c:v>65</c:v>
                </c:pt>
                <c:pt idx="737">
                  <c:v>65</c:v>
                </c:pt>
                <c:pt idx="738">
                  <c:v>65</c:v>
                </c:pt>
                <c:pt idx="739">
                  <c:v>65</c:v>
                </c:pt>
                <c:pt idx="740">
                  <c:v>65</c:v>
                </c:pt>
                <c:pt idx="741">
                  <c:v>65</c:v>
                </c:pt>
                <c:pt idx="742">
                  <c:v>65</c:v>
                </c:pt>
                <c:pt idx="743">
                  <c:v>65</c:v>
                </c:pt>
                <c:pt idx="744">
                  <c:v>65</c:v>
                </c:pt>
                <c:pt idx="745">
                  <c:v>65</c:v>
                </c:pt>
                <c:pt idx="746">
                  <c:v>65</c:v>
                </c:pt>
                <c:pt idx="747">
                  <c:v>65</c:v>
                </c:pt>
                <c:pt idx="748">
                  <c:v>65</c:v>
                </c:pt>
                <c:pt idx="749">
                  <c:v>65</c:v>
                </c:pt>
                <c:pt idx="750">
                  <c:v>65</c:v>
                </c:pt>
                <c:pt idx="751">
                  <c:v>65</c:v>
                </c:pt>
                <c:pt idx="752">
                  <c:v>65</c:v>
                </c:pt>
                <c:pt idx="753">
                  <c:v>65</c:v>
                </c:pt>
                <c:pt idx="754">
                  <c:v>65</c:v>
                </c:pt>
                <c:pt idx="755">
                  <c:v>65</c:v>
                </c:pt>
                <c:pt idx="756">
                  <c:v>64</c:v>
                </c:pt>
                <c:pt idx="757">
                  <c:v>65</c:v>
                </c:pt>
                <c:pt idx="758">
                  <c:v>64</c:v>
                </c:pt>
                <c:pt idx="759">
                  <c:v>64</c:v>
                </c:pt>
                <c:pt idx="760">
                  <c:v>64</c:v>
                </c:pt>
                <c:pt idx="761">
                  <c:v>65</c:v>
                </c:pt>
                <c:pt idx="762">
                  <c:v>65</c:v>
                </c:pt>
                <c:pt idx="763">
                  <c:v>64</c:v>
                </c:pt>
                <c:pt idx="764">
                  <c:v>65</c:v>
                </c:pt>
                <c:pt idx="765">
                  <c:v>65</c:v>
                </c:pt>
                <c:pt idx="766">
                  <c:v>65</c:v>
                </c:pt>
                <c:pt idx="767">
                  <c:v>65</c:v>
                </c:pt>
                <c:pt idx="768">
                  <c:v>64</c:v>
                </c:pt>
                <c:pt idx="769">
                  <c:v>65</c:v>
                </c:pt>
                <c:pt idx="770">
                  <c:v>65</c:v>
                </c:pt>
                <c:pt idx="771">
                  <c:v>65</c:v>
                </c:pt>
                <c:pt idx="772">
                  <c:v>65</c:v>
                </c:pt>
                <c:pt idx="773">
                  <c:v>64</c:v>
                </c:pt>
                <c:pt idx="774">
                  <c:v>64</c:v>
                </c:pt>
                <c:pt idx="775">
                  <c:v>65</c:v>
                </c:pt>
                <c:pt idx="776">
                  <c:v>65</c:v>
                </c:pt>
                <c:pt idx="777">
                  <c:v>65</c:v>
                </c:pt>
                <c:pt idx="778">
                  <c:v>65</c:v>
                </c:pt>
                <c:pt idx="779">
                  <c:v>64</c:v>
                </c:pt>
                <c:pt idx="780">
                  <c:v>65</c:v>
                </c:pt>
                <c:pt idx="781">
                  <c:v>65</c:v>
                </c:pt>
                <c:pt idx="782">
                  <c:v>65</c:v>
                </c:pt>
                <c:pt idx="783">
                  <c:v>64</c:v>
                </c:pt>
                <c:pt idx="784">
                  <c:v>64</c:v>
                </c:pt>
                <c:pt idx="785">
                  <c:v>64</c:v>
                </c:pt>
                <c:pt idx="786">
                  <c:v>64</c:v>
                </c:pt>
                <c:pt idx="787">
                  <c:v>64</c:v>
                </c:pt>
                <c:pt idx="788">
                  <c:v>64</c:v>
                </c:pt>
                <c:pt idx="789">
                  <c:v>64</c:v>
                </c:pt>
                <c:pt idx="790">
                  <c:v>64</c:v>
                </c:pt>
                <c:pt idx="791">
                  <c:v>64</c:v>
                </c:pt>
                <c:pt idx="792">
                  <c:v>64</c:v>
                </c:pt>
                <c:pt idx="793">
                  <c:v>64</c:v>
                </c:pt>
                <c:pt idx="794">
                  <c:v>64</c:v>
                </c:pt>
                <c:pt idx="795">
                  <c:v>64</c:v>
                </c:pt>
                <c:pt idx="796">
                  <c:v>64</c:v>
                </c:pt>
                <c:pt idx="797">
                  <c:v>64</c:v>
                </c:pt>
                <c:pt idx="798">
                  <c:v>64</c:v>
                </c:pt>
                <c:pt idx="799">
                  <c:v>64</c:v>
                </c:pt>
                <c:pt idx="800">
                  <c:v>64</c:v>
                </c:pt>
                <c:pt idx="801">
                  <c:v>65</c:v>
                </c:pt>
                <c:pt idx="802">
                  <c:v>65</c:v>
                </c:pt>
                <c:pt idx="803">
                  <c:v>64</c:v>
                </c:pt>
                <c:pt idx="804">
                  <c:v>64</c:v>
                </c:pt>
                <c:pt idx="805">
                  <c:v>65</c:v>
                </c:pt>
                <c:pt idx="806">
                  <c:v>65</c:v>
                </c:pt>
                <c:pt idx="807">
                  <c:v>65</c:v>
                </c:pt>
                <c:pt idx="808">
                  <c:v>65</c:v>
                </c:pt>
                <c:pt idx="809">
                  <c:v>65</c:v>
                </c:pt>
                <c:pt idx="810">
                  <c:v>64</c:v>
                </c:pt>
                <c:pt idx="811">
                  <c:v>65</c:v>
                </c:pt>
                <c:pt idx="812">
                  <c:v>65</c:v>
                </c:pt>
                <c:pt idx="813">
                  <c:v>64</c:v>
                </c:pt>
                <c:pt idx="814">
                  <c:v>64</c:v>
                </c:pt>
                <c:pt idx="815">
                  <c:v>65</c:v>
                </c:pt>
                <c:pt idx="816">
                  <c:v>64</c:v>
                </c:pt>
                <c:pt idx="817">
                  <c:v>65</c:v>
                </c:pt>
                <c:pt idx="818">
                  <c:v>65</c:v>
                </c:pt>
                <c:pt idx="819">
                  <c:v>65</c:v>
                </c:pt>
                <c:pt idx="820">
                  <c:v>65</c:v>
                </c:pt>
                <c:pt idx="821">
                  <c:v>65</c:v>
                </c:pt>
                <c:pt idx="822">
                  <c:v>65</c:v>
                </c:pt>
                <c:pt idx="823">
                  <c:v>65</c:v>
                </c:pt>
                <c:pt idx="824">
                  <c:v>65</c:v>
                </c:pt>
                <c:pt idx="825">
                  <c:v>65</c:v>
                </c:pt>
                <c:pt idx="826">
                  <c:v>65</c:v>
                </c:pt>
                <c:pt idx="827">
                  <c:v>65</c:v>
                </c:pt>
                <c:pt idx="828">
                  <c:v>64</c:v>
                </c:pt>
                <c:pt idx="829">
                  <c:v>64</c:v>
                </c:pt>
                <c:pt idx="830">
                  <c:v>65</c:v>
                </c:pt>
                <c:pt idx="831">
                  <c:v>64</c:v>
                </c:pt>
                <c:pt idx="832">
                  <c:v>65</c:v>
                </c:pt>
                <c:pt idx="833">
                  <c:v>65</c:v>
                </c:pt>
                <c:pt idx="834">
                  <c:v>65</c:v>
                </c:pt>
                <c:pt idx="835">
                  <c:v>65</c:v>
                </c:pt>
                <c:pt idx="836">
                  <c:v>64</c:v>
                </c:pt>
                <c:pt idx="837">
                  <c:v>65</c:v>
                </c:pt>
                <c:pt idx="838">
                  <c:v>65</c:v>
                </c:pt>
                <c:pt idx="839">
                  <c:v>65</c:v>
                </c:pt>
                <c:pt idx="840">
                  <c:v>65</c:v>
                </c:pt>
                <c:pt idx="841">
                  <c:v>65</c:v>
                </c:pt>
                <c:pt idx="842">
                  <c:v>65</c:v>
                </c:pt>
                <c:pt idx="843">
                  <c:v>65</c:v>
                </c:pt>
                <c:pt idx="844">
                  <c:v>65</c:v>
                </c:pt>
                <c:pt idx="845">
                  <c:v>65</c:v>
                </c:pt>
                <c:pt idx="846">
                  <c:v>65</c:v>
                </c:pt>
                <c:pt idx="847">
                  <c:v>64</c:v>
                </c:pt>
                <c:pt idx="848">
                  <c:v>64</c:v>
                </c:pt>
                <c:pt idx="849">
                  <c:v>64</c:v>
                </c:pt>
                <c:pt idx="850">
                  <c:v>65</c:v>
                </c:pt>
                <c:pt idx="851">
                  <c:v>65</c:v>
                </c:pt>
                <c:pt idx="852">
                  <c:v>65</c:v>
                </c:pt>
                <c:pt idx="853">
                  <c:v>64</c:v>
                </c:pt>
                <c:pt idx="854">
                  <c:v>65</c:v>
                </c:pt>
                <c:pt idx="855">
                  <c:v>64</c:v>
                </c:pt>
                <c:pt idx="856">
                  <c:v>64</c:v>
                </c:pt>
                <c:pt idx="857">
                  <c:v>65</c:v>
                </c:pt>
                <c:pt idx="858">
                  <c:v>65</c:v>
                </c:pt>
                <c:pt idx="859">
                  <c:v>64</c:v>
                </c:pt>
                <c:pt idx="860">
                  <c:v>65</c:v>
                </c:pt>
                <c:pt idx="861">
                  <c:v>65</c:v>
                </c:pt>
                <c:pt idx="862">
                  <c:v>64</c:v>
                </c:pt>
                <c:pt idx="863">
                  <c:v>65</c:v>
                </c:pt>
                <c:pt idx="864">
                  <c:v>65</c:v>
                </c:pt>
                <c:pt idx="865">
                  <c:v>65</c:v>
                </c:pt>
                <c:pt idx="866">
                  <c:v>65</c:v>
                </c:pt>
                <c:pt idx="867">
                  <c:v>64</c:v>
                </c:pt>
                <c:pt idx="868">
                  <c:v>65</c:v>
                </c:pt>
                <c:pt idx="869">
                  <c:v>65</c:v>
                </c:pt>
                <c:pt idx="870">
                  <c:v>65</c:v>
                </c:pt>
                <c:pt idx="871">
                  <c:v>64</c:v>
                </c:pt>
                <c:pt idx="872">
                  <c:v>64</c:v>
                </c:pt>
                <c:pt idx="873">
                  <c:v>65</c:v>
                </c:pt>
                <c:pt idx="874">
                  <c:v>65</c:v>
                </c:pt>
                <c:pt idx="875">
                  <c:v>65</c:v>
                </c:pt>
                <c:pt idx="876">
                  <c:v>65</c:v>
                </c:pt>
                <c:pt idx="877">
                  <c:v>64</c:v>
                </c:pt>
                <c:pt idx="878">
                  <c:v>65</c:v>
                </c:pt>
                <c:pt idx="879">
                  <c:v>64</c:v>
                </c:pt>
                <c:pt idx="880">
                  <c:v>65</c:v>
                </c:pt>
                <c:pt idx="881">
                  <c:v>65</c:v>
                </c:pt>
                <c:pt idx="882">
                  <c:v>64</c:v>
                </c:pt>
                <c:pt idx="883">
                  <c:v>65</c:v>
                </c:pt>
                <c:pt idx="884">
                  <c:v>64</c:v>
                </c:pt>
                <c:pt idx="885">
                  <c:v>65</c:v>
                </c:pt>
                <c:pt idx="886">
                  <c:v>64</c:v>
                </c:pt>
                <c:pt idx="887">
                  <c:v>64</c:v>
                </c:pt>
                <c:pt idx="888">
                  <c:v>64</c:v>
                </c:pt>
                <c:pt idx="889">
                  <c:v>64</c:v>
                </c:pt>
                <c:pt idx="890">
                  <c:v>64</c:v>
                </c:pt>
                <c:pt idx="891">
                  <c:v>64</c:v>
                </c:pt>
                <c:pt idx="892">
                  <c:v>64</c:v>
                </c:pt>
                <c:pt idx="893">
                  <c:v>65</c:v>
                </c:pt>
                <c:pt idx="894">
                  <c:v>64</c:v>
                </c:pt>
                <c:pt idx="895">
                  <c:v>64</c:v>
                </c:pt>
                <c:pt idx="896">
                  <c:v>65</c:v>
                </c:pt>
                <c:pt idx="897">
                  <c:v>65</c:v>
                </c:pt>
                <c:pt idx="898">
                  <c:v>64</c:v>
                </c:pt>
                <c:pt idx="899">
                  <c:v>64</c:v>
                </c:pt>
                <c:pt idx="900">
                  <c:v>65</c:v>
                </c:pt>
                <c:pt idx="901">
                  <c:v>65</c:v>
                </c:pt>
                <c:pt idx="902">
                  <c:v>65</c:v>
                </c:pt>
                <c:pt idx="903">
                  <c:v>65</c:v>
                </c:pt>
                <c:pt idx="904">
                  <c:v>65</c:v>
                </c:pt>
                <c:pt idx="905">
                  <c:v>64</c:v>
                </c:pt>
                <c:pt idx="906">
                  <c:v>64</c:v>
                </c:pt>
                <c:pt idx="907">
                  <c:v>65</c:v>
                </c:pt>
                <c:pt idx="908">
                  <c:v>64</c:v>
                </c:pt>
                <c:pt idx="909">
                  <c:v>64</c:v>
                </c:pt>
                <c:pt idx="910">
                  <c:v>64</c:v>
                </c:pt>
                <c:pt idx="911">
                  <c:v>64</c:v>
                </c:pt>
                <c:pt idx="912">
                  <c:v>65</c:v>
                </c:pt>
                <c:pt idx="913">
                  <c:v>65</c:v>
                </c:pt>
                <c:pt idx="914">
                  <c:v>65</c:v>
                </c:pt>
                <c:pt idx="915">
                  <c:v>65</c:v>
                </c:pt>
                <c:pt idx="916">
                  <c:v>64</c:v>
                </c:pt>
                <c:pt idx="917">
                  <c:v>65</c:v>
                </c:pt>
                <c:pt idx="918">
                  <c:v>65</c:v>
                </c:pt>
                <c:pt idx="919">
                  <c:v>65</c:v>
                </c:pt>
                <c:pt idx="920">
                  <c:v>65</c:v>
                </c:pt>
                <c:pt idx="921">
                  <c:v>65</c:v>
                </c:pt>
                <c:pt idx="922">
                  <c:v>65</c:v>
                </c:pt>
                <c:pt idx="923">
                  <c:v>65</c:v>
                </c:pt>
                <c:pt idx="924">
                  <c:v>65</c:v>
                </c:pt>
                <c:pt idx="925">
                  <c:v>65</c:v>
                </c:pt>
                <c:pt idx="926">
                  <c:v>65</c:v>
                </c:pt>
                <c:pt idx="927">
                  <c:v>65</c:v>
                </c:pt>
                <c:pt idx="928">
                  <c:v>65</c:v>
                </c:pt>
                <c:pt idx="929">
                  <c:v>65</c:v>
                </c:pt>
                <c:pt idx="930">
                  <c:v>65</c:v>
                </c:pt>
                <c:pt idx="931">
                  <c:v>65</c:v>
                </c:pt>
                <c:pt idx="932">
                  <c:v>65</c:v>
                </c:pt>
                <c:pt idx="933">
                  <c:v>65</c:v>
                </c:pt>
                <c:pt idx="934">
                  <c:v>65</c:v>
                </c:pt>
                <c:pt idx="935">
                  <c:v>65</c:v>
                </c:pt>
                <c:pt idx="936">
                  <c:v>65</c:v>
                </c:pt>
                <c:pt idx="937">
                  <c:v>65</c:v>
                </c:pt>
                <c:pt idx="938">
                  <c:v>65</c:v>
                </c:pt>
                <c:pt idx="939">
                  <c:v>65</c:v>
                </c:pt>
                <c:pt idx="940">
                  <c:v>65</c:v>
                </c:pt>
                <c:pt idx="941">
                  <c:v>65</c:v>
                </c:pt>
                <c:pt idx="942">
                  <c:v>65</c:v>
                </c:pt>
                <c:pt idx="943">
                  <c:v>65</c:v>
                </c:pt>
                <c:pt idx="944">
                  <c:v>65</c:v>
                </c:pt>
                <c:pt idx="945">
                  <c:v>65</c:v>
                </c:pt>
                <c:pt idx="946">
                  <c:v>65</c:v>
                </c:pt>
                <c:pt idx="947">
                  <c:v>65</c:v>
                </c:pt>
                <c:pt idx="948">
                  <c:v>65</c:v>
                </c:pt>
                <c:pt idx="949">
                  <c:v>65</c:v>
                </c:pt>
                <c:pt idx="950">
                  <c:v>65</c:v>
                </c:pt>
                <c:pt idx="951">
                  <c:v>65</c:v>
                </c:pt>
                <c:pt idx="952">
                  <c:v>65</c:v>
                </c:pt>
                <c:pt idx="953">
                  <c:v>65</c:v>
                </c:pt>
                <c:pt idx="954">
                  <c:v>65</c:v>
                </c:pt>
                <c:pt idx="955">
                  <c:v>65</c:v>
                </c:pt>
                <c:pt idx="956">
                  <c:v>65</c:v>
                </c:pt>
                <c:pt idx="957">
                  <c:v>65</c:v>
                </c:pt>
                <c:pt idx="958">
                  <c:v>65</c:v>
                </c:pt>
                <c:pt idx="959">
                  <c:v>65</c:v>
                </c:pt>
                <c:pt idx="960">
                  <c:v>65</c:v>
                </c:pt>
                <c:pt idx="961">
                  <c:v>65</c:v>
                </c:pt>
                <c:pt idx="962">
                  <c:v>65</c:v>
                </c:pt>
                <c:pt idx="963">
                  <c:v>65</c:v>
                </c:pt>
                <c:pt idx="964">
                  <c:v>65</c:v>
                </c:pt>
                <c:pt idx="965">
                  <c:v>65</c:v>
                </c:pt>
                <c:pt idx="966">
                  <c:v>65</c:v>
                </c:pt>
                <c:pt idx="967">
                  <c:v>65</c:v>
                </c:pt>
                <c:pt idx="968">
                  <c:v>65</c:v>
                </c:pt>
                <c:pt idx="969">
                  <c:v>65</c:v>
                </c:pt>
                <c:pt idx="970">
                  <c:v>65</c:v>
                </c:pt>
                <c:pt idx="971">
                  <c:v>65</c:v>
                </c:pt>
                <c:pt idx="972">
                  <c:v>65</c:v>
                </c:pt>
                <c:pt idx="973">
                  <c:v>65</c:v>
                </c:pt>
                <c:pt idx="974">
                  <c:v>65</c:v>
                </c:pt>
                <c:pt idx="975">
                  <c:v>65</c:v>
                </c:pt>
                <c:pt idx="976">
                  <c:v>65</c:v>
                </c:pt>
                <c:pt idx="977">
                  <c:v>65</c:v>
                </c:pt>
                <c:pt idx="978">
                  <c:v>64</c:v>
                </c:pt>
                <c:pt idx="979">
                  <c:v>65</c:v>
                </c:pt>
                <c:pt idx="980">
                  <c:v>65</c:v>
                </c:pt>
                <c:pt idx="981">
                  <c:v>65</c:v>
                </c:pt>
                <c:pt idx="982">
                  <c:v>65</c:v>
                </c:pt>
                <c:pt idx="983">
                  <c:v>65</c:v>
                </c:pt>
                <c:pt idx="984">
                  <c:v>65</c:v>
                </c:pt>
                <c:pt idx="985">
                  <c:v>65</c:v>
                </c:pt>
                <c:pt idx="986">
                  <c:v>65</c:v>
                </c:pt>
                <c:pt idx="987">
                  <c:v>65</c:v>
                </c:pt>
                <c:pt idx="988">
                  <c:v>65</c:v>
                </c:pt>
                <c:pt idx="989">
                  <c:v>65</c:v>
                </c:pt>
                <c:pt idx="990">
                  <c:v>65</c:v>
                </c:pt>
                <c:pt idx="991">
                  <c:v>65</c:v>
                </c:pt>
                <c:pt idx="992">
                  <c:v>65</c:v>
                </c:pt>
                <c:pt idx="993">
                  <c:v>65</c:v>
                </c:pt>
                <c:pt idx="994">
                  <c:v>65</c:v>
                </c:pt>
                <c:pt idx="995">
                  <c:v>65</c:v>
                </c:pt>
                <c:pt idx="996">
                  <c:v>65</c:v>
                </c:pt>
                <c:pt idx="997">
                  <c:v>65</c:v>
                </c:pt>
                <c:pt idx="998">
                  <c:v>65</c:v>
                </c:pt>
                <c:pt idx="999">
                  <c:v>65</c:v>
                </c:pt>
                <c:pt idx="1000">
                  <c:v>65</c:v>
                </c:pt>
                <c:pt idx="1001">
                  <c:v>65</c:v>
                </c:pt>
                <c:pt idx="1002">
                  <c:v>65</c:v>
                </c:pt>
                <c:pt idx="1003">
                  <c:v>65</c:v>
                </c:pt>
                <c:pt idx="1004">
                  <c:v>65</c:v>
                </c:pt>
                <c:pt idx="1005">
                  <c:v>65</c:v>
                </c:pt>
                <c:pt idx="1006">
                  <c:v>65</c:v>
                </c:pt>
                <c:pt idx="1007">
                  <c:v>65</c:v>
                </c:pt>
                <c:pt idx="1008">
                  <c:v>65</c:v>
                </c:pt>
                <c:pt idx="1009">
                  <c:v>65</c:v>
                </c:pt>
                <c:pt idx="1010">
                  <c:v>65</c:v>
                </c:pt>
                <c:pt idx="1011">
                  <c:v>65</c:v>
                </c:pt>
                <c:pt idx="1012">
                  <c:v>65</c:v>
                </c:pt>
                <c:pt idx="1013">
                  <c:v>65</c:v>
                </c:pt>
                <c:pt idx="1014">
                  <c:v>65</c:v>
                </c:pt>
                <c:pt idx="1015">
                  <c:v>65</c:v>
                </c:pt>
                <c:pt idx="1016">
                  <c:v>65</c:v>
                </c:pt>
                <c:pt idx="1017">
                  <c:v>65</c:v>
                </c:pt>
                <c:pt idx="1018">
                  <c:v>64</c:v>
                </c:pt>
                <c:pt idx="1019">
                  <c:v>64</c:v>
                </c:pt>
                <c:pt idx="1020">
                  <c:v>64</c:v>
                </c:pt>
                <c:pt idx="1021">
                  <c:v>64</c:v>
                </c:pt>
                <c:pt idx="1022">
                  <c:v>64</c:v>
                </c:pt>
                <c:pt idx="1023">
                  <c:v>64</c:v>
                </c:pt>
                <c:pt idx="1024">
                  <c:v>64</c:v>
                </c:pt>
                <c:pt idx="1025">
                  <c:v>64</c:v>
                </c:pt>
                <c:pt idx="1026">
                  <c:v>64</c:v>
                </c:pt>
                <c:pt idx="1027">
                  <c:v>64</c:v>
                </c:pt>
                <c:pt idx="1028">
                  <c:v>64</c:v>
                </c:pt>
                <c:pt idx="1029">
                  <c:v>64</c:v>
                </c:pt>
                <c:pt idx="1030">
                  <c:v>64</c:v>
                </c:pt>
                <c:pt idx="1031">
                  <c:v>64</c:v>
                </c:pt>
                <c:pt idx="1032">
                  <c:v>64</c:v>
                </c:pt>
                <c:pt idx="1033">
                  <c:v>64</c:v>
                </c:pt>
                <c:pt idx="1034">
                  <c:v>64</c:v>
                </c:pt>
                <c:pt idx="1035">
                  <c:v>64</c:v>
                </c:pt>
                <c:pt idx="1036">
                  <c:v>64</c:v>
                </c:pt>
                <c:pt idx="1037">
                  <c:v>64</c:v>
                </c:pt>
                <c:pt idx="1038">
                  <c:v>64</c:v>
                </c:pt>
                <c:pt idx="1039">
                  <c:v>64</c:v>
                </c:pt>
                <c:pt idx="1040">
                  <c:v>64</c:v>
                </c:pt>
                <c:pt idx="1041">
                  <c:v>64</c:v>
                </c:pt>
                <c:pt idx="1042">
                  <c:v>64</c:v>
                </c:pt>
                <c:pt idx="1043">
                  <c:v>64</c:v>
                </c:pt>
                <c:pt idx="1044">
                  <c:v>64</c:v>
                </c:pt>
                <c:pt idx="1045">
                  <c:v>64</c:v>
                </c:pt>
                <c:pt idx="1046">
                  <c:v>64</c:v>
                </c:pt>
                <c:pt idx="1047">
                  <c:v>64</c:v>
                </c:pt>
                <c:pt idx="1048">
                  <c:v>64</c:v>
                </c:pt>
                <c:pt idx="1049">
                  <c:v>64</c:v>
                </c:pt>
                <c:pt idx="1050">
                  <c:v>64</c:v>
                </c:pt>
                <c:pt idx="1051">
                  <c:v>64</c:v>
                </c:pt>
                <c:pt idx="1052">
                  <c:v>64</c:v>
                </c:pt>
                <c:pt idx="1053">
                  <c:v>64</c:v>
                </c:pt>
                <c:pt idx="1054">
                  <c:v>65</c:v>
                </c:pt>
                <c:pt idx="1055">
                  <c:v>65</c:v>
                </c:pt>
                <c:pt idx="1056">
                  <c:v>65</c:v>
                </c:pt>
                <c:pt idx="1057">
                  <c:v>65</c:v>
                </c:pt>
                <c:pt idx="1058">
                  <c:v>65</c:v>
                </c:pt>
                <c:pt idx="1059">
                  <c:v>65</c:v>
                </c:pt>
                <c:pt idx="1060">
                  <c:v>65</c:v>
                </c:pt>
                <c:pt idx="1061">
                  <c:v>64</c:v>
                </c:pt>
                <c:pt idx="1062">
                  <c:v>64</c:v>
                </c:pt>
                <c:pt idx="1063">
                  <c:v>64</c:v>
                </c:pt>
                <c:pt idx="1064">
                  <c:v>65</c:v>
                </c:pt>
                <c:pt idx="1065">
                  <c:v>65</c:v>
                </c:pt>
                <c:pt idx="1066">
                  <c:v>65</c:v>
                </c:pt>
                <c:pt idx="1067">
                  <c:v>65</c:v>
                </c:pt>
                <c:pt idx="1068">
                  <c:v>65</c:v>
                </c:pt>
                <c:pt idx="1069">
                  <c:v>64</c:v>
                </c:pt>
                <c:pt idx="1070">
                  <c:v>65</c:v>
                </c:pt>
                <c:pt idx="1071">
                  <c:v>65</c:v>
                </c:pt>
                <c:pt idx="1072">
                  <c:v>65</c:v>
                </c:pt>
                <c:pt idx="1073">
                  <c:v>64</c:v>
                </c:pt>
                <c:pt idx="1074">
                  <c:v>65</c:v>
                </c:pt>
                <c:pt idx="1075">
                  <c:v>65</c:v>
                </c:pt>
                <c:pt idx="1076">
                  <c:v>64</c:v>
                </c:pt>
                <c:pt idx="1077">
                  <c:v>65</c:v>
                </c:pt>
                <c:pt idx="1078">
                  <c:v>64</c:v>
                </c:pt>
                <c:pt idx="1079">
                  <c:v>65</c:v>
                </c:pt>
                <c:pt idx="1080">
                  <c:v>65</c:v>
                </c:pt>
                <c:pt idx="1081">
                  <c:v>65</c:v>
                </c:pt>
                <c:pt idx="1082">
                  <c:v>65</c:v>
                </c:pt>
                <c:pt idx="1083">
                  <c:v>65</c:v>
                </c:pt>
                <c:pt idx="1084">
                  <c:v>65</c:v>
                </c:pt>
                <c:pt idx="1085">
                  <c:v>65</c:v>
                </c:pt>
                <c:pt idx="1086">
                  <c:v>64</c:v>
                </c:pt>
                <c:pt idx="1087">
                  <c:v>64</c:v>
                </c:pt>
                <c:pt idx="1088">
                  <c:v>65</c:v>
                </c:pt>
                <c:pt idx="1089">
                  <c:v>65</c:v>
                </c:pt>
                <c:pt idx="1090">
                  <c:v>65</c:v>
                </c:pt>
                <c:pt idx="1091">
                  <c:v>65</c:v>
                </c:pt>
                <c:pt idx="1092">
                  <c:v>65</c:v>
                </c:pt>
                <c:pt idx="1093">
                  <c:v>65</c:v>
                </c:pt>
                <c:pt idx="1094">
                  <c:v>65</c:v>
                </c:pt>
                <c:pt idx="1095">
                  <c:v>65</c:v>
                </c:pt>
                <c:pt idx="1096">
                  <c:v>65</c:v>
                </c:pt>
                <c:pt idx="1097">
                  <c:v>65</c:v>
                </c:pt>
                <c:pt idx="1098">
                  <c:v>65</c:v>
                </c:pt>
                <c:pt idx="1099">
                  <c:v>65</c:v>
                </c:pt>
                <c:pt idx="1100">
                  <c:v>65</c:v>
                </c:pt>
                <c:pt idx="1101">
                  <c:v>65</c:v>
                </c:pt>
                <c:pt idx="1102">
                  <c:v>65</c:v>
                </c:pt>
                <c:pt idx="1103">
                  <c:v>65</c:v>
                </c:pt>
                <c:pt idx="1104">
                  <c:v>65</c:v>
                </c:pt>
                <c:pt idx="1105">
                  <c:v>65</c:v>
                </c:pt>
                <c:pt idx="1106">
                  <c:v>65</c:v>
                </c:pt>
                <c:pt idx="1107">
                  <c:v>65</c:v>
                </c:pt>
                <c:pt idx="1108">
                  <c:v>65</c:v>
                </c:pt>
                <c:pt idx="1109">
                  <c:v>65</c:v>
                </c:pt>
                <c:pt idx="1110">
                  <c:v>65</c:v>
                </c:pt>
                <c:pt idx="1111">
                  <c:v>65</c:v>
                </c:pt>
                <c:pt idx="1112">
                  <c:v>65</c:v>
                </c:pt>
                <c:pt idx="1113">
                  <c:v>65</c:v>
                </c:pt>
                <c:pt idx="1114">
                  <c:v>65</c:v>
                </c:pt>
                <c:pt idx="1115">
                  <c:v>65</c:v>
                </c:pt>
                <c:pt idx="1116">
                  <c:v>65</c:v>
                </c:pt>
                <c:pt idx="1117">
                  <c:v>65</c:v>
                </c:pt>
                <c:pt idx="1118">
                  <c:v>65</c:v>
                </c:pt>
                <c:pt idx="1119">
                  <c:v>65</c:v>
                </c:pt>
                <c:pt idx="1120">
                  <c:v>64</c:v>
                </c:pt>
                <c:pt idx="1121">
                  <c:v>65</c:v>
                </c:pt>
                <c:pt idx="1122">
                  <c:v>65</c:v>
                </c:pt>
                <c:pt idx="1123">
                  <c:v>65</c:v>
                </c:pt>
                <c:pt idx="1124">
                  <c:v>65</c:v>
                </c:pt>
                <c:pt idx="1125">
                  <c:v>65</c:v>
                </c:pt>
                <c:pt idx="1126">
                  <c:v>65</c:v>
                </c:pt>
                <c:pt idx="1127">
                  <c:v>65</c:v>
                </c:pt>
                <c:pt idx="1128">
                  <c:v>65</c:v>
                </c:pt>
                <c:pt idx="1129">
                  <c:v>65</c:v>
                </c:pt>
                <c:pt idx="1130">
                  <c:v>65</c:v>
                </c:pt>
                <c:pt idx="1131">
                  <c:v>65</c:v>
                </c:pt>
                <c:pt idx="1132">
                  <c:v>65</c:v>
                </c:pt>
                <c:pt idx="1133">
                  <c:v>64</c:v>
                </c:pt>
                <c:pt idx="1134">
                  <c:v>65</c:v>
                </c:pt>
                <c:pt idx="1135">
                  <c:v>65</c:v>
                </c:pt>
                <c:pt idx="1136">
                  <c:v>65</c:v>
                </c:pt>
                <c:pt idx="1137">
                  <c:v>65</c:v>
                </c:pt>
                <c:pt idx="1138">
                  <c:v>65</c:v>
                </c:pt>
                <c:pt idx="1139">
                  <c:v>65</c:v>
                </c:pt>
                <c:pt idx="1140">
                  <c:v>65</c:v>
                </c:pt>
                <c:pt idx="1141">
                  <c:v>65</c:v>
                </c:pt>
                <c:pt idx="1142">
                  <c:v>65</c:v>
                </c:pt>
                <c:pt idx="1143">
                  <c:v>64</c:v>
                </c:pt>
                <c:pt idx="1144">
                  <c:v>64</c:v>
                </c:pt>
                <c:pt idx="1145">
                  <c:v>64</c:v>
                </c:pt>
                <c:pt idx="1146">
                  <c:v>64</c:v>
                </c:pt>
                <c:pt idx="1147">
                  <c:v>64</c:v>
                </c:pt>
                <c:pt idx="1148">
                  <c:v>64</c:v>
                </c:pt>
                <c:pt idx="1149">
                  <c:v>64</c:v>
                </c:pt>
                <c:pt idx="1150">
                  <c:v>65</c:v>
                </c:pt>
                <c:pt idx="1151">
                  <c:v>64</c:v>
                </c:pt>
                <c:pt idx="1152">
                  <c:v>64</c:v>
                </c:pt>
                <c:pt idx="1153">
                  <c:v>64</c:v>
                </c:pt>
                <c:pt idx="1154">
                  <c:v>64</c:v>
                </c:pt>
                <c:pt idx="1155">
                  <c:v>64</c:v>
                </c:pt>
                <c:pt idx="1156">
                  <c:v>64</c:v>
                </c:pt>
                <c:pt idx="1157">
                  <c:v>64</c:v>
                </c:pt>
                <c:pt idx="1158">
                  <c:v>64</c:v>
                </c:pt>
                <c:pt idx="1159">
                  <c:v>64</c:v>
                </c:pt>
                <c:pt idx="1160">
                  <c:v>64</c:v>
                </c:pt>
                <c:pt idx="1161">
                  <c:v>64</c:v>
                </c:pt>
                <c:pt idx="1162">
                  <c:v>64</c:v>
                </c:pt>
                <c:pt idx="1163">
                  <c:v>64</c:v>
                </c:pt>
                <c:pt idx="1164">
                  <c:v>64</c:v>
                </c:pt>
                <c:pt idx="1165">
                  <c:v>64</c:v>
                </c:pt>
                <c:pt idx="1166">
                  <c:v>64</c:v>
                </c:pt>
                <c:pt idx="1167">
                  <c:v>64</c:v>
                </c:pt>
                <c:pt idx="1168">
                  <c:v>64</c:v>
                </c:pt>
                <c:pt idx="1169">
                  <c:v>64</c:v>
                </c:pt>
                <c:pt idx="1170">
                  <c:v>64</c:v>
                </c:pt>
                <c:pt idx="1171">
                  <c:v>64</c:v>
                </c:pt>
                <c:pt idx="1172">
                  <c:v>64</c:v>
                </c:pt>
                <c:pt idx="1173">
                  <c:v>64</c:v>
                </c:pt>
                <c:pt idx="1174">
                  <c:v>64</c:v>
                </c:pt>
                <c:pt idx="1175">
                  <c:v>64</c:v>
                </c:pt>
                <c:pt idx="1176">
                  <c:v>64</c:v>
                </c:pt>
                <c:pt idx="1177">
                  <c:v>64</c:v>
                </c:pt>
                <c:pt idx="1178">
                  <c:v>64</c:v>
                </c:pt>
                <c:pt idx="1179">
                  <c:v>64</c:v>
                </c:pt>
                <c:pt idx="1180">
                  <c:v>64</c:v>
                </c:pt>
                <c:pt idx="1181">
                  <c:v>64</c:v>
                </c:pt>
                <c:pt idx="1182">
                  <c:v>64</c:v>
                </c:pt>
                <c:pt idx="1183">
                  <c:v>64</c:v>
                </c:pt>
                <c:pt idx="1184">
                  <c:v>64</c:v>
                </c:pt>
                <c:pt idx="1185">
                  <c:v>64</c:v>
                </c:pt>
                <c:pt idx="1186">
                  <c:v>64</c:v>
                </c:pt>
                <c:pt idx="1187">
                  <c:v>64</c:v>
                </c:pt>
                <c:pt idx="1188">
                  <c:v>64</c:v>
                </c:pt>
                <c:pt idx="1189">
                  <c:v>64</c:v>
                </c:pt>
                <c:pt idx="1190">
                  <c:v>64</c:v>
                </c:pt>
                <c:pt idx="1191">
                  <c:v>64</c:v>
                </c:pt>
                <c:pt idx="1192">
                  <c:v>64</c:v>
                </c:pt>
                <c:pt idx="1193">
                  <c:v>64</c:v>
                </c:pt>
                <c:pt idx="1194">
                  <c:v>64</c:v>
                </c:pt>
                <c:pt idx="1195">
                  <c:v>64</c:v>
                </c:pt>
                <c:pt idx="1196">
                  <c:v>64</c:v>
                </c:pt>
                <c:pt idx="1197">
                  <c:v>64</c:v>
                </c:pt>
                <c:pt idx="1198">
                  <c:v>64</c:v>
                </c:pt>
                <c:pt idx="1199">
                  <c:v>64</c:v>
                </c:pt>
                <c:pt idx="1200">
                  <c:v>64</c:v>
                </c:pt>
                <c:pt idx="1201">
                  <c:v>64</c:v>
                </c:pt>
                <c:pt idx="1202">
                  <c:v>64</c:v>
                </c:pt>
                <c:pt idx="1203">
                  <c:v>64</c:v>
                </c:pt>
                <c:pt idx="1204">
                  <c:v>64</c:v>
                </c:pt>
                <c:pt idx="1205">
                  <c:v>64</c:v>
                </c:pt>
                <c:pt idx="1206">
                  <c:v>64</c:v>
                </c:pt>
                <c:pt idx="1207">
                  <c:v>64</c:v>
                </c:pt>
                <c:pt idx="1208">
                  <c:v>64</c:v>
                </c:pt>
                <c:pt idx="1209">
                  <c:v>64</c:v>
                </c:pt>
                <c:pt idx="1210">
                  <c:v>64</c:v>
                </c:pt>
                <c:pt idx="1211">
                  <c:v>64</c:v>
                </c:pt>
                <c:pt idx="1212">
                  <c:v>64</c:v>
                </c:pt>
                <c:pt idx="1213">
                  <c:v>64</c:v>
                </c:pt>
                <c:pt idx="1214">
                  <c:v>64</c:v>
                </c:pt>
                <c:pt idx="1215">
                  <c:v>64</c:v>
                </c:pt>
                <c:pt idx="1216">
                  <c:v>64</c:v>
                </c:pt>
                <c:pt idx="1217">
                  <c:v>64</c:v>
                </c:pt>
                <c:pt idx="1218">
                  <c:v>64</c:v>
                </c:pt>
                <c:pt idx="1219">
                  <c:v>64</c:v>
                </c:pt>
                <c:pt idx="1220">
                  <c:v>64</c:v>
                </c:pt>
                <c:pt idx="1221">
                  <c:v>64</c:v>
                </c:pt>
                <c:pt idx="1222">
                  <c:v>64</c:v>
                </c:pt>
                <c:pt idx="1223">
                  <c:v>64</c:v>
                </c:pt>
                <c:pt idx="1224">
                  <c:v>64</c:v>
                </c:pt>
                <c:pt idx="1225">
                  <c:v>64</c:v>
                </c:pt>
                <c:pt idx="1226">
                  <c:v>64</c:v>
                </c:pt>
                <c:pt idx="1227">
                  <c:v>64</c:v>
                </c:pt>
                <c:pt idx="1228">
                  <c:v>64</c:v>
                </c:pt>
                <c:pt idx="1229">
                  <c:v>64</c:v>
                </c:pt>
                <c:pt idx="1230">
                  <c:v>64</c:v>
                </c:pt>
                <c:pt idx="1231">
                  <c:v>64</c:v>
                </c:pt>
                <c:pt idx="1232">
                  <c:v>64</c:v>
                </c:pt>
                <c:pt idx="1233">
                  <c:v>64</c:v>
                </c:pt>
                <c:pt idx="1234">
                  <c:v>64</c:v>
                </c:pt>
                <c:pt idx="1235">
                  <c:v>64</c:v>
                </c:pt>
                <c:pt idx="1236">
                  <c:v>64</c:v>
                </c:pt>
                <c:pt idx="1237">
                  <c:v>64</c:v>
                </c:pt>
                <c:pt idx="1238">
                  <c:v>64</c:v>
                </c:pt>
                <c:pt idx="1239">
                  <c:v>64</c:v>
                </c:pt>
                <c:pt idx="1240">
                  <c:v>64</c:v>
                </c:pt>
                <c:pt idx="1241">
                  <c:v>64</c:v>
                </c:pt>
                <c:pt idx="1242">
                  <c:v>64</c:v>
                </c:pt>
                <c:pt idx="1243">
                  <c:v>64</c:v>
                </c:pt>
                <c:pt idx="1244">
                  <c:v>64</c:v>
                </c:pt>
                <c:pt idx="1245">
                  <c:v>64</c:v>
                </c:pt>
                <c:pt idx="1246">
                  <c:v>64</c:v>
                </c:pt>
                <c:pt idx="1247">
                  <c:v>64</c:v>
                </c:pt>
                <c:pt idx="1248">
                  <c:v>64</c:v>
                </c:pt>
                <c:pt idx="1249">
                  <c:v>64</c:v>
                </c:pt>
                <c:pt idx="1250">
                  <c:v>64</c:v>
                </c:pt>
                <c:pt idx="1251">
                  <c:v>64</c:v>
                </c:pt>
                <c:pt idx="1252">
                  <c:v>64</c:v>
                </c:pt>
                <c:pt idx="1253">
                  <c:v>64</c:v>
                </c:pt>
                <c:pt idx="1254">
                  <c:v>64</c:v>
                </c:pt>
                <c:pt idx="1255">
                  <c:v>64</c:v>
                </c:pt>
                <c:pt idx="1256">
                  <c:v>64</c:v>
                </c:pt>
                <c:pt idx="1257">
                  <c:v>64</c:v>
                </c:pt>
                <c:pt idx="1258">
                  <c:v>64</c:v>
                </c:pt>
                <c:pt idx="1259">
                  <c:v>64</c:v>
                </c:pt>
                <c:pt idx="1260">
                  <c:v>64</c:v>
                </c:pt>
                <c:pt idx="1261">
                  <c:v>64</c:v>
                </c:pt>
                <c:pt idx="1262">
                  <c:v>64</c:v>
                </c:pt>
                <c:pt idx="1263">
                  <c:v>64</c:v>
                </c:pt>
                <c:pt idx="1264">
                  <c:v>64</c:v>
                </c:pt>
                <c:pt idx="1265">
                  <c:v>64</c:v>
                </c:pt>
                <c:pt idx="1266">
                  <c:v>64</c:v>
                </c:pt>
                <c:pt idx="1267">
                  <c:v>64</c:v>
                </c:pt>
                <c:pt idx="1268">
                  <c:v>64</c:v>
                </c:pt>
                <c:pt idx="1269">
                  <c:v>64</c:v>
                </c:pt>
                <c:pt idx="1270">
                  <c:v>64</c:v>
                </c:pt>
                <c:pt idx="1271">
                  <c:v>64</c:v>
                </c:pt>
                <c:pt idx="1272">
                  <c:v>64</c:v>
                </c:pt>
                <c:pt idx="1273">
                  <c:v>64</c:v>
                </c:pt>
                <c:pt idx="1274">
                  <c:v>64</c:v>
                </c:pt>
                <c:pt idx="1275">
                  <c:v>64</c:v>
                </c:pt>
                <c:pt idx="1276">
                  <c:v>64</c:v>
                </c:pt>
                <c:pt idx="1277">
                  <c:v>64</c:v>
                </c:pt>
                <c:pt idx="1278">
                  <c:v>64</c:v>
                </c:pt>
                <c:pt idx="1279">
                  <c:v>64</c:v>
                </c:pt>
                <c:pt idx="1280">
                  <c:v>64</c:v>
                </c:pt>
                <c:pt idx="1281">
                  <c:v>64</c:v>
                </c:pt>
                <c:pt idx="1282">
                  <c:v>64</c:v>
                </c:pt>
                <c:pt idx="1283">
                  <c:v>64</c:v>
                </c:pt>
                <c:pt idx="1284">
                  <c:v>64</c:v>
                </c:pt>
                <c:pt idx="1285">
                  <c:v>64</c:v>
                </c:pt>
                <c:pt idx="1286">
                  <c:v>64</c:v>
                </c:pt>
                <c:pt idx="1287">
                  <c:v>64</c:v>
                </c:pt>
                <c:pt idx="1288">
                  <c:v>64</c:v>
                </c:pt>
                <c:pt idx="1289">
                  <c:v>64</c:v>
                </c:pt>
                <c:pt idx="1290">
                  <c:v>64</c:v>
                </c:pt>
                <c:pt idx="1291">
                  <c:v>64</c:v>
                </c:pt>
                <c:pt idx="1292">
                  <c:v>64</c:v>
                </c:pt>
                <c:pt idx="1293">
                  <c:v>64</c:v>
                </c:pt>
                <c:pt idx="1294">
                  <c:v>64</c:v>
                </c:pt>
                <c:pt idx="1295">
                  <c:v>64</c:v>
                </c:pt>
                <c:pt idx="1296">
                  <c:v>64</c:v>
                </c:pt>
                <c:pt idx="1297">
                  <c:v>64</c:v>
                </c:pt>
                <c:pt idx="1298">
                  <c:v>64</c:v>
                </c:pt>
                <c:pt idx="1299">
                  <c:v>64</c:v>
                </c:pt>
                <c:pt idx="1300">
                  <c:v>64</c:v>
                </c:pt>
                <c:pt idx="1301">
                  <c:v>64</c:v>
                </c:pt>
                <c:pt idx="1302">
                  <c:v>64</c:v>
                </c:pt>
                <c:pt idx="1303">
                  <c:v>64</c:v>
                </c:pt>
                <c:pt idx="1304">
                  <c:v>64</c:v>
                </c:pt>
                <c:pt idx="1305">
                  <c:v>64</c:v>
                </c:pt>
                <c:pt idx="1306">
                  <c:v>64</c:v>
                </c:pt>
                <c:pt idx="1307">
                  <c:v>64</c:v>
                </c:pt>
                <c:pt idx="1308">
                  <c:v>64</c:v>
                </c:pt>
                <c:pt idx="1309">
                  <c:v>64</c:v>
                </c:pt>
                <c:pt idx="1310">
                  <c:v>64</c:v>
                </c:pt>
                <c:pt idx="1311">
                  <c:v>64</c:v>
                </c:pt>
                <c:pt idx="1312">
                  <c:v>64</c:v>
                </c:pt>
                <c:pt idx="1313">
                  <c:v>64</c:v>
                </c:pt>
                <c:pt idx="1314">
                  <c:v>64</c:v>
                </c:pt>
                <c:pt idx="1315">
                  <c:v>64</c:v>
                </c:pt>
                <c:pt idx="1316">
                  <c:v>64</c:v>
                </c:pt>
                <c:pt idx="1317">
                  <c:v>64</c:v>
                </c:pt>
                <c:pt idx="1318">
                  <c:v>64</c:v>
                </c:pt>
                <c:pt idx="1319">
                  <c:v>64</c:v>
                </c:pt>
                <c:pt idx="1320">
                  <c:v>64</c:v>
                </c:pt>
                <c:pt idx="1321">
                  <c:v>64</c:v>
                </c:pt>
                <c:pt idx="1322">
                  <c:v>64</c:v>
                </c:pt>
                <c:pt idx="1323">
                  <c:v>64</c:v>
                </c:pt>
                <c:pt idx="1324">
                  <c:v>64</c:v>
                </c:pt>
                <c:pt idx="1325">
                  <c:v>64</c:v>
                </c:pt>
                <c:pt idx="1326">
                  <c:v>64</c:v>
                </c:pt>
                <c:pt idx="1327">
                  <c:v>64</c:v>
                </c:pt>
                <c:pt idx="1328">
                  <c:v>64</c:v>
                </c:pt>
                <c:pt idx="1329">
                  <c:v>64</c:v>
                </c:pt>
                <c:pt idx="1330">
                  <c:v>64</c:v>
                </c:pt>
                <c:pt idx="1331">
                  <c:v>64</c:v>
                </c:pt>
                <c:pt idx="1332">
                  <c:v>64</c:v>
                </c:pt>
                <c:pt idx="1333">
                  <c:v>64</c:v>
                </c:pt>
                <c:pt idx="1334">
                  <c:v>64</c:v>
                </c:pt>
                <c:pt idx="1335">
                  <c:v>64</c:v>
                </c:pt>
                <c:pt idx="1336">
                  <c:v>64</c:v>
                </c:pt>
                <c:pt idx="1337">
                  <c:v>64</c:v>
                </c:pt>
                <c:pt idx="1338">
                  <c:v>64</c:v>
                </c:pt>
                <c:pt idx="1339">
                  <c:v>64</c:v>
                </c:pt>
                <c:pt idx="1340">
                  <c:v>64</c:v>
                </c:pt>
                <c:pt idx="1341">
                  <c:v>64</c:v>
                </c:pt>
                <c:pt idx="1342">
                  <c:v>64</c:v>
                </c:pt>
                <c:pt idx="1343">
                  <c:v>64</c:v>
                </c:pt>
                <c:pt idx="1344">
                  <c:v>64</c:v>
                </c:pt>
                <c:pt idx="1345">
                  <c:v>64</c:v>
                </c:pt>
                <c:pt idx="1346">
                  <c:v>64</c:v>
                </c:pt>
                <c:pt idx="1347">
                  <c:v>64</c:v>
                </c:pt>
                <c:pt idx="1348">
                  <c:v>64</c:v>
                </c:pt>
                <c:pt idx="1349">
                  <c:v>64</c:v>
                </c:pt>
                <c:pt idx="1350">
                  <c:v>64</c:v>
                </c:pt>
                <c:pt idx="1351">
                  <c:v>64</c:v>
                </c:pt>
                <c:pt idx="1352">
                  <c:v>64</c:v>
                </c:pt>
                <c:pt idx="1353">
                  <c:v>64</c:v>
                </c:pt>
                <c:pt idx="1354">
                  <c:v>64</c:v>
                </c:pt>
                <c:pt idx="1355">
                  <c:v>64</c:v>
                </c:pt>
                <c:pt idx="1356">
                  <c:v>64</c:v>
                </c:pt>
                <c:pt idx="1357">
                  <c:v>64</c:v>
                </c:pt>
                <c:pt idx="1358">
                  <c:v>64</c:v>
                </c:pt>
                <c:pt idx="1359">
                  <c:v>64</c:v>
                </c:pt>
                <c:pt idx="1360">
                  <c:v>64</c:v>
                </c:pt>
                <c:pt idx="1361">
                  <c:v>64</c:v>
                </c:pt>
                <c:pt idx="1362">
                  <c:v>64</c:v>
                </c:pt>
                <c:pt idx="1363">
                  <c:v>64</c:v>
                </c:pt>
                <c:pt idx="1364">
                  <c:v>64</c:v>
                </c:pt>
                <c:pt idx="1365">
                  <c:v>64</c:v>
                </c:pt>
                <c:pt idx="1366">
                  <c:v>64</c:v>
                </c:pt>
                <c:pt idx="1367">
                  <c:v>64</c:v>
                </c:pt>
                <c:pt idx="1368">
                  <c:v>64</c:v>
                </c:pt>
                <c:pt idx="1369">
                  <c:v>64</c:v>
                </c:pt>
                <c:pt idx="1370">
                  <c:v>64</c:v>
                </c:pt>
                <c:pt idx="1371">
                  <c:v>64</c:v>
                </c:pt>
                <c:pt idx="1372">
                  <c:v>64</c:v>
                </c:pt>
                <c:pt idx="1373">
                  <c:v>64</c:v>
                </c:pt>
                <c:pt idx="1374">
                  <c:v>64</c:v>
                </c:pt>
                <c:pt idx="1375">
                  <c:v>64</c:v>
                </c:pt>
                <c:pt idx="1376">
                  <c:v>64</c:v>
                </c:pt>
                <c:pt idx="1377">
                  <c:v>64</c:v>
                </c:pt>
                <c:pt idx="1378">
                  <c:v>64</c:v>
                </c:pt>
                <c:pt idx="1379">
                  <c:v>64</c:v>
                </c:pt>
                <c:pt idx="1380">
                  <c:v>64</c:v>
                </c:pt>
                <c:pt idx="1381">
                  <c:v>64</c:v>
                </c:pt>
                <c:pt idx="1382">
                  <c:v>64</c:v>
                </c:pt>
                <c:pt idx="1383">
                  <c:v>64</c:v>
                </c:pt>
                <c:pt idx="1384">
                  <c:v>64</c:v>
                </c:pt>
                <c:pt idx="1385">
                  <c:v>64</c:v>
                </c:pt>
                <c:pt idx="1386">
                  <c:v>64</c:v>
                </c:pt>
                <c:pt idx="1387">
                  <c:v>64</c:v>
                </c:pt>
                <c:pt idx="1388">
                  <c:v>64</c:v>
                </c:pt>
                <c:pt idx="1389">
                  <c:v>64</c:v>
                </c:pt>
                <c:pt idx="1390">
                  <c:v>64</c:v>
                </c:pt>
                <c:pt idx="1391">
                  <c:v>64</c:v>
                </c:pt>
                <c:pt idx="1392">
                  <c:v>64</c:v>
                </c:pt>
                <c:pt idx="1393">
                  <c:v>64</c:v>
                </c:pt>
                <c:pt idx="1394">
                  <c:v>64</c:v>
                </c:pt>
                <c:pt idx="1395">
                  <c:v>64</c:v>
                </c:pt>
                <c:pt idx="1396">
                  <c:v>64</c:v>
                </c:pt>
                <c:pt idx="1397">
                  <c:v>64</c:v>
                </c:pt>
                <c:pt idx="1398">
                  <c:v>64</c:v>
                </c:pt>
                <c:pt idx="1399">
                  <c:v>64</c:v>
                </c:pt>
                <c:pt idx="1400">
                  <c:v>64</c:v>
                </c:pt>
                <c:pt idx="1401">
                  <c:v>64</c:v>
                </c:pt>
                <c:pt idx="1402">
                  <c:v>64</c:v>
                </c:pt>
                <c:pt idx="1403">
                  <c:v>64</c:v>
                </c:pt>
                <c:pt idx="1404">
                  <c:v>64</c:v>
                </c:pt>
                <c:pt idx="1405">
                  <c:v>64</c:v>
                </c:pt>
                <c:pt idx="1406">
                  <c:v>64</c:v>
                </c:pt>
                <c:pt idx="1407">
                  <c:v>64</c:v>
                </c:pt>
                <c:pt idx="1408">
                  <c:v>64</c:v>
                </c:pt>
                <c:pt idx="1409">
                  <c:v>64</c:v>
                </c:pt>
                <c:pt idx="1410">
                  <c:v>64</c:v>
                </c:pt>
                <c:pt idx="1411">
                  <c:v>64</c:v>
                </c:pt>
                <c:pt idx="1412">
                  <c:v>64</c:v>
                </c:pt>
                <c:pt idx="1413">
                  <c:v>64</c:v>
                </c:pt>
                <c:pt idx="1414">
                  <c:v>64</c:v>
                </c:pt>
                <c:pt idx="1415">
                  <c:v>64</c:v>
                </c:pt>
                <c:pt idx="1416">
                  <c:v>64</c:v>
                </c:pt>
                <c:pt idx="1417">
                  <c:v>64</c:v>
                </c:pt>
                <c:pt idx="1418">
                  <c:v>64</c:v>
                </c:pt>
                <c:pt idx="1419">
                  <c:v>64</c:v>
                </c:pt>
                <c:pt idx="1420">
                  <c:v>64</c:v>
                </c:pt>
                <c:pt idx="1421">
                  <c:v>64</c:v>
                </c:pt>
                <c:pt idx="1422">
                  <c:v>64</c:v>
                </c:pt>
                <c:pt idx="1423">
                  <c:v>64</c:v>
                </c:pt>
                <c:pt idx="1424">
                  <c:v>64</c:v>
                </c:pt>
                <c:pt idx="1425">
                  <c:v>64</c:v>
                </c:pt>
                <c:pt idx="1426">
                  <c:v>64</c:v>
                </c:pt>
                <c:pt idx="1427">
                  <c:v>64</c:v>
                </c:pt>
                <c:pt idx="1428">
                  <c:v>64</c:v>
                </c:pt>
                <c:pt idx="1429">
                  <c:v>64</c:v>
                </c:pt>
                <c:pt idx="1430">
                  <c:v>64</c:v>
                </c:pt>
                <c:pt idx="1431">
                  <c:v>64</c:v>
                </c:pt>
                <c:pt idx="1432">
                  <c:v>64</c:v>
                </c:pt>
                <c:pt idx="1433">
                  <c:v>64</c:v>
                </c:pt>
                <c:pt idx="1434">
                  <c:v>64</c:v>
                </c:pt>
                <c:pt idx="1435">
                  <c:v>64</c:v>
                </c:pt>
                <c:pt idx="1436">
                  <c:v>64</c:v>
                </c:pt>
                <c:pt idx="1437">
                  <c:v>64</c:v>
                </c:pt>
                <c:pt idx="1438">
                  <c:v>64</c:v>
                </c:pt>
                <c:pt idx="1439">
                  <c:v>64</c:v>
                </c:pt>
                <c:pt idx="1440">
                  <c:v>64</c:v>
                </c:pt>
                <c:pt idx="1441">
                  <c:v>64</c:v>
                </c:pt>
                <c:pt idx="1442">
                  <c:v>64</c:v>
                </c:pt>
                <c:pt idx="1443">
                  <c:v>64</c:v>
                </c:pt>
                <c:pt idx="1444">
                  <c:v>64</c:v>
                </c:pt>
                <c:pt idx="1445">
                  <c:v>64</c:v>
                </c:pt>
                <c:pt idx="1446">
                  <c:v>64</c:v>
                </c:pt>
                <c:pt idx="1447">
                  <c:v>64</c:v>
                </c:pt>
                <c:pt idx="1448">
                  <c:v>64</c:v>
                </c:pt>
                <c:pt idx="1449">
                  <c:v>64</c:v>
                </c:pt>
                <c:pt idx="1450">
                  <c:v>64</c:v>
                </c:pt>
                <c:pt idx="1451">
                  <c:v>64</c:v>
                </c:pt>
                <c:pt idx="1452">
                  <c:v>64</c:v>
                </c:pt>
                <c:pt idx="1453">
                  <c:v>64</c:v>
                </c:pt>
                <c:pt idx="1454">
                  <c:v>64</c:v>
                </c:pt>
                <c:pt idx="1455">
                  <c:v>64</c:v>
                </c:pt>
                <c:pt idx="1456">
                  <c:v>64</c:v>
                </c:pt>
                <c:pt idx="1457">
                  <c:v>64</c:v>
                </c:pt>
                <c:pt idx="1458">
                  <c:v>64</c:v>
                </c:pt>
                <c:pt idx="1459">
                  <c:v>64</c:v>
                </c:pt>
                <c:pt idx="1460">
                  <c:v>64</c:v>
                </c:pt>
                <c:pt idx="1461">
                  <c:v>64</c:v>
                </c:pt>
                <c:pt idx="1462">
                  <c:v>64</c:v>
                </c:pt>
                <c:pt idx="1463">
                  <c:v>64</c:v>
                </c:pt>
                <c:pt idx="1464">
                  <c:v>64</c:v>
                </c:pt>
                <c:pt idx="1465">
                  <c:v>64</c:v>
                </c:pt>
                <c:pt idx="1466">
                  <c:v>64</c:v>
                </c:pt>
                <c:pt idx="1467">
                  <c:v>64</c:v>
                </c:pt>
                <c:pt idx="1468">
                  <c:v>64</c:v>
                </c:pt>
                <c:pt idx="1469">
                  <c:v>64</c:v>
                </c:pt>
                <c:pt idx="1470">
                  <c:v>64</c:v>
                </c:pt>
                <c:pt idx="1471">
                  <c:v>64</c:v>
                </c:pt>
                <c:pt idx="1472">
                  <c:v>64</c:v>
                </c:pt>
                <c:pt idx="1473">
                  <c:v>64</c:v>
                </c:pt>
                <c:pt idx="1474">
                  <c:v>64</c:v>
                </c:pt>
                <c:pt idx="1475">
                  <c:v>64</c:v>
                </c:pt>
                <c:pt idx="1476">
                  <c:v>64</c:v>
                </c:pt>
                <c:pt idx="1477">
                  <c:v>64</c:v>
                </c:pt>
                <c:pt idx="1478">
                  <c:v>64</c:v>
                </c:pt>
                <c:pt idx="1479">
                  <c:v>64</c:v>
                </c:pt>
                <c:pt idx="1480">
                  <c:v>64</c:v>
                </c:pt>
                <c:pt idx="1481">
                  <c:v>64</c:v>
                </c:pt>
                <c:pt idx="1482">
                  <c:v>64</c:v>
                </c:pt>
                <c:pt idx="1483">
                  <c:v>64</c:v>
                </c:pt>
                <c:pt idx="1484">
                  <c:v>64</c:v>
                </c:pt>
                <c:pt idx="1485">
                  <c:v>64</c:v>
                </c:pt>
                <c:pt idx="1486">
                  <c:v>64</c:v>
                </c:pt>
                <c:pt idx="1487">
                  <c:v>64</c:v>
                </c:pt>
                <c:pt idx="1488">
                  <c:v>64</c:v>
                </c:pt>
                <c:pt idx="1489">
                  <c:v>64</c:v>
                </c:pt>
                <c:pt idx="1490">
                  <c:v>64</c:v>
                </c:pt>
                <c:pt idx="1491">
                  <c:v>64</c:v>
                </c:pt>
                <c:pt idx="1492">
                  <c:v>64</c:v>
                </c:pt>
                <c:pt idx="1493">
                  <c:v>64</c:v>
                </c:pt>
                <c:pt idx="1494">
                  <c:v>64</c:v>
                </c:pt>
                <c:pt idx="1495">
                  <c:v>64</c:v>
                </c:pt>
                <c:pt idx="1496">
                  <c:v>64</c:v>
                </c:pt>
                <c:pt idx="1497">
                  <c:v>64</c:v>
                </c:pt>
                <c:pt idx="1498">
                  <c:v>64</c:v>
                </c:pt>
                <c:pt idx="1499">
                  <c:v>64</c:v>
                </c:pt>
                <c:pt idx="1500">
                  <c:v>64</c:v>
                </c:pt>
                <c:pt idx="1501">
                  <c:v>64</c:v>
                </c:pt>
                <c:pt idx="1502">
                  <c:v>64</c:v>
                </c:pt>
                <c:pt idx="1503">
                  <c:v>64</c:v>
                </c:pt>
                <c:pt idx="1504">
                  <c:v>64</c:v>
                </c:pt>
                <c:pt idx="1505">
                  <c:v>64</c:v>
                </c:pt>
                <c:pt idx="1506">
                  <c:v>64</c:v>
                </c:pt>
                <c:pt idx="1507">
                  <c:v>64</c:v>
                </c:pt>
                <c:pt idx="1508">
                  <c:v>65</c:v>
                </c:pt>
                <c:pt idx="1509">
                  <c:v>65</c:v>
                </c:pt>
                <c:pt idx="1510">
                  <c:v>65</c:v>
                </c:pt>
                <c:pt idx="1511">
                  <c:v>65</c:v>
                </c:pt>
                <c:pt idx="1512">
                  <c:v>64</c:v>
                </c:pt>
                <c:pt idx="1513">
                  <c:v>64</c:v>
                </c:pt>
                <c:pt idx="1514">
                  <c:v>65</c:v>
                </c:pt>
                <c:pt idx="1515">
                  <c:v>65</c:v>
                </c:pt>
                <c:pt idx="1516">
                  <c:v>65</c:v>
                </c:pt>
                <c:pt idx="1517">
                  <c:v>65</c:v>
                </c:pt>
                <c:pt idx="1518">
                  <c:v>65</c:v>
                </c:pt>
                <c:pt idx="1519">
                  <c:v>65</c:v>
                </c:pt>
                <c:pt idx="1520">
                  <c:v>65</c:v>
                </c:pt>
                <c:pt idx="1521">
                  <c:v>65</c:v>
                </c:pt>
                <c:pt idx="1522">
                  <c:v>65</c:v>
                </c:pt>
                <c:pt idx="1523">
                  <c:v>65</c:v>
                </c:pt>
                <c:pt idx="1524">
                  <c:v>65</c:v>
                </c:pt>
                <c:pt idx="1525">
                  <c:v>65</c:v>
                </c:pt>
                <c:pt idx="1526">
                  <c:v>65</c:v>
                </c:pt>
                <c:pt idx="1527">
                  <c:v>65</c:v>
                </c:pt>
                <c:pt idx="1528">
                  <c:v>65</c:v>
                </c:pt>
                <c:pt idx="1529">
                  <c:v>65</c:v>
                </c:pt>
                <c:pt idx="1530">
                  <c:v>65</c:v>
                </c:pt>
                <c:pt idx="1531">
                  <c:v>65</c:v>
                </c:pt>
                <c:pt idx="1532">
                  <c:v>65</c:v>
                </c:pt>
                <c:pt idx="1533">
                  <c:v>65</c:v>
                </c:pt>
                <c:pt idx="1534">
                  <c:v>65</c:v>
                </c:pt>
                <c:pt idx="1535">
                  <c:v>65</c:v>
                </c:pt>
                <c:pt idx="1536">
                  <c:v>65</c:v>
                </c:pt>
                <c:pt idx="1537">
                  <c:v>65</c:v>
                </c:pt>
                <c:pt idx="1538">
                  <c:v>65</c:v>
                </c:pt>
                <c:pt idx="1539">
                  <c:v>65</c:v>
                </c:pt>
                <c:pt idx="1540">
                  <c:v>65</c:v>
                </c:pt>
                <c:pt idx="1541">
                  <c:v>65</c:v>
                </c:pt>
                <c:pt idx="1542">
                  <c:v>65</c:v>
                </c:pt>
                <c:pt idx="1543">
                  <c:v>65</c:v>
                </c:pt>
                <c:pt idx="1544">
                  <c:v>65</c:v>
                </c:pt>
                <c:pt idx="1545">
                  <c:v>65</c:v>
                </c:pt>
                <c:pt idx="1546">
                  <c:v>65</c:v>
                </c:pt>
                <c:pt idx="1547">
                  <c:v>65</c:v>
                </c:pt>
                <c:pt idx="1548">
                  <c:v>65</c:v>
                </c:pt>
                <c:pt idx="1549">
                  <c:v>65</c:v>
                </c:pt>
                <c:pt idx="1550">
                  <c:v>65</c:v>
                </c:pt>
                <c:pt idx="1551">
                  <c:v>65</c:v>
                </c:pt>
                <c:pt idx="1552">
                  <c:v>65</c:v>
                </c:pt>
                <c:pt idx="1553">
                  <c:v>65</c:v>
                </c:pt>
                <c:pt idx="1554">
                  <c:v>65</c:v>
                </c:pt>
                <c:pt idx="1555">
                  <c:v>65</c:v>
                </c:pt>
                <c:pt idx="1556">
                  <c:v>65</c:v>
                </c:pt>
                <c:pt idx="1557">
                  <c:v>65</c:v>
                </c:pt>
                <c:pt idx="1558">
                  <c:v>65</c:v>
                </c:pt>
                <c:pt idx="1559">
                  <c:v>65</c:v>
                </c:pt>
                <c:pt idx="1560">
                  <c:v>65</c:v>
                </c:pt>
                <c:pt idx="1561">
                  <c:v>65</c:v>
                </c:pt>
                <c:pt idx="1562">
                  <c:v>65</c:v>
                </c:pt>
                <c:pt idx="1563">
                  <c:v>65</c:v>
                </c:pt>
                <c:pt idx="1564">
                  <c:v>65</c:v>
                </c:pt>
                <c:pt idx="1565">
                  <c:v>65</c:v>
                </c:pt>
                <c:pt idx="1566">
                  <c:v>65</c:v>
                </c:pt>
                <c:pt idx="1567">
                  <c:v>65</c:v>
                </c:pt>
                <c:pt idx="1568">
                  <c:v>65</c:v>
                </c:pt>
                <c:pt idx="1569">
                  <c:v>65</c:v>
                </c:pt>
                <c:pt idx="1570">
                  <c:v>65</c:v>
                </c:pt>
                <c:pt idx="1571">
                  <c:v>65</c:v>
                </c:pt>
                <c:pt idx="1572">
                  <c:v>65</c:v>
                </c:pt>
                <c:pt idx="1573">
                  <c:v>65</c:v>
                </c:pt>
                <c:pt idx="1574">
                  <c:v>65</c:v>
                </c:pt>
                <c:pt idx="1575">
                  <c:v>65</c:v>
                </c:pt>
                <c:pt idx="1576">
                  <c:v>65</c:v>
                </c:pt>
                <c:pt idx="1577">
                  <c:v>65</c:v>
                </c:pt>
                <c:pt idx="1578">
                  <c:v>65</c:v>
                </c:pt>
                <c:pt idx="1579">
                  <c:v>65</c:v>
                </c:pt>
                <c:pt idx="1580">
                  <c:v>65</c:v>
                </c:pt>
                <c:pt idx="1581">
                  <c:v>65</c:v>
                </c:pt>
                <c:pt idx="1582">
                  <c:v>65</c:v>
                </c:pt>
                <c:pt idx="1583">
                  <c:v>65</c:v>
                </c:pt>
                <c:pt idx="1584">
                  <c:v>65</c:v>
                </c:pt>
                <c:pt idx="1585">
                  <c:v>65</c:v>
                </c:pt>
                <c:pt idx="1586">
                  <c:v>65</c:v>
                </c:pt>
                <c:pt idx="1587">
                  <c:v>65</c:v>
                </c:pt>
                <c:pt idx="1588">
                  <c:v>65</c:v>
                </c:pt>
                <c:pt idx="1589">
                  <c:v>65</c:v>
                </c:pt>
                <c:pt idx="1590">
                  <c:v>65</c:v>
                </c:pt>
                <c:pt idx="1591">
                  <c:v>65</c:v>
                </c:pt>
                <c:pt idx="1592">
                  <c:v>65</c:v>
                </c:pt>
                <c:pt idx="1593">
                  <c:v>65</c:v>
                </c:pt>
                <c:pt idx="1594">
                  <c:v>65</c:v>
                </c:pt>
                <c:pt idx="1595">
                  <c:v>65</c:v>
                </c:pt>
                <c:pt idx="1596">
                  <c:v>65</c:v>
                </c:pt>
                <c:pt idx="1597">
                  <c:v>65</c:v>
                </c:pt>
                <c:pt idx="1598">
                  <c:v>65</c:v>
                </c:pt>
                <c:pt idx="1599">
                  <c:v>65</c:v>
                </c:pt>
                <c:pt idx="1600">
                  <c:v>65</c:v>
                </c:pt>
                <c:pt idx="1601">
                  <c:v>65</c:v>
                </c:pt>
                <c:pt idx="1602">
                  <c:v>65</c:v>
                </c:pt>
                <c:pt idx="1603">
                  <c:v>65</c:v>
                </c:pt>
                <c:pt idx="1604">
                  <c:v>65</c:v>
                </c:pt>
                <c:pt idx="1605">
                  <c:v>65</c:v>
                </c:pt>
                <c:pt idx="1606">
                  <c:v>65</c:v>
                </c:pt>
                <c:pt idx="1607">
                  <c:v>65</c:v>
                </c:pt>
                <c:pt idx="1608">
                  <c:v>65</c:v>
                </c:pt>
                <c:pt idx="1609">
                  <c:v>65</c:v>
                </c:pt>
                <c:pt idx="1610">
                  <c:v>65</c:v>
                </c:pt>
                <c:pt idx="1611">
                  <c:v>65</c:v>
                </c:pt>
                <c:pt idx="1612">
                  <c:v>65</c:v>
                </c:pt>
                <c:pt idx="1613">
                  <c:v>65</c:v>
                </c:pt>
                <c:pt idx="1614">
                  <c:v>65</c:v>
                </c:pt>
                <c:pt idx="1615">
                  <c:v>65</c:v>
                </c:pt>
                <c:pt idx="1616">
                  <c:v>65</c:v>
                </c:pt>
                <c:pt idx="1617">
                  <c:v>65</c:v>
                </c:pt>
                <c:pt idx="1618">
                  <c:v>65</c:v>
                </c:pt>
                <c:pt idx="1619">
                  <c:v>65</c:v>
                </c:pt>
                <c:pt idx="1620">
                  <c:v>65</c:v>
                </c:pt>
                <c:pt idx="1621">
                  <c:v>65</c:v>
                </c:pt>
                <c:pt idx="1622">
                  <c:v>65</c:v>
                </c:pt>
                <c:pt idx="1623">
                  <c:v>65</c:v>
                </c:pt>
                <c:pt idx="1624">
                  <c:v>65</c:v>
                </c:pt>
                <c:pt idx="1625">
                  <c:v>65</c:v>
                </c:pt>
                <c:pt idx="1626">
                  <c:v>65</c:v>
                </c:pt>
                <c:pt idx="1627">
                  <c:v>65</c:v>
                </c:pt>
                <c:pt idx="1628">
                  <c:v>65</c:v>
                </c:pt>
                <c:pt idx="1629">
                  <c:v>65</c:v>
                </c:pt>
                <c:pt idx="1630">
                  <c:v>65</c:v>
                </c:pt>
                <c:pt idx="1631">
                  <c:v>66</c:v>
                </c:pt>
                <c:pt idx="1632">
                  <c:v>65</c:v>
                </c:pt>
                <c:pt idx="1633">
                  <c:v>65</c:v>
                </c:pt>
                <c:pt idx="1634">
                  <c:v>66</c:v>
                </c:pt>
                <c:pt idx="1635">
                  <c:v>66</c:v>
                </c:pt>
                <c:pt idx="1636">
                  <c:v>66</c:v>
                </c:pt>
                <c:pt idx="1637">
                  <c:v>66</c:v>
                </c:pt>
                <c:pt idx="1638">
                  <c:v>66</c:v>
                </c:pt>
                <c:pt idx="1639">
                  <c:v>66</c:v>
                </c:pt>
                <c:pt idx="1640">
                  <c:v>66</c:v>
                </c:pt>
                <c:pt idx="1641">
                  <c:v>66</c:v>
                </c:pt>
                <c:pt idx="1642">
                  <c:v>66</c:v>
                </c:pt>
                <c:pt idx="1643">
                  <c:v>66</c:v>
                </c:pt>
                <c:pt idx="1644">
                  <c:v>66</c:v>
                </c:pt>
                <c:pt idx="1645">
                  <c:v>66</c:v>
                </c:pt>
                <c:pt idx="1646">
                  <c:v>66</c:v>
                </c:pt>
                <c:pt idx="1647">
                  <c:v>66</c:v>
                </c:pt>
                <c:pt idx="1648">
                  <c:v>66</c:v>
                </c:pt>
                <c:pt idx="1649">
                  <c:v>66</c:v>
                </c:pt>
                <c:pt idx="1650">
                  <c:v>66</c:v>
                </c:pt>
                <c:pt idx="1651">
                  <c:v>65</c:v>
                </c:pt>
                <c:pt idx="1652">
                  <c:v>66</c:v>
                </c:pt>
                <c:pt idx="1653">
                  <c:v>66</c:v>
                </c:pt>
                <c:pt idx="1654">
                  <c:v>66</c:v>
                </c:pt>
                <c:pt idx="1655">
                  <c:v>66</c:v>
                </c:pt>
                <c:pt idx="1656">
                  <c:v>66</c:v>
                </c:pt>
                <c:pt idx="1657">
                  <c:v>66</c:v>
                </c:pt>
                <c:pt idx="1658">
                  <c:v>66</c:v>
                </c:pt>
                <c:pt idx="1659">
                  <c:v>66</c:v>
                </c:pt>
                <c:pt idx="1660">
                  <c:v>65</c:v>
                </c:pt>
                <c:pt idx="1661">
                  <c:v>66</c:v>
                </c:pt>
                <c:pt idx="1662">
                  <c:v>66</c:v>
                </c:pt>
                <c:pt idx="1663">
                  <c:v>65</c:v>
                </c:pt>
                <c:pt idx="1664">
                  <c:v>66</c:v>
                </c:pt>
                <c:pt idx="1665">
                  <c:v>65</c:v>
                </c:pt>
                <c:pt idx="1666">
                  <c:v>66</c:v>
                </c:pt>
                <c:pt idx="1667">
                  <c:v>65</c:v>
                </c:pt>
                <c:pt idx="1668">
                  <c:v>65</c:v>
                </c:pt>
                <c:pt idx="1669">
                  <c:v>66</c:v>
                </c:pt>
                <c:pt idx="1670">
                  <c:v>66</c:v>
                </c:pt>
                <c:pt idx="1671">
                  <c:v>66</c:v>
                </c:pt>
                <c:pt idx="1672">
                  <c:v>66</c:v>
                </c:pt>
                <c:pt idx="1673">
                  <c:v>66</c:v>
                </c:pt>
                <c:pt idx="1674">
                  <c:v>66</c:v>
                </c:pt>
                <c:pt idx="1675">
                  <c:v>65</c:v>
                </c:pt>
                <c:pt idx="1676">
                  <c:v>65</c:v>
                </c:pt>
                <c:pt idx="1677">
                  <c:v>65</c:v>
                </c:pt>
                <c:pt idx="1678">
                  <c:v>66</c:v>
                </c:pt>
                <c:pt idx="1679">
                  <c:v>65</c:v>
                </c:pt>
                <c:pt idx="1680">
                  <c:v>65</c:v>
                </c:pt>
                <c:pt idx="1681">
                  <c:v>65</c:v>
                </c:pt>
                <c:pt idx="1682">
                  <c:v>65</c:v>
                </c:pt>
                <c:pt idx="1683">
                  <c:v>65</c:v>
                </c:pt>
                <c:pt idx="1684">
                  <c:v>65</c:v>
                </c:pt>
                <c:pt idx="1685">
                  <c:v>65</c:v>
                </c:pt>
                <c:pt idx="1686">
                  <c:v>65</c:v>
                </c:pt>
                <c:pt idx="1687">
                  <c:v>65</c:v>
                </c:pt>
                <c:pt idx="1688">
                  <c:v>65</c:v>
                </c:pt>
                <c:pt idx="1689">
                  <c:v>65</c:v>
                </c:pt>
                <c:pt idx="1690">
                  <c:v>65</c:v>
                </c:pt>
                <c:pt idx="1691">
                  <c:v>65</c:v>
                </c:pt>
                <c:pt idx="1692">
                  <c:v>65</c:v>
                </c:pt>
                <c:pt idx="1693">
                  <c:v>65</c:v>
                </c:pt>
                <c:pt idx="1694">
                  <c:v>65</c:v>
                </c:pt>
                <c:pt idx="1695">
                  <c:v>65</c:v>
                </c:pt>
                <c:pt idx="1696">
                  <c:v>65</c:v>
                </c:pt>
                <c:pt idx="1697">
                  <c:v>65</c:v>
                </c:pt>
                <c:pt idx="1698">
                  <c:v>65</c:v>
                </c:pt>
                <c:pt idx="1699">
                  <c:v>65</c:v>
                </c:pt>
                <c:pt idx="1700">
                  <c:v>65</c:v>
                </c:pt>
                <c:pt idx="1701">
                  <c:v>65</c:v>
                </c:pt>
                <c:pt idx="1702">
                  <c:v>65</c:v>
                </c:pt>
                <c:pt idx="1703">
                  <c:v>65</c:v>
                </c:pt>
                <c:pt idx="1704">
                  <c:v>65</c:v>
                </c:pt>
                <c:pt idx="1705">
                  <c:v>65</c:v>
                </c:pt>
                <c:pt idx="1706">
                  <c:v>65</c:v>
                </c:pt>
                <c:pt idx="1707">
                  <c:v>65</c:v>
                </c:pt>
                <c:pt idx="1708">
                  <c:v>65</c:v>
                </c:pt>
                <c:pt idx="1709">
                  <c:v>65</c:v>
                </c:pt>
                <c:pt idx="1710">
                  <c:v>65</c:v>
                </c:pt>
                <c:pt idx="1711">
                  <c:v>65</c:v>
                </c:pt>
                <c:pt idx="1712">
                  <c:v>65</c:v>
                </c:pt>
                <c:pt idx="1713">
                  <c:v>65</c:v>
                </c:pt>
                <c:pt idx="1714">
                  <c:v>65</c:v>
                </c:pt>
                <c:pt idx="1715">
                  <c:v>65</c:v>
                </c:pt>
                <c:pt idx="1716">
                  <c:v>65</c:v>
                </c:pt>
                <c:pt idx="1717">
                  <c:v>65</c:v>
                </c:pt>
                <c:pt idx="1718">
                  <c:v>65</c:v>
                </c:pt>
                <c:pt idx="1719">
                  <c:v>65</c:v>
                </c:pt>
                <c:pt idx="1720">
                  <c:v>65</c:v>
                </c:pt>
                <c:pt idx="1721">
                  <c:v>65</c:v>
                </c:pt>
                <c:pt idx="1722">
                  <c:v>65</c:v>
                </c:pt>
                <c:pt idx="1723">
                  <c:v>65</c:v>
                </c:pt>
                <c:pt idx="1724">
                  <c:v>65</c:v>
                </c:pt>
                <c:pt idx="1725">
                  <c:v>65</c:v>
                </c:pt>
                <c:pt idx="1726">
                  <c:v>65</c:v>
                </c:pt>
                <c:pt idx="1727">
                  <c:v>65</c:v>
                </c:pt>
                <c:pt idx="1728">
                  <c:v>65</c:v>
                </c:pt>
                <c:pt idx="1729">
                  <c:v>65</c:v>
                </c:pt>
                <c:pt idx="1730">
                  <c:v>65</c:v>
                </c:pt>
                <c:pt idx="1731">
                  <c:v>65</c:v>
                </c:pt>
                <c:pt idx="1732">
                  <c:v>65</c:v>
                </c:pt>
                <c:pt idx="1733">
                  <c:v>65</c:v>
                </c:pt>
                <c:pt idx="1734">
                  <c:v>65</c:v>
                </c:pt>
                <c:pt idx="1735">
                  <c:v>65</c:v>
                </c:pt>
                <c:pt idx="1736">
                  <c:v>65</c:v>
                </c:pt>
                <c:pt idx="1737">
                  <c:v>65</c:v>
                </c:pt>
                <c:pt idx="1738">
                  <c:v>65</c:v>
                </c:pt>
                <c:pt idx="1739">
                  <c:v>65</c:v>
                </c:pt>
                <c:pt idx="1740">
                  <c:v>65</c:v>
                </c:pt>
                <c:pt idx="1741">
                  <c:v>65</c:v>
                </c:pt>
                <c:pt idx="1742">
                  <c:v>65</c:v>
                </c:pt>
                <c:pt idx="1743">
                  <c:v>65</c:v>
                </c:pt>
                <c:pt idx="1744">
                  <c:v>65</c:v>
                </c:pt>
                <c:pt idx="1745">
                  <c:v>65</c:v>
                </c:pt>
                <c:pt idx="1746">
                  <c:v>65</c:v>
                </c:pt>
                <c:pt idx="1747">
                  <c:v>65</c:v>
                </c:pt>
                <c:pt idx="1748">
                  <c:v>65</c:v>
                </c:pt>
                <c:pt idx="1749">
                  <c:v>65</c:v>
                </c:pt>
                <c:pt idx="1750">
                  <c:v>65</c:v>
                </c:pt>
                <c:pt idx="1751">
                  <c:v>65</c:v>
                </c:pt>
                <c:pt idx="1752">
                  <c:v>65</c:v>
                </c:pt>
                <c:pt idx="1753">
                  <c:v>65</c:v>
                </c:pt>
                <c:pt idx="1754">
                  <c:v>65</c:v>
                </c:pt>
                <c:pt idx="1755">
                  <c:v>65</c:v>
                </c:pt>
                <c:pt idx="1756">
                  <c:v>65</c:v>
                </c:pt>
                <c:pt idx="1757">
                  <c:v>65</c:v>
                </c:pt>
                <c:pt idx="1758">
                  <c:v>65</c:v>
                </c:pt>
                <c:pt idx="1759">
                  <c:v>65</c:v>
                </c:pt>
                <c:pt idx="1760">
                  <c:v>65</c:v>
                </c:pt>
                <c:pt idx="1761">
                  <c:v>65</c:v>
                </c:pt>
                <c:pt idx="1762">
                  <c:v>65</c:v>
                </c:pt>
                <c:pt idx="1763">
                  <c:v>65</c:v>
                </c:pt>
                <c:pt idx="1764">
                  <c:v>65</c:v>
                </c:pt>
                <c:pt idx="1765">
                  <c:v>65</c:v>
                </c:pt>
                <c:pt idx="1766">
                  <c:v>65</c:v>
                </c:pt>
                <c:pt idx="1767">
                  <c:v>65</c:v>
                </c:pt>
                <c:pt idx="1768">
                  <c:v>65</c:v>
                </c:pt>
                <c:pt idx="1769">
                  <c:v>65</c:v>
                </c:pt>
                <c:pt idx="1770">
                  <c:v>65</c:v>
                </c:pt>
                <c:pt idx="1771">
                  <c:v>65</c:v>
                </c:pt>
                <c:pt idx="1772">
                  <c:v>65</c:v>
                </c:pt>
                <c:pt idx="1773">
                  <c:v>65</c:v>
                </c:pt>
                <c:pt idx="1774">
                  <c:v>65</c:v>
                </c:pt>
                <c:pt idx="1775">
                  <c:v>65</c:v>
                </c:pt>
                <c:pt idx="1776">
                  <c:v>65</c:v>
                </c:pt>
                <c:pt idx="1777">
                  <c:v>65</c:v>
                </c:pt>
                <c:pt idx="1778">
                  <c:v>65</c:v>
                </c:pt>
                <c:pt idx="1779">
                  <c:v>65</c:v>
                </c:pt>
                <c:pt idx="1780">
                  <c:v>65</c:v>
                </c:pt>
                <c:pt idx="1781">
                  <c:v>65</c:v>
                </c:pt>
                <c:pt idx="1782">
                  <c:v>65</c:v>
                </c:pt>
                <c:pt idx="1783">
                  <c:v>65</c:v>
                </c:pt>
                <c:pt idx="1784">
                  <c:v>65</c:v>
                </c:pt>
                <c:pt idx="1785">
                  <c:v>65</c:v>
                </c:pt>
                <c:pt idx="1786">
                  <c:v>65</c:v>
                </c:pt>
                <c:pt idx="1787">
                  <c:v>65</c:v>
                </c:pt>
                <c:pt idx="1788">
                  <c:v>65</c:v>
                </c:pt>
                <c:pt idx="1789">
                  <c:v>65</c:v>
                </c:pt>
                <c:pt idx="1790">
                  <c:v>65</c:v>
                </c:pt>
                <c:pt idx="1791">
                  <c:v>65</c:v>
                </c:pt>
                <c:pt idx="1792">
                  <c:v>65</c:v>
                </c:pt>
                <c:pt idx="1793">
                  <c:v>65</c:v>
                </c:pt>
                <c:pt idx="1794">
                  <c:v>64</c:v>
                </c:pt>
                <c:pt idx="1795">
                  <c:v>64</c:v>
                </c:pt>
                <c:pt idx="1796">
                  <c:v>64</c:v>
                </c:pt>
                <c:pt idx="1797">
                  <c:v>64</c:v>
                </c:pt>
                <c:pt idx="1798">
                  <c:v>65</c:v>
                </c:pt>
                <c:pt idx="1799">
                  <c:v>64</c:v>
                </c:pt>
                <c:pt idx="1800">
                  <c:v>64</c:v>
                </c:pt>
                <c:pt idx="1801">
                  <c:v>64</c:v>
                </c:pt>
                <c:pt idx="1802">
                  <c:v>64</c:v>
                </c:pt>
                <c:pt idx="1803">
                  <c:v>64</c:v>
                </c:pt>
                <c:pt idx="1804">
                  <c:v>64</c:v>
                </c:pt>
                <c:pt idx="1805">
                  <c:v>64</c:v>
                </c:pt>
                <c:pt idx="1806">
                  <c:v>64</c:v>
                </c:pt>
                <c:pt idx="1807">
                  <c:v>64</c:v>
                </c:pt>
                <c:pt idx="1808">
                  <c:v>64</c:v>
                </c:pt>
                <c:pt idx="1809">
                  <c:v>64</c:v>
                </c:pt>
                <c:pt idx="1810">
                  <c:v>64</c:v>
                </c:pt>
                <c:pt idx="1811">
                  <c:v>64</c:v>
                </c:pt>
                <c:pt idx="1812">
                  <c:v>64</c:v>
                </c:pt>
                <c:pt idx="1813">
                  <c:v>64</c:v>
                </c:pt>
                <c:pt idx="1814">
                  <c:v>64</c:v>
                </c:pt>
                <c:pt idx="1815">
                  <c:v>64</c:v>
                </c:pt>
                <c:pt idx="1816">
                  <c:v>64</c:v>
                </c:pt>
                <c:pt idx="1817">
                  <c:v>64</c:v>
                </c:pt>
                <c:pt idx="1818">
                  <c:v>64</c:v>
                </c:pt>
                <c:pt idx="1819">
                  <c:v>64</c:v>
                </c:pt>
                <c:pt idx="1820">
                  <c:v>64</c:v>
                </c:pt>
                <c:pt idx="1821">
                  <c:v>64</c:v>
                </c:pt>
                <c:pt idx="1822">
                  <c:v>64</c:v>
                </c:pt>
                <c:pt idx="1823">
                  <c:v>64</c:v>
                </c:pt>
                <c:pt idx="1824">
                  <c:v>64</c:v>
                </c:pt>
                <c:pt idx="1825">
                  <c:v>64</c:v>
                </c:pt>
                <c:pt idx="1826">
                  <c:v>64</c:v>
                </c:pt>
                <c:pt idx="1827">
                  <c:v>64</c:v>
                </c:pt>
                <c:pt idx="1828">
                  <c:v>64</c:v>
                </c:pt>
                <c:pt idx="1829">
                  <c:v>64</c:v>
                </c:pt>
                <c:pt idx="1830">
                  <c:v>64</c:v>
                </c:pt>
                <c:pt idx="1831">
                  <c:v>64</c:v>
                </c:pt>
                <c:pt idx="1832">
                  <c:v>64</c:v>
                </c:pt>
                <c:pt idx="1833">
                  <c:v>64</c:v>
                </c:pt>
                <c:pt idx="1834">
                  <c:v>64</c:v>
                </c:pt>
                <c:pt idx="1835">
                  <c:v>64</c:v>
                </c:pt>
                <c:pt idx="1836">
                  <c:v>64</c:v>
                </c:pt>
                <c:pt idx="1837">
                  <c:v>64</c:v>
                </c:pt>
                <c:pt idx="1838">
                  <c:v>64</c:v>
                </c:pt>
                <c:pt idx="1839">
                  <c:v>64</c:v>
                </c:pt>
                <c:pt idx="1840">
                  <c:v>64</c:v>
                </c:pt>
                <c:pt idx="1841">
                  <c:v>64</c:v>
                </c:pt>
                <c:pt idx="1842">
                  <c:v>64</c:v>
                </c:pt>
                <c:pt idx="1843">
                  <c:v>64</c:v>
                </c:pt>
                <c:pt idx="1844">
                  <c:v>64</c:v>
                </c:pt>
                <c:pt idx="1845">
                  <c:v>64</c:v>
                </c:pt>
                <c:pt idx="1846">
                  <c:v>64</c:v>
                </c:pt>
                <c:pt idx="1847">
                  <c:v>64</c:v>
                </c:pt>
                <c:pt idx="1848">
                  <c:v>64</c:v>
                </c:pt>
                <c:pt idx="1849">
                  <c:v>64</c:v>
                </c:pt>
                <c:pt idx="1850">
                  <c:v>64</c:v>
                </c:pt>
                <c:pt idx="1851">
                  <c:v>64</c:v>
                </c:pt>
                <c:pt idx="1852">
                  <c:v>64</c:v>
                </c:pt>
                <c:pt idx="1853">
                  <c:v>64</c:v>
                </c:pt>
                <c:pt idx="1854">
                  <c:v>64</c:v>
                </c:pt>
                <c:pt idx="1855">
                  <c:v>64</c:v>
                </c:pt>
                <c:pt idx="1856">
                  <c:v>64</c:v>
                </c:pt>
                <c:pt idx="1857">
                  <c:v>64</c:v>
                </c:pt>
                <c:pt idx="1858">
                  <c:v>64</c:v>
                </c:pt>
                <c:pt idx="1859">
                  <c:v>64</c:v>
                </c:pt>
                <c:pt idx="1860">
                  <c:v>64</c:v>
                </c:pt>
                <c:pt idx="1861">
                  <c:v>64</c:v>
                </c:pt>
                <c:pt idx="1862">
                  <c:v>64</c:v>
                </c:pt>
                <c:pt idx="1863">
                  <c:v>64</c:v>
                </c:pt>
                <c:pt idx="1864">
                  <c:v>64</c:v>
                </c:pt>
                <c:pt idx="1865">
                  <c:v>64</c:v>
                </c:pt>
                <c:pt idx="1866">
                  <c:v>64</c:v>
                </c:pt>
                <c:pt idx="1867">
                  <c:v>64</c:v>
                </c:pt>
                <c:pt idx="1868">
                  <c:v>64</c:v>
                </c:pt>
                <c:pt idx="1869">
                  <c:v>64</c:v>
                </c:pt>
                <c:pt idx="1870">
                  <c:v>64</c:v>
                </c:pt>
                <c:pt idx="1871">
                  <c:v>64</c:v>
                </c:pt>
                <c:pt idx="1872">
                  <c:v>64</c:v>
                </c:pt>
                <c:pt idx="1873">
                  <c:v>64</c:v>
                </c:pt>
                <c:pt idx="1874">
                  <c:v>64</c:v>
                </c:pt>
                <c:pt idx="1875">
                  <c:v>64</c:v>
                </c:pt>
                <c:pt idx="1876">
                  <c:v>64</c:v>
                </c:pt>
                <c:pt idx="1877">
                  <c:v>64</c:v>
                </c:pt>
                <c:pt idx="1878">
                  <c:v>64</c:v>
                </c:pt>
                <c:pt idx="1879">
                  <c:v>64</c:v>
                </c:pt>
                <c:pt idx="1880">
                  <c:v>64</c:v>
                </c:pt>
                <c:pt idx="1881">
                  <c:v>64</c:v>
                </c:pt>
                <c:pt idx="1882">
                  <c:v>64</c:v>
                </c:pt>
                <c:pt idx="1883">
                  <c:v>64</c:v>
                </c:pt>
                <c:pt idx="1884">
                  <c:v>64</c:v>
                </c:pt>
                <c:pt idx="1885">
                  <c:v>64</c:v>
                </c:pt>
                <c:pt idx="1886">
                  <c:v>64</c:v>
                </c:pt>
                <c:pt idx="1887">
                  <c:v>64</c:v>
                </c:pt>
                <c:pt idx="1888">
                  <c:v>64</c:v>
                </c:pt>
                <c:pt idx="1889">
                  <c:v>64</c:v>
                </c:pt>
                <c:pt idx="1890">
                  <c:v>64</c:v>
                </c:pt>
                <c:pt idx="1891">
                  <c:v>64</c:v>
                </c:pt>
                <c:pt idx="1892">
                  <c:v>64</c:v>
                </c:pt>
                <c:pt idx="1893">
                  <c:v>64</c:v>
                </c:pt>
                <c:pt idx="1894">
                  <c:v>64</c:v>
                </c:pt>
                <c:pt idx="1895">
                  <c:v>64</c:v>
                </c:pt>
                <c:pt idx="1896">
                  <c:v>64</c:v>
                </c:pt>
                <c:pt idx="1897">
                  <c:v>64</c:v>
                </c:pt>
                <c:pt idx="1898">
                  <c:v>64</c:v>
                </c:pt>
                <c:pt idx="1899">
                  <c:v>64</c:v>
                </c:pt>
                <c:pt idx="1900">
                  <c:v>64</c:v>
                </c:pt>
                <c:pt idx="1901">
                  <c:v>64</c:v>
                </c:pt>
                <c:pt idx="1902">
                  <c:v>64</c:v>
                </c:pt>
                <c:pt idx="1903">
                  <c:v>64</c:v>
                </c:pt>
                <c:pt idx="1904">
                  <c:v>64</c:v>
                </c:pt>
                <c:pt idx="1905">
                  <c:v>64</c:v>
                </c:pt>
                <c:pt idx="1906">
                  <c:v>64</c:v>
                </c:pt>
                <c:pt idx="1907">
                  <c:v>64</c:v>
                </c:pt>
                <c:pt idx="1908">
                  <c:v>64</c:v>
                </c:pt>
                <c:pt idx="1909">
                  <c:v>64</c:v>
                </c:pt>
                <c:pt idx="1910">
                  <c:v>64</c:v>
                </c:pt>
                <c:pt idx="1911">
                  <c:v>64</c:v>
                </c:pt>
                <c:pt idx="1912">
                  <c:v>64</c:v>
                </c:pt>
                <c:pt idx="1913">
                  <c:v>64</c:v>
                </c:pt>
                <c:pt idx="1914">
                  <c:v>64</c:v>
                </c:pt>
                <c:pt idx="1915">
                  <c:v>64</c:v>
                </c:pt>
                <c:pt idx="1916">
                  <c:v>64</c:v>
                </c:pt>
                <c:pt idx="1917">
                  <c:v>64</c:v>
                </c:pt>
                <c:pt idx="1918">
                  <c:v>64</c:v>
                </c:pt>
                <c:pt idx="1919">
                  <c:v>64</c:v>
                </c:pt>
                <c:pt idx="1920">
                  <c:v>64</c:v>
                </c:pt>
                <c:pt idx="1921">
                  <c:v>64</c:v>
                </c:pt>
                <c:pt idx="1922">
                  <c:v>64</c:v>
                </c:pt>
                <c:pt idx="1923">
                  <c:v>64</c:v>
                </c:pt>
                <c:pt idx="1924">
                  <c:v>64</c:v>
                </c:pt>
                <c:pt idx="1925">
                  <c:v>64</c:v>
                </c:pt>
                <c:pt idx="1926">
                  <c:v>64</c:v>
                </c:pt>
                <c:pt idx="1927">
                  <c:v>64</c:v>
                </c:pt>
                <c:pt idx="1928">
                  <c:v>64</c:v>
                </c:pt>
                <c:pt idx="1929">
                  <c:v>64</c:v>
                </c:pt>
                <c:pt idx="1930">
                  <c:v>64</c:v>
                </c:pt>
                <c:pt idx="1931">
                  <c:v>64</c:v>
                </c:pt>
                <c:pt idx="1932">
                  <c:v>64</c:v>
                </c:pt>
                <c:pt idx="1933">
                  <c:v>64</c:v>
                </c:pt>
                <c:pt idx="1934">
                  <c:v>64</c:v>
                </c:pt>
                <c:pt idx="1935">
                  <c:v>64</c:v>
                </c:pt>
                <c:pt idx="1936">
                  <c:v>64</c:v>
                </c:pt>
                <c:pt idx="1937">
                  <c:v>64</c:v>
                </c:pt>
                <c:pt idx="1938">
                  <c:v>64</c:v>
                </c:pt>
                <c:pt idx="1939">
                  <c:v>64</c:v>
                </c:pt>
                <c:pt idx="1940">
                  <c:v>64</c:v>
                </c:pt>
                <c:pt idx="1941">
                  <c:v>64</c:v>
                </c:pt>
                <c:pt idx="1942">
                  <c:v>64</c:v>
                </c:pt>
                <c:pt idx="1943">
                  <c:v>64</c:v>
                </c:pt>
                <c:pt idx="1944">
                  <c:v>64</c:v>
                </c:pt>
                <c:pt idx="1945">
                  <c:v>64</c:v>
                </c:pt>
                <c:pt idx="1946">
                  <c:v>64</c:v>
                </c:pt>
                <c:pt idx="1947">
                  <c:v>64</c:v>
                </c:pt>
                <c:pt idx="1948">
                  <c:v>64</c:v>
                </c:pt>
                <c:pt idx="1949">
                  <c:v>64</c:v>
                </c:pt>
                <c:pt idx="1950">
                  <c:v>64</c:v>
                </c:pt>
                <c:pt idx="1951">
                  <c:v>64</c:v>
                </c:pt>
                <c:pt idx="1952">
                  <c:v>64</c:v>
                </c:pt>
                <c:pt idx="1953">
                  <c:v>64</c:v>
                </c:pt>
                <c:pt idx="1954">
                  <c:v>64</c:v>
                </c:pt>
                <c:pt idx="1955">
                  <c:v>64</c:v>
                </c:pt>
                <c:pt idx="1956">
                  <c:v>64</c:v>
                </c:pt>
                <c:pt idx="1957">
                  <c:v>64</c:v>
                </c:pt>
                <c:pt idx="1958">
                  <c:v>64</c:v>
                </c:pt>
                <c:pt idx="1959">
                  <c:v>64</c:v>
                </c:pt>
                <c:pt idx="1960">
                  <c:v>64</c:v>
                </c:pt>
                <c:pt idx="1961">
                  <c:v>64</c:v>
                </c:pt>
                <c:pt idx="1962">
                  <c:v>64</c:v>
                </c:pt>
                <c:pt idx="1963">
                  <c:v>64</c:v>
                </c:pt>
                <c:pt idx="1964">
                  <c:v>64</c:v>
                </c:pt>
                <c:pt idx="1965">
                  <c:v>64</c:v>
                </c:pt>
                <c:pt idx="1966">
                  <c:v>64</c:v>
                </c:pt>
                <c:pt idx="1967">
                  <c:v>64</c:v>
                </c:pt>
                <c:pt idx="1968">
                  <c:v>64</c:v>
                </c:pt>
                <c:pt idx="1969">
                  <c:v>64</c:v>
                </c:pt>
                <c:pt idx="1970">
                  <c:v>64</c:v>
                </c:pt>
                <c:pt idx="1971">
                  <c:v>64</c:v>
                </c:pt>
                <c:pt idx="1972">
                  <c:v>64</c:v>
                </c:pt>
                <c:pt idx="1973">
                  <c:v>64</c:v>
                </c:pt>
                <c:pt idx="1974">
                  <c:v>64</c:v>
                </c:pt>
                <c:pt idx="1975">
                  <c:v>64</c:v>
                </c:pt>
                <c:pt idx="1976">
                  <c:v>64</c:v>
                </c:pt>
                <c:pt idx="1977">
                  <c:v>64</c:v>
                </c:pt>
                <c:pt idx="1978">
                  <c:v>64</c:v>
                </c:pt>
                <c:pt idx="1979">
                  <c:v>64</c:v>
                </c:pt>
                <c:pt idx="1980">
                  <c:v>64</c:v>
                </c:pt>
                <c:pt idx="1981">
                  <c:v>64</c:v>
                </c:pt>
                <c:pt idx="1982">
                  <c:v>64</c:v>
                </c:pt>
                <c:pt idx="1983">
                  <c:v>64</c:v>
                </c:pt>
                <c:pt idx="1984">
                  <c:v>64</c:v>
                </c:pt>
                <c:pt idx="1985">
                  <c:v>64</c:v>
                </c:pt>
                <c:pt idx="1986">
                  <c:v>64</c:v>
                </c:pt>
                <c:pt idx="1987">
                  <c:v>64</c:v>
                </c:pt>
                <c:pt idx="1988">
                  <c:v>64</c:v>
                </c:pt>
                <c:pt idx="1989">
                  <c:v>64</c:v>
                </c:pt>
                <c:pt idx="1990">
                  <c:v>64</c:v>
                </c:pt>
                <c:pt idx="1991">
                  <c:v>64</c:v>
                </c:pt>
                <c:pt idx="1992">
                  <c:v>64</c:v>
                </c:pt>
                <c:pt idx="1993">
                  <c:v>64</c:v>
                </c:pt>
                <c:pt idx="1994">
                  <c:v>64</c:v>
                </c:pt>
                <c:pt idx="1995">
                  <c:v>64</c:v>
                </c:pt>
                <c:pt idx="1996">
                  <c:v>64</c:v>
                </c:pt>
                <c:pt idx="1997">
                  <c:v>64</c:v>
                </c:pt>
                <c:pt idx="1998">
                  <c:v>64</c:v>
                </c:pt>
                <c:pt idx="1999">
                  <c:v>64</c:v>
                </c:pt>
                <c:pt idx="2000">
                  <c:v>64</c:v>
                </c:pt>
                <c:pt idx="2001">
                  <c:v>64</c:v>
                </c:pt>
                <c:pt idx="2002">
                  <c:v>64</c:v>
                </c:pt>
                <c:pt idx="2003">
                  <c:v>64</c:v>
                </c:pt>
                <c:pt idx="2004">
                  <c:v>64</c:v>
                </c:pt>
                <c:pt idx="2005">
                  <c:v>64</c:v>
                </c:pt>
                <c:pt idx="2006">
                  <c:v>64</c:v>
                </c:pt>
                <c:pt idx="2007">
                  <c:v>64</c:v>
                </c:pt>
                <c:pt idx="2008">
                  <c:v>64</c:v>
                </c:pt>
                <c:pt idx="2009">
                  <c:v>64</c:v>
                </c:pt>
                <c:pt idx="2010">
                  <c:v>64</c:v>
                </c:pt>
                <c:pt idx="2011">
                  <c:v>64</c:v>
                </c:pt>
                <c:pt idx="2012">
                  <c:v>64</c:v>
                </c:pt>
                <c:pt idx="2013">
                  <c:v>64</c:v>
                </c:pt>
                <c:pt idx="2014">
                  <c:v>64</c:v>
                </c:pt>
                <c:pt idx="2015">
                  <c:v>64</c:v>
                </c:pt>
                <c:pt idx="2016">
                  <c:v>64</c:v>
                </c:pt>
                <c:pt idx="2017">
                  <c:v>64</c:v>
                </c:pt>
                <c:pt idx="2018">
                  <c:v>64</c:v>
                </c:pt>
                <c:pt idx="2019">
                  <c:v>64</c:v>
                </c:pt>
                <c:pt idx="2020">
                  <c:v>64</c:v>
                </c:pt>
                <c:pt idx="2021">
                  <c:v>64</c:v>
                </c:pt>
                <c:pt idx="2022">
                  <c:v>64</c:v>
                </c:pt>
                <c:pt idx="2023">
                  <c:v>64</c:v>
                </c:pt>
                <c:pt idx="2024">
                  <c:v>64</c:v>
                </c:pt>
                <c:pt idx="2025">
                  <c:v>64</c:v>
                </c:pt>
                <c:pt idx="2026">
                  <c:v>64</c:v>
                </c:pt>
                <c:pt idx="2027">
                  <c:v>64</c:v>
                </c:pt>
                <c:pt idx="2028">
                  <c:v>64</c:v>
                </c:pt>
                <c:pt idx="2029">
                  <c:v>64</c:v>
                </c:pt>
                <c:pt idx="2030">
                  <c:v>64</c:v>
                </c:pt>
                <c:pt idx="2031">
                  <c:v>64</c:v>
                </c:pt>
                <c:pt idx="2032">
                  <c:v>64</c:v>
                </c:pt>
                <c:pt idx="2033">
                  <c:v>64</c:v>
                </c:pt>
                <c:pt idx="2034">
                  <c:v>64</c:v>
                </c:pt>
                <c:pt idx="2035">
                  <c:v>64</c:v>
                </c:pt>
                <c:pt idx="2036">
                  <c:v>64</c:v>
                </c:pt>
                <c:pt idx="2037">
                  <c:v>64</c:v>
                </c:pt>
                <c:pt idx="2038">
                  <c:v>64</c:v>
                </c:pt>
                <c:pt idx="2039">
                  <c:v>64</c:v>
                </c:pt>
                <c:pt idx="2040">
                  <c:v>64</c:v>
                </c:pt>
                <c:pt idx="2041">
                  <c:v>64</c:v>
                </c:pt>
                <c:pt idx="2042">
                  <c:v>64</c:v>
                </c:pt>
                <c:pt idx="2043">
                  <c:v>64</c:v>
                </c:pt>
                <c:pt idx="2044">
                  <c:v>64</c:v>
                </c:pt>
                <c:pt idx="2045">
                  <c:v>64</c:v>
                </c:pt>
                <c:pt idx="2046">
                  <c:v>64</c:v>
                </c:pt>
                <c:pt idx="2047">
                  <c:v>64</c:v>
                </c:pt>
                <c:pt idx="2048">
                  <c:v>64</c:v>
                </c:pt>
                <c:pt idx="2049">
                  <c:v>64</c:v>
                </c:pt>
                <c:pt idx="2050">
                  <c:v>64</c:v>
                </c:pt>
                <c:pt idx="2051">
                  <c:v>64</c:v>
                </c:pt>
                <c:pt idx="2052">
                  <c:v>64</c:v>
                </c:pt>
                <c:pt idx="2053">
                  <c:v>64</c:v>
                </c:pt>
                <c:pt idx="2054">
                  <c:v>64</c:v>
                </c:pt>
                <c:pt idx="2055">
                  <c:v>64</c:v>
                </c:pt>
                <c:pt idx="2056">
                  <c:v>64</c:v>
                </c:pt>
                <c:pt idx="2057">
                  <c:v>64</c:v>
                </c:pt>
                <c:pt idx="2058">
                  <c:v>64</c:v>
                </c:pt>
                <c:pt idx="2059">
                  <c:v>65</c:v>
                </c:pt>
                <c:pt idx="2060">
                  <c:v>65</c:v>
                </c:pt>
                <c:pt idx="2061">
                  <c:v>64</c:v>
                </c:pt>
                <c:pt idx="2062">
                  <c:v>65</c:v>
                </c:pt>
                <c:pt idx="2063">
                  <c:v>65</c:v>
                </c:pt>
                <c:pt idx="2064">
                  <c:v>65</c:v>
                </c:pt>
                <c:pt idx="2065">
                  <c:v>65</c:v>
                </c:pt>
                <c:pt idx="2066">
                  <c:v>65</c:v>
                </c:pt>
                <c:pt idx="2067">
                  <c:v>65</c:v>
                </c:pt>
                <c:pt idx="2068">
                  <c:v>65</c:v>
                </c:pt>
                <c:pt idx="2069">
                  <c:v>65</c:v>
                </c:pt>
                <c:pt idx="2070">
                  <c:v>65</c:v>
                </c:pt>
                <c:pt idx="2071">
                  <c:v>65</c:v>
                </c:pt>
                <c:pt idx="2072">
                  <c:v>65</c:v>
                </c:pt>
                <c:pt idx="2073">
                  <c:v>65</c:v>
                </c:pt>
                <c:pt idx="2074">
                  <c:v>65</c:v>
                </c:pt>
                <c:pt idx="2075">
                  <c:v>65</c:v>
                </c:pt>
                <c:pt idx="2076">
                  <c:v>65</c:v>
                </c:pt>
                <c:pt idx="2077">
                  <c:v>65</c:v>
                </c:pt>
                <c:pt idx="2078">
                  <c:v>65</c:v>
                </c:pt>
                <c:pt idx="2079">
                  <c:v>65</c:v>
                </c:pt>
                <c:pt idx="2080">
                  <c:v>65</c:v>
                </c:pt>
                <c:pt idx="2081">
                  <c:v>65</c:v>
                </c:pt>
                <c:pt idx="2082">
                  <c:v>65</c:v>
                </c:pt>
                <c:pt idx="2083">
                  <c:v>65</c:v>
                </c:pt>
                <c:pt idx="2084">
                  <c:v>65</c:v>
                </c:pt>
                <c:pt idx="2085">
                  <c:v>65</c:v>
                </c:pt>
                <c:pt idx="2086">
                  <c:v>65</c:v>
                </c:pt>
                <c:pt idx="2087">
                  <c:v>65</c:v>
                </c:pt>
                <c:pt idx="2088">
                  <c:v>65</c:v>
                </c:pt>
                <c:pt idx="2089">
                  <c:v>65</c:v>
                </c:pt>
                <c:pt idx="2090">
                  <c:v>65</c:v>
                </c:pt>
                <c:pt idx="2091">
                  <c:v>65</c:v>
                </c:pt>
                <c:pt idx="2092">
                  <c:v>65</c:v>
                </c:pt>
                <c:pt idx="2093">
                  <c:v>65</c:v>
                </c:pt>
                <c:pt idx="2094">
                  <c:v>65</c:v>
                </c:pt>
                <c:pt idx="2095">
                  <c:v>65</c:v>
                </c:pt>
                <c:pt idx="2096">
                  <c:v>65</c:v>
                </c:pt>
                <c:pt idx="2097">
                  <c:v>65</c:v>
                </c:pt>
                <c:pt idx="2098">
                  <c:v>65</c:v>
                </c:pt>
                <c:pt idx="2099">
                  <c:v>65</c:v>
                </c:pt>
                <c:pt idx="2100">
                  <c:v>65</c:v>
                </c:pt>
                <c:pt idx="2101">
                  <c:v>65</c:v>
                </c:pt>
                <c:pt idx="2102">
                  <c:v>65</c:v>
                </c:pt>
                <c:pt idx="2103">
                  <c:v>65</c:v>
                </c:pt>
                <c:pt idx="2104">
                  <c:v>65</c:v>
                </c:pt>
                <c:pt idx="2105">
                  <c:v>65</c:v>
                </c:pt>
                <c:pt idx="2106">
                  <c:v>65</c:v>
                </c:pt>
                <c:pt idx="2107">
                  <c:v>65</c:v>
                </c:pt>
                <c:pt idx="2108">
                  <c:v>65</c:v>
                </c:pt>
                <c:pt idx="2109">
                  <c:v>65</c:v>
                </c:pt>
                <c:pt idx="2110">
                  <c:v>65</c:v>
                </c:pt>
                <c:pt idx="2111">
                  <c:v>65</c:v>
                </c:pt>
                <c:pt idx="2112">
                  <c:v>65</c:v>
                </c:pt>
                <c:pt idx="2113">
                  <c:v>65</c:v>
                </c:pt>
                <c:pt idx="2114">
                  <c:v>65</c:v>
                </c:pt>
                <c:pt idx="2115">
                  <c:v>65</c:v>
                </c:pt>
                <c:pt idx="2116">
                  <c:v>65</c:v>
                </c:pt>
                <c:pt idx="2117">
                  <c:v>65</c:v>
                </c:pt>
                <c:pt idx="2118">
                  <c:v>65</c:v>
                </c:pt>
                <c:pt idx="2119">
                  <c:v>65</c:v>
                </c:pt>
                <c:pt idx="2120">
                  <c:v>65</c:v>
                </c:pt>
                <c:pt idx="2121">
                  <c:v>65</c:v>
                </c:pt>
                <c:pt idx="2122">
                  <c:v>65</c:v>
                </c:pt>
                <c:pt idx="2123">
                  <c:v>65</c:v>
                </c:pt>
                <c:pt idx="2124">
                  <c:v>65</c:v>
                </c:pt>
                <c:pt idx="2125">
                  <c:v>65</c:v>
                </c:pt>
                <c:pt idx="2126">
                  <c:v>65</c:v>
                </c:pt>
                <c:pt idx="2127">
                  <c:v>65</c:v>
                </c:pt>
                <c:pt idx="2128">
                  <c:v>65</c:v>
                </c:pt>
                <c:pt idx="2129">
                  <c:v>65</c:v>
                </c:pt>
                <c:pt idx="2130">
                  <c:v>65</c:v>
                </c:pt>
                <c:pt idx="2131">
                  <c:v>65</c:v>
                </c:pt>
                <c:pt idx="2132">
                  <c:v>65</c:v>
                </c:pt>
                <c:pt idx="2133">
                  <c:v>65</c:v>
                </c:pt>
                <c:pt idx="2134">
                  <c:v>65</c:v>
                </c:pt>
                <c:pt idx="2135">
                  <c:v>65</c:v>
                </c:pt>
                <c:pt idx="2136">
                  <c:v>65</c:v>
                </c:pt>
                <c:pt idx="2137">
                  <c:v>65</c:v>
                </c:pt>
                <c:pt idx="2138">
                  <c:v>65</c:v>
                </c:pt>
                <c:pt idx="2139">
                  <c:v>65</c:v>
                </c:pt>
                <c:pt idx="2140">
                  <c:v>65</c:v>
                </c:pt>
                <c:pt idx="2141">
                  <c:v>65</c:v>
                </c:pt>
                <c:pt idx="2142">
                  <c:v>65</c:v>
                </c:pt>
                <c:pt idx="2143">
                  <c:v>65</c:v>
                </c:pt>
                <c:pt idx="2144">
                  <c:v>65</c:v>
                </c:pt>
                <c:pt idx="2145">
                  <c:v>65</c:v>
                </c:pt>
                <c:pt idx="2146">
                  <c:v>65</c:v>
                </c:pt>
                <c:pt idx="2147">
                  <c:v>65</c:v>
                </c:pt>
                <c:pt idx="2148">
                  <c:v>65</c:v>
                </c:pt>
                <c:pt idx="2149">
                  <c:v>65</c:v>
                </c:pt>
                <c:pt idx="2150">
                  <c:v>65</c:v>
                </c:pt>
                <c:pt idx="2151">
                  <c:v>65</c:v>
                </c:pt>
                <c:pt idx="2152">
                  <c:v>65</c:v>
                </c:pt>
                <c:pt idx="2153">
                  <c:v>65</c:v>
                </c:pt>
                <c:pt idx="2154">
                  <c:v>65</c:v>
                </c:pt>
                <c:pt idx="2155">
                  <c:v>65</c:v>
                </c:pt>
                <c:pt idx="2156">
                  <c:v>65</c:v>
                </c:pt>
                <c:pt idx="2157">
                  <c:v>65</c:v>
                </c:pt>
                <c:pt idx="2158">
                  <c:v>65</c:v>
                </c:pt>
                <c:pt idx="2159">
                  <c:v>65</c:v>
                </c:pt>
                <c:pt idx="2160">
                  <c:v>65</c:v>
                </c:pt>
                <c:pt idx="2161">
                  <c:v>65</c:v>
                </c:pt>
                <c:pt idx="2162">
                  <c:v>65</c:v>
                </c:pt>
                <c:pt idx="2163">
                  <c:v>65</c:v>
                </c:pt>
                <c:pt idx="2164">
                  <c:v>65</c:v>
                </c:pt>
                <c:pt idx="2165">
                  <c:v>65</c:v>
                </c:pt>
                <c:pt idx="2166">
                  <c:v>65</c:v>
                </c:pt>
                <c:pt idx="2167">
                  <c:v>65</c:v>
                </c:pt>
                <c:pt idx="2168">
                  <c:v>66</c:v>
                </c:pt>
                <c:pt idx="2169">
                  <c:v>66</c:v>
                </c:pt>
                <c:pt idx="2170">
                  <c:v>65</c:v>
                </c:pt>
                <c:pt idx="2171">
                  <c:v>65</c:v>
                </c:pt>
                <c:pt idx="2172">
                  <c:v>66</c:v>
                </c:pt>
                <c:pt idx="2173">
                  <c:v>65</c:v>
                </c:pt>
                <c:pt idx="2174">
                  <c:v>65</c:v>
                </c:pt>
                <c:pt idx="2175">
                  <c:v>66</c:v>
                </c:pt>
                <c:pt idx="2176">
                  <c:v>65</c:v>
                </c:pt>
                <c:pt idx="2177">
                  <c:v>65</c:v>
                </c:pt>
                <c:pt idx="2178">
                  <c:v>66</c:v>
                </c:pt>
                <c:pt idx="2179">
                  <c:v>65</c:v>
                </c:pt>
                <c:pt idx="2180">
                  <c:v>65</c:v>
                </c:pt>
                <c:pt idx="2181">
                  <c:v>66</c:v>
                </c:pt>
                <c:pt idx="2182">
                  <c:v>66</c:v>
                </c:pt>
                <c:pt idx="2183">
                  <c:v>65</c:v>
                </c:pt>
                <c:pt idx="2184">
                  <c:v>65</c:v>
                </c:pt>
                <c:pt idx="2185">
                  <c:v>65</c:v>
                </c:pt>
                <c:pt idx="2186">
                  <c:v>65</c:v>
                </c:pt>
                <c:pt idx="2187">
                  <c:v>65</c:v>
                </c:pt>
                <c:pt idx="2188">
                  <c:v>65</c:v>
                </c:pt>
                <c:pt idx="2189">
                  <c:v>66</c:v>
                </c:pt>
                <c:pt idx="2190">
                  <c:v>65</c:v>
                </c:pt>
                <c:pt idx="2191">
                  <c:v>65</c:v>
                </c:pt>
                <c:pt idx="2192">
                  <c:v>65</c:v>
                </c:pt>
                <c:pt idx="2193">
                  <c:v>65</c:v>
                </c:pt>
                <c:pt idx="2194">
                  <c:v>65</c:v>
                </c:pt>
                <c:pt idx="2195">
                  <c:v>65</c:v>
                </c:pt>
                <c:pt idx="2196">
                  <c:v>65</c:v>
                </c:pt>
                <c:pt idx="2197">
                  <c:v>65</c:v>
                </c:pt>
                <c:pt idx="2198">
                  <c:v>65</c:v>
                </c:pt>
                <c:pt idx="2199">
                  <c:v>65</c:v>
                </c:pt>
                <c:pt idx="2200">
                  <c:v>65</c:v>
                </c:pt>
                <c:pt idx="2201">
                  <c:v>65</c:v>
                </c:pt>
                <c:pt idx="2202">
                  <c:v>65</c:v>
                </c:pt>
                <c:pt idx="2203">
                  <c:v>65</c:v>
                </c:pt>
                <c:pt idx="2204">
                  <c:v>65</c:v>
                </c:pt>
                <c:pt idx="2205">
                  <c:v>65</c:v>
                </c:pt>
                <c:pt idx="2206">
                  <c:v>65</c:v>
                </c:pt>
                <c:pt idx="2207">
                  <c:v>65</c:v>
                </c:pt>
                <c:pt idx="2208">
                  <c:v>65</c:v>
                </c:pt>
                <c:pt idx="2209">
                  <c:v>65</c:v>
                </c:pt>
                <c:pt idx="2210">
                  <c:v>65</c:v>
                </c:pt>
                <c:pt idx="2211">
                  <c:v>65</c:v>
                </c:pt>
                <c:pt idx="2212">
                  <c:v>65</c:v>
                </c:pt>
                <c:pt idx="2213">
                  <c:v>65</c:v>
                </c:pt>
                <c:pt idx="2214">
                  <c:v>65</c:v>
                </c:pt>
                <c:pt idx="2215">
                  <c:v>65</c:v>
                </c:pt>
                <c:pt idx="2216">
                  <c:v>65</c:v>
                </c:pt>
                <c:pt idx="2217">
                  <c:v>65</c:v>
                </c:pt>
                <c:pt idx="2218">
                  <c:v>65</c:v>
                </c:pt>
                <c:pt idx="2219">
                  <c:v>65</c:v>
                </c:pt>
                <c:pt idx="2220">
                  <c:v>65</c:v>
                </c:pt>
                <c:pt idx="2221">
                  <c:v>65</c:v>
                </c:pt>
                <c:pt idx="2222">
                  <c:v>65</c:v>
                </c:pt>
                <c:pt idx="2223">
                  <c:v>65</c:v>
                </c:pt>
                <c:pt idx="2224">
                  <c:v>65</c:v>
                </c:pt>
                <c:pt idx="2225">
                  <c:v>65</c:v>
                </c:pt>
                <c:pt idx="2226">
                  <c:v>65</c:v>
                </c:pt>
                <c:pt idx="2227">
                  <c:v>65</c:v>
                </c:pt>
                <c:pt idx="2228">
                  <c:v>65</c:v>
                </c:pt>
                <c:pt idx="2229">
                  <c:v>65</c:v>
                </c:pt>
                <c:pt idx="2230">
                  <c:v>65</c:v>
                </c:pt>
                <c:pt idx="2231">
                  <c:v>65</c:v>
                </c:pt>
                <c:pt idx="2232">
                  <c:v>65</c:v>
                </c:pt>
                <c:pt idx="2233">
                  <c:v>65</c:v>
                </c:pt>
                <c:pt idx="2234">
                  <c:v>65</c:v>
                </c:pt>
                <c:pt idx="2235">
                  <c:v>65</c:v>
                </c:pt>
                <c:pt idx="2236">
                  <c:v>65</c:v>
                </c:pt>
                <c:pt idx="2237">
                  <c:v>65</c:v>
                </c:pt>
                <c:pt idx="2238">
                  <c:v>65</c:v>
                </c:pt>
                <c:pt idx="2239">
                  <c:v>65</c:v>
                </c:pt>
                <c:pt idx="2240">
                  <c:v>65</c:v>
                </c:pt>
                <c:pt idx="2241">
                  <c:v>65</c:v>
                </c:pt>
                <c:pt idx="2242">
                  <c:v>65</c:v>
                </c:pt>
                <c:pt idx="2243">
                  <c:v>65</c:v>
                </c:pt>
                <c:pt idx="2244">
                  <c:v>65</c:v>
                </c:pt>
                <c:pt idx="2245">
                  <c:v>65</c:v>
                </c:pt>
                <c:pt idx="2246">
                  <c:v>65</c:v>
                </c:pt>
                <c:pt idx="2247">
                  <c:v>65</c:v>
                </c:pt>
                <c:pt idx="2248">
                  <c:v>65</c:v>
                </c:pt>
                <c:pt idx="2249">
                  <c:v>65</c:v>
                </c:pt>
                <c:pt idx="2250">
                  <c:v>65</c:v>
                </c:pt>
                <c:pt idx="2251">
                  <c:v>65</c:v>
                </c:pt>
                <c:pt idx="2252">
                  <c:v>65</c:v>
                </c:pt>
                <c:pt idx="2253">
                  <c:v>65</c:v>
                </c:pt>
                <c:pt idx="2254">
                  <c:v>65</c:v>
                </c:pt>
                <c:pt idx="2255">
                  <c:v>65</c:v>
                </c:pt>
                <c:pt idx="2256">
                  <c:v>65</c:v>
                </c:pt>
                <c:pt idx="2257">
                  <c:v>65</c:v>
                </c:pt>
                <c:pt idx="2258">
                  <c:v>65</c:v>
                </c:pt>
                <c:pt idx="2259">
                  <c:v>65</c:v>
                </c:pt>
                <c:pt idx="2260">
                  <c:v>65</c:v>
                </c:pt>
                <c:pt idx="2261">
                  <c:v>65</c:v>
                </c:pt>
                <c:pt idx="2262">
                  <c:v>65</c:v>
                </c:pt>
                <c:pt idx="2263">
                  <c:v>65</c:v>
                </c:pt>
                <c:pt idx="2264">
                  <c:v>65</c:v>
                </c:pt>
                <c:pt idx="2265">
                  <c:v>65</c:v>
                </c:pt>
                <c:pt idx="2266">
                  <c:v>65</c:v>
                </c:pt>
                <c:pt idx="2267">
                  <c:v>65</c:v>
                </c:pt>
                <c:pt idx="2268">
                  <c:v>65</c:v>
                </c:pt>
                <c:pt idx="2269">
                  <c:v>65</c:v>
                </c:pt>
                <c:pt idx="2270">
                  <c:v>65</c:v>
                </c:pt>
                <c:pt idx="2271">
                  <c:v>65</c:v>
                </c:pt>
                <c:pt idx="2272">
                  <c:v>65</c:v>
                </c:pt>
                <c:pt idx="2273">
                  <c:v>65</c:v>
                </c:pt>
                <c:pt idx="2274">
                  <c:v>65</c:v>
                </c:pt>
                <c:pt idx="2275">
                  <c:v>65</c:v>
                </c:pt>
                <c:pt idx="2276">
                  <c:v>65</c:v>
                </c:pt>
                <c:pt idx="2277">
                  <c:v>65</c:v>
                </c:pt>
                <c:pt idx="2278">
                  <c:v>65</c:v>
                </c:pt>
                <c:pt idx="2279">
                  <c:v>65</c:v>
                </c:pt>
                <c:pt idx="2280">
                  <c:v>65</c:v>
                </c:pt>
                <c:pt idx="2281">
                  <c:v>65</c:v>
                </c:pt>
                <c:pt idx="2282">
                  <c:v>65</c:v>
                </c:pt>
                <c:pt idx="2283">
                  <c:v>65</c:v>
                </c:pt>
                <c:pt idx="2284">
                  <c:v>65</c:v>
                </c:pt>
                <c:pt idx="2285">
                  <c:v>65</c:v>
                </c:pt>
                <c:pt idx="2286">
                  <c:v>65</c:v>
                </c:pt>
                <c:pt idx="2287">
                  <c:v>65</c:v>
                </c:pt>
                <c:pt idx="2288">
                  <c:v>65</c:v>
                </c:pt>
                <c:pt idx="2289">
                  <c:v>65</c:v>
                </c:pt>
                <c:pt idx="2290">
                  <c:v>65</c:v>
                </c:pt>
                <c:pt idx="2291">
                  <c:v>65</c:v>
                </c:pt>
                <c:pt idx="2292">
                  <c:v>65</c:v>
                </c:pt>
                <c:pt idx="2293">
                  <c:v>65</c:v>
                </c:pt>
                <c:pt idx="2294">
                  <c:v>65</c:v>
                </c:pt>
                <c:pt idx="2295">
                  <c:v>65</c:v>
                </c:pt>
                <c:pt idx="2296">
                  <c:v>65</c:v>
                </c:pt>
                <c:pt idx="2297">
                  <c:v>65</c:v>
                </c:pt>
                <c:pt idx="2298">
                  <c:v>65</c:v>
                </c:pt>
                <c:pt idx="2299">
                  <c:v>65</c:v>
                </c:pt>
                <c:pt idx="2300">
                  <c:v>65</c:v>
                </c:pt>
                <c:pt idx="2301">
                  <c:v>65</c:v>
                </c:pt>
                <c:pt idx="2302">
                  <c:v>65</c:v>
                </c:pt>
                <c:pt idx="2303">
                  <c:v>65</c:v>
                </c:pt>
                <c:pt idx="2304">
                  <c:v>65</c:v>
                </c:pt>
                <c:pt idx="2305">
                  <c:v>65</c:v>
                </c:pt>
                <c:pt idx="2306">
                  <c:v>65</c:v>
                </c:pt>
                <c:pt idx="2307">
                  <c:v>65</c:v>
                </c:pt>
                <c:pt idx="2308">
                  <c:v>65</c:v>
                </c:pt>
                <c:pt idx="2309">
                  <c:v>65</c:v>
                </c:pt>
                <c:pt idx="2310">
                  <c:v>65</c:v>
                </c:pt>
                <c:pt idx="2311">
                  <c:v>65</c:v>
                </c:pt>
                <c:pt idx="2312">
                  <c:v>65</c:v>
                </c:pt>
                <c:pt idx="2313">
                  <c:v>65</c:v>
                </c:pt>
                <c:pt idx="2314">
                  <c:v>65</c:v>
                </c:pt>
                <c:pt idx="2315">
                  <c:v>65</c:v>
                </c:pt>
                <c:pt idx="2316">
                  <c:v>65</c:v>
                </c:pt>
                <c:pt idx="2317">
                  <c:v>65</c:v>
                </c:pt>
                <c:pt idx="2318">
                  <c:v>65</c:v>
                </c:pt>
                <c:pt idx="2319">
                  <c:v>65</c:v>
                </c:pt>
                <c:pt idx="2320">
                  <c:v>65</c:v>
                </c:pt>
                <c:pt idx="2321">
                  <c:v>65</c:v>
                </c:pt>
                <c:pt idx="2322">
                  <c:v>65</c:v>
                </c:pt>
                <c:pt idx="2323">
                  <c:v>65</c:v>
                </c:pt>
                <c:pt idx="2324">
                  <c:v>65</c:v>
                </c:pt>
                <c:pt idx="2325">
                  <c:v>65</c:v>
                </c:pt>
                <c:pt idx="2326">
                  <c:v>65</c:v>
                </c:pt>
                <c:pt idx="2327">
                  <c:v>65</c:v>
                </c:pt>
                <c:pt idx="2328">
                  <c:v>65</c:v>
                </c:pt>
                <c:pt idx="2329">
                  <c:v>65</c:v>
                </c:pt>
                <c:pt idx="2330">
                  <c:v>65</c:v>
                </c:pt>
                <c:pt idx="2331">
                  <c:v>65</c:v>
                </c:pt>
                <c:pt idx="2332">
                  <c:v>65</c:v>
                </c:pt>
                <c:pt idx="2333">
                  <c:v>65</c:v>
                </c:pt>
                <c:pt idx="2334">
                  <c:v>65</c:v>
                </c:pt>
                <c:pt idx="2335">
                  <c:v>65</c:v>
                </c:pt>
                <c:pt idx="2336">
                  <c:v>65</c:v>
                </c:pt>
                <c:pt idx="2337">
                  <c:v>65</c:v>
                </c:pt>
                <c:pt idx="2338">
                  <c:v>65</c:v>
                </c:pt>
                <c:pt idx="2339">
                  <c:v>65</c:v>
                </c:pt>
                <c:pt idx="2340">
                  <c:v>65</c:v>
                </c:pt>
                <c:pt idx="2341">
                  <c:v>65</c:v>
                </c:pt>
                <c:pt idx="2342">
                  <c:v>65</c:v>
                </c:pt>
                <c:pt idx="2343">
                  <c:v>65</c:v>
                </c:pt>
                <c:pt idx="2344">
                  <c:v>65</c:v>
                </c:pt>
                <c:pt idx="2345">
                  <c:v>65</c:v>
                </c:pt>
                <c:pt idx="2346">
                  <c:v>65</c:v>
                </c:pt>
                <c:pt idx="2347">
                  <c:v>65</c:v>
                </c:pt>
                <c:pt idx="2348">
                  <c:v>65</c:v>
                </c:pt>
                <c:pt idx="2349">
                  <c:v>65</c:v>
                </c:pt>
                <c:pt idx="2350">
                  <c:v>65</c:v>
                </c:pt>
                <c:pt idx="2351">
                  <c:v>65</c:v>
                </c:pt>
                <c:pt idx="2352">
                  <c:v>65</c:v>
                </c:pt>
                <c:pt idx="2353">
                  <c:v>65</c:v>
                </c:pt>
                <c:pt idx="2354">
                  <c:v>65</c:v>
                </c:pt>
                <c:pt idx="2355">
                  <c:v>65</c:v>
                </c:pt>
                <c:pt idx="2356">
                  <c:v>65</c:v>
                </c:pt>
                <c:pt idx="2357">
                  <c:v>65</c:v>
                </c:pt>
                <c:pt idx="2358">
                  <c:v>65</c:v>
                </c:pt>
                <c:pt idx="2359">
                  <c:v>65</c:v>
                </c:pt>
                <c:pt idx="2360">
                  <c:v>65</c:v>
                </c:pt>
                <c:pt idx="2361">
                  <c:v>65</c:v>
                </c:pt>
                <c:pt idx="2362">
                  <c:v>65</c:v>
                </c:pt>
                <c:pt idx="2363">
                  <c:v>65</c:v>
                </c:pt>
                <c:pt idx="2364">
                  <c:v>65</c:v>
                </c:pt>
                <c:pt idx="2365">
                  <c:v>65</c:v>
                </c:pt>
                <c:pt idx="2366">
                  <c:v>65</c:v>
                </c:pt>
                <c:pt idx="2367">
                  <c:v>65</c:v>
                </c:pt>
                <c:pt idx="2368">
                  <c:v>65</c:v>
                </c:pt>
                <c:pt idx="2369">
                  <c:v>65</c:v>
                </c:pt>
                <c:pt idx="2370">
                  <c:v>65</c:v>
                </c:pt>
                <c:pt idx="2371">
                  <c:v>65</c:v>
                </c:pt>
                <c:pt idx="2372">
                  <c:v>65</c:v>
                </c:pt>
                <c:pt idx="2373">
                  <c:v>65</c:v>
                </c:pt>
                <c:pt idx="2374">
                  <c:v>65</c:v>
                </c:pt>
                <c:pt idx="2375">
                  <c:v>65</c:v>
                </c:pt>
                <c:pt idx="2376">
                  <c:v>65</c:v>
                </c:pt>
                <c:pt idx="2377">
                  <c:v>65</c:v>
                </c:pt>
                <c:pt idx="2378">
                  <c:v>65</c:v>
                </c:pt>
                <c:pt idx="2379">
                  <c:v>65</c:v>
                </c:pt>
                <c:pt idx="2380">
                  <c:v>65</c:v>
                </c:pt>
                <c:pt idx="2381">
                  <c:v>65</c:v>
                </c:pt>
                <c:pt idx="2382">
                  <c:v>65</c:v>
                </c:pt>
                <c:pt idx="2383">
                  <c:v>65</c:v>
                </c:pt>
                <c:pt idx="2384">
                  <c:v>65</c:v>
                </c:pt>
                <c:pt idx="2385">
                  <c:v>65</c:v>
                </c:pt>
                <c:pt idx="2386">
                  <c:v>65</c:v>
                </c:pt>
                <c:pt idx="2387">
                  <c:v>65</c:v>
                </c:pt>
                <c:pt idx="2388">
                  <c:v>65</c:v>
                </c:pt>
                <c:pt idx="2389">
                  <c:v>65</c:v>
                </c:pt>
                <c:pt idx="2390">
                  <c:v>65</c:v>
                </c:pt>
                <c:pt idx="2391">
                  <c:v>65</c:v>
                </c:pt>
                <c:pt idx="2392">
                  <c:v>65</c:v>
                </c:pt>
                <c:pt idx="2393">
                  <c:v>65</c:v>
                </c:pt>
                <c:pt idx="2394">
                  <c:v>65</c:v>
                </c:pt>
                <c:pt idx="2395">
                  <c:v>65</c:v>
                </c:pt>
                <c:pt idx="2396">
                  <c:v>65</c:v>
                </c:pt>
                <c:pt idx="2397">
                  <c:v>65</c:v>
                </c:pt>
                <c:pt idx="2398">
                  <c:v>65</c:v>
                </c:pt>
                <c:pt idx="2399">
                  <c:v>65</c:v>
                </c:pt>
                <c:pt idx="2400">
                  <c:v>65</c:v>
                </c:pt>
                <c:pt idx="2401">
                  <c:v>65</c:v>
                </c:pt>
                <c:pt idx="2402">
                  <c:v>65</c:v>
                </c:pt>
                <c:pt idx="2403">
                  <c:v>65</c:v>
                </c:pt>
                <c:pt idx="2404">
                  <c:v>65</c:v>
                </c:pt>
                <c:pt idx="2405">
                  <c:v>65</c:v>
                </c:pt>
                <c:pt idx="2406">
                  <c:v>65</c:v>
                </c:pt>
                <c:pt idx="2407">
                  <c:v>65</c:v>
                </c:pt>
                <c:pt idx="2408">
                  <c:v>65</c:v>
                </c:pt>
                <c:pt idx="2409">
                  <c:v>65</c:v>
                </c:pt>
                <c:pt idx="2410">
                  <c:v>65</c:v>
                </c:pt>
                <c:pt idx="2411">
                  <c:v>65</c:v>
                </c:pt>
                <c:pt idx="2412">
                  <c:v>65</c:v>
                </c:pt>
                <c:pt idx="2413">
                  <c:v>65</c:v>
                </c:pt>
                <c:pt idx="2414">
                  <c:v>65</c:v>
                </c:pt>
                <c:pt idx="2415">
                  <c:v>65</c:v>
                </c:pt>
                <c:pt idx="2416">
                  <c:v>65</c:v>
                </c:pt>
                <c:pt idx="2417">
                  <c:v>65</c:v>
                </c:pt>
                <c:pt idx="2418">
                  <c:v>65</c:v>
                </c:pt>
                <c:pt idx="2419">
                  <c:v>65</c:v>
                </c:pt>
                <c:pt idx="2420">
                  <c:v>65</c:v>
                </c:pt>
                <c:pt idx="2421">
                  <c:v>65</c:v>
                </c:pt>
                <c:pt idx="2422">
                  <c:v>65</c:v>
                </c:pt>
                <c:pt idx="2423">
                  <c:v>65</c:v>
                </c:pt>
                <c:pt idx="2424">
                  <c:v>65</c:v>
                </c:pt>
                <c:pt idx="2425">
                  <c:v>65</c:v>
                </c:pt>
                <c:pt idx="2426">
                  <c:v>65</c:v>
                </c:pt>
                <c:pt idx="2427">
                  <c:v>65</c:v>
                </c:pt>
                <c:pt idx="2428">
                  <c:v>65</c:v>
                </c:pt>
                <c:pt idx="2429">
                  <c:v>65</c:v>
                </c:pt>
                <c:pt idx="2430">
                  <c:v>65</c:v>
                </c:pt>
                <c:pt idx="2431">
                  <c:v>65</c:v>
                </c:pt>
                <c:pt idx="2432">
                  <c:v>65</c:v>
                </c:pt>
                <c:pt idx="2433">
                  <c:v>65</c:v>
                </c:pt>
                <c:pt idx="2434">
                  <c:v>65</c:v>
                </c:pt>
                <c:pt idx="2435">
                  <c:v>65</c:v>
                </c:pt>
                <c:pt idx="2436">
                  <c:v>65</c:v>
                </c:pt>
                <c:pt idx="2437">
                  <c:v>65</c:v>
                </c:pt>
                <c:pt idx="2438">
                  <c:v>65</c:v>
                </c:pt>
                <c:pt idx="2439">
                  <c:v>65</c:v>
                </c:pt>
                <c:pt idx="2440">
                  <c:v>65</c:v>
                </c:pt>
                <c:pt idx="2441">
                  <c:v>65</c:v>
                </c:pt>
                <c:pt idx="2442">
                  <c:v>65</c:v>
                </c:pt>
                <c:pt idx="2443">
                  <c:v>65</c:v>
                </c:pt>
                <c:pt idx="2444">
                  <c:v>65</c:v>
                </c:pt>
                <c:pt idx="2445">
                  <c:v>65</c:v>
                </c:pt>
                <c:pt idx="2446">
                  <c:v>65</c:v>
                </c:pt>
                <c:pt idx="2447">
                  <c:v>65</c:v>
                </c:pt>
                <c:pt idx="2448">
                  <c:v>65</c:v>
                </c:pt>
                <c:pt idx="2449">
                  <c:v>65</c:v>
                </c:pt>
                <c:pt idx="2450">
                  <c:v>65</c:v>
                </c:pt>
                <c:pt idx="2451">
                  <c:v>65</c:v>
                </c:pt>
                <c:pt idx="2452">
                  <c:v>65</c:v>
                </c:pt>
                <c:pt idx="2453">
                  <c:v>65</c:v>
                </c:pt>
                <c:pt idx="2454">
                  <c:v>65</c:v>
                </c:pt>
                <c:pt idx="2455">
                  <c:v>65</c:v>
                </c:pt>
                <c:pt idx="2456">
                  <c:v>65</c:v>
                </c:pt>
                <c:pt idx="2457">
                  <c:v>65</c:v>
                </c:pt>
                <c:pt idx="2458">
                  <c:v>65</c:v>
                </c:pt>
                <c:pt idx="2459">
                  <c:v>65</c:v>
                </c:pt>
                <c:pt idx="2460">
                  <c:v>65</c:v>
                </c:pt>
                <c:pt idx="2461">
                  <c:v>65</c:v>
                </c:pt>
                <c:pt idx="2462">
                  <c:v>65</c:v>
                </c:pt>
                <c:pt idx="2463">
                  <c:v>65</c:v>
                </c:pt>
                <c:pt idx="2464">
                  <c:v>65</c:v>
                </c:pt>
                <c:pt idx="2465">
                  <c:v>65</c:v>
                </c:pt>
                <c:pt idx="2466">
                  <c:v>65</c:v>
                </c:pt>
                <c:pt idx="2467">
                  <c:v>65</c:v>
                </c:pt>
                <c:pt idx="2468">
                  <c:v>65</c:v>
                </c:pt>
                <c:pt idx="2469">
                  <c:v>65</c:v>
                </c:pt>
                <c:pt idx="2470">
                  <c:v>65</c:v>
                </c:pt>
                <c:pt idx="2471">
                  <c:v>65</c:v>
                </c:pt>
                <c:pt idx="2472">
                  <c:v>65</c:v>
                </c:pt>
                <c:pt idx="2473">
                  <c:v>65</c:v>
                </c:pt>
                <c:pt idx="2474">
                  <c:v>65</c:v>
                </c:pt>
                <c:pt idx="2475">
                  <c:v>65</c:v>
                </c:pt>
                <c:pt idx="2476">
                  <c:v>65</c:v>
                </c:pt>
                <c:pt idx="2477">
                  <c:v>65</c:v>
                </c:pt>
                <c:pt idx="2478">
                  <c:v>65</c:v>
                </c:pt>
                <c:pt idx="2479">
                  <c:v>65</c:v>
                </c:pt>
                <c:pt idx="2480">
                  <c:v>65</c:v>
                </c:pt>
                <c:pt idx="2481">
                  <c:v>65</c:v>
                </c:pt>
                <c:pt idx="2482">
                  <c:v>65</c:v>
                </c:pt>
                <c:pt idx="2483">
                  <c:v>65</c:v>
                </c:pt>
                <c:pt idx="2484">
                  <c:v>65</c:v>
                </c:pt>
                <c:pt idx="2485">
                  <c:v>65</c:v>
                </c:pt>
                <c:pt idx="2486">
                  <c:v>65</c:v>
                </c:pt>
                <c:pt idx="2487">
                  <c:v>64</c:v>
                </c:pt>
                <c:pt idx="2488">
                  <c:v>65</c:v>
                </c:pt>
                <c:pt idx="2489">
                  <c:v>65</c:v>
                </c:pt>
                <c:pt idx="2490">
                  <c:v>65</c:v>
                </c:pt>
                <c:pt idx="2491">
                  <c:v>65</c:v>
                </c:pt>
                <c:pt idx="2492">
                  <c:v>65</c:v>
                </c:pt>
                <c:pt idx="2493">
                  <c:v>65</c:v>
                </c:pt>
                <c:pt idx="2494">
                  <c:v>65</c:v>
                </c:pt>
                <c:pt idx="2495">
                  <c:v>65</c:v>
                </c:pt>
                <c:pt idx="2496">
                  <c:v>65</c:v>
                </c:pt>
                <c:pt idx="2497">
                  <c:v>65</c:v>
                </c:pt>
                <c:pt idx="2498">
                  <c:v>65</c:v>
                </c:pt>
                <c:pt idx="2499">
                  <c:v>65</c:v>
                </c:pt>
                <c:pt idx="2500">
                  <c:v>65</c:v>
                </c:pt>
                <c:pt idx="2501">
                  <c:v>65</c:v>
                </c:pt>
                <c:pt idx="2502">
                  <c:v>65</c:v>
                </c:pt>
                <c:pt idx="2503">
                  <c:v>65</c:v>
                </c:pt>
                <c:pt idx="2504">
                  <c:v>65</c:v>
                </c:pt>
                <c:pt idx="2505">
                  <c:v>64</c:v>
                </c:pt>
                <c:pt idx="2506">
                  <c:v>64</c:v>
                </c:pt>
                <c:pt idx="2507">
                  <c:v>65</c:v>
                </c:pt>
                <c:pt idx="2508">
                  <c:v>64</c:v>
                </c:pt>
                <c:pt idx="2509">
                  <c:v>65</c:v>
                </c:pt>
                <c:pt idx="2510">
                  <c:v>65</c:v>
                </c:pt>
                <c:pt idx="2511">
                  <c:v>65</c:v>
                </c:pt>
                <c:pt idx="2512">
                  <c:v>65</c:v>
                </c:pt>
                <c:pt idx="2513">
                  <c:v>65</c:v>
                </c:pt>
                <c:pt idx="2514">
                  <c:v>65</c:v>
                </c:pt>
                <c:pt idx="2515">
                  <c:v>65</c:v>
                </c:pt>
                <c:pt idx="2516">
                  <c:v>65</c:v>
                </c:pt>
                <c:pt idx="2517">
                  <c:v>65</c:v>
                </c:pt>
                <c:pt idx="2518">
                  <c:v>64</c:v>
                </c:pt>
                <c:pt idx="2519">
                  <c:v>65</c:v>
                </c:pt>
                <c:pt idx="2520">
                  <c:v>65</c:v>
                </c:pt>
                <c:pt idx="2521">
                  <c:v>65</c:v>
                </c:pt>
                <c:pt idx="2522">
                  <c:v>65</c:v>
                </c:pt>
                <c:pt idx="2523">
                  <c:v>65</c:v>
                </c:pt>
                <c:pt idx="2524">
                  <c:v>65</c:v>
                </c:pt>
                <c:pt idx="2525">
                  <c:v>65</c:v>
                </c:pt>
                <c:pt idx="2526">
                  <c:v>65</c:v>
                </c:pt>
                <c:pt idx="2527">
                  <c:v>65</c:v>
                </c:pt>
                <c:pt idx="2528">
                  <c:v>65</c:v>
                </c:pt>
                <c:pt idx="2529">
                  <c:v>64</c:v>
                </c:pt>
                <c:pt idx="2530">
                  <c:v>65</c:v>
                </c:pt>
                <c:pt idx="2531">
                  <c:v>65</c:v>
                </c:pt>
                <c:pt idx="2532">
                  <c:v>64</c:v>
                </c:pt>
                <c:pt idx="2533">
                  <c:v>65</c:v>
                </c:pt>
                <c:pt idx="2534">
                  <c:v>65</c:v>
                </c:pt>
                <c:pt idx="2535">
                  <c:v>65</c:v>
                </c:pt>
                <c:pt idx="2536">
                  <c:v>64</c:v>
                </c:pt>
                <c:pt idx="2537">
                  <c:v>65</c:v>
                </c:pt>
                <c:pt idx="2538">
                  <c:v>65</c:v>
                </c:pt>
                <c:pt idx="2539">
                  <c:v>65</c:v>
                </c:pt>
                <c:pt idx="2540">
                  <c:v>65</c:v>
                </c:pt>
                <c:pt idx="2541">
                  <c:v>65</c:v>
                </c:pt>
                <c:pt idx="2542">
                  <c:v>65</c:v>
                </c:pt>
                <c:pt idx="2543">
                  <c:v>65</c:v>
                </c:pt>
                <c:pt idx="2544">
                  <c:v>65</c:v>
                </c:pt>
                <c:pt idx="2545">
                  <c:v>65</c:v>
                </c:pt>
                <c:pt idx="2546">
                  <c:v>65</c:v>
                </c:pt>
                <c:pt idx="2547">
                  <c:v>65</c:v>
                </c:pt>
                <c:pt idx="2548">
                  <c:v>65</c:v>
                </c:pt>
                <c:pt idx="2549">
                  <c:v>65</c:v>
                </c:pt>
                <c:pt idx="2550">
                  <c:v>65</c:v>
                </c:pt>
                <c:pt idx="2551">
                  <c:v>65</c:v>
                </c:pt>
                <c:pt idx="2552">
                  <c:v>65</c:v>
                </c:pt>
                <c:pt idx="2553">
                  <c:v>64</c:v>
                </c:pt>
                <c:pt idx="2554">
                  <c:v>64</c:v>
                </c:pt>
                <c:pt idx="2555">
                  <c:v>64</c:v>
                </c:pt>
                <c:pt idx="2556">
                  <c:v>65</c:v>
                </c:pt>
                <c:pt idx="2557">
                  <c:v>64</c:v>
                </c:pt>
                <c:pt idx="2558">
                  <c:v>65</c:v>
                </c:pt>
                <c:pt idx="2559">
                  <c:v>65</c:v>
                </c:pt>
                <c:pt idx="2560">
                  <c:v>65</c:v>
                </c:pt>
                <c:pt idx="2561">
                  <c:v>64</c:v>
                </c:pt>
                <c:pt idx="2562">
                  <c:v>65</c:v>
                </c:pt>
                <c:pt idx="2563">
                  <c:v>65</c:v>
                </c:pt>
                <c:pt idx="2564">
                  <c:v>64</c:v>
                </c:pt>
                <c:pt idx="2565">
                  <c:v>64</c:v>
                </c:pt>
                <c:pt idx="2566">
                  <c:v>64</c:v>
                </c:pt>
                <c:pt idx="2567">
                  <c:v>64</c:v>
                </c:pt>
                <c:pt idx="2568">
                  <c:v>65</c:v>
                </c:pt>
                <c:pt idx="2569">
                  <c:v>65</c:v>
                </c:pt>
                <c:pt idx="2570">
                  <c:v>65</c:v>
                </c:pt>
                <c:pt idx="2571">
                  <c:v>64</c:v>
                </c:pt>
                <c:pt idx="2572">
                  <c:v>64</c:v>
                </c:pt>
                <c:pt idx="2573">
                  <c:v>65</c:v>
                </c:pt>
                <c:pt idx="2574">
                  <c:v>65</c:v>
                </c:pt>
                <c:pt idx="2575">
                  <c:v>65</c:v>
                </c:pt>
                <c:pt idx="2576">
                  <c:v>65</c:v>
                </c:pt>
                <c:pt idx="2577">
                  <c:v>64</c:v>
                </c:pt>
                <c:pt idx="2578">
                  <c:v>65</c:v>
                </c:pt>
                <c:pt idx="2579">
                  <c:v>65</c:v>
                </c:pt>
                <c:pt idx="2580">
                  <c:v>65</c:v>
                </c:pt>
                <c:pt idx="2581">
                  <c:v>65</c:v>
                </c:pt>
                <c:pt idx="2582">
                  <c:v>64</c:v>
                </c:pt>
                <c:pt idx="2583">
                  <c:v>64</c:v>
                </c:pt>
                <c:pt idx="2584">
                  <c:v>65</c:v>
                </c:pt>
                <c:pt idx="2585">
                  <c:v>64</c:v>
                </c:pt>
                <c:pt idx="2586">
                  <c:v>65</c:v>
                </c:pt>
                <c:pt idx="2587">
                  <c:v>65</c:v>
                </c:pt>
                <c:pt idx="2588">
                  <c:v>65</c:v>
                </c:pt>
                <c:pt idx="2589">
                  <c:v>64</c:v>
                </c:pt>
                <c:pt idx="2590">
                  <c:v>65</c:v>
                </c:pt>
                <c:pt idx="2591">
                  <c:v>64</c:v>
                </c:pt>
                <c:pt idx="2592">
                  <c:v>64</c:v>
                </c:pt>
                <c:pt idx="2593">
                  <c:v>65</c:v>
                </c:pt>
                <c:pt idx="2594">
                  <c:v>65</c:v>
                </c:pt>
                <c:pt idx="2595">
                  <c:v>65</c:v>
                </c:pt>
                <c:pt idx="2596">
                  <c:v>65</c:v>
                </c:pt>
                <c:pt idx="2597">
                  <c:v>65</c:v>
                </c:pt>
                <c:pt idx="2598">
                  <c:v>64</c:v>
                </c:pt>
                <c:pt idx="2599">
                  <c:v>64</c:v>
                </c:pt>
                <c:pt idx="2600">
                  <c:v>65</c:v>
                </c:pt>
                <c:pt idx="2601">
                  <c:v>64</c:v>
                </c:pt>
                <c:pt idx="2602">
                  <c:v>65</c:v>
                </c:pt>
                <c:pt idx="2603">
                  <c:v>64</c:v>
                </c:pt>
                <c:pt idx="2604">
                  <c:v>64</c:v>
                </c:pt>
                <c:pt idx="2605">
                  <c:v>65</c:v>
                </c:pt>
                <c:pt idx="2606">
                  <c:v>65</c:v>
                </c:pt>
                <c:pt idx="2607">
                  <c:v>64</c:v>
                </c:pt>
                <c:pt idx="2608">
                  <c:v>64</c:v>
                </c:pt>
                <c:pt idx="2609">
                  <c:v>64</c:v>
                </c:pt>
                <c:pt idx="2610">
                  <c:v>64</c:v>
                </c:pt>
                <c:pt idx="2611">
                  <c:v>64</c:v>
                </c:pt>
                <c:pt idx="2612">
                  <c:v>64</c:v>
                </c:pt>
                <c:pt idx="2613">
                  <c:v>64</c:v>
                </c:pt>
                <c:pt idx="2614">
                  <c:v>64</c:v>
                </c:pt>
                <c:pt idx="2615">
                  <c:v>64</c:v>
                </c:pt>
                <c:pt idx="2616">
                  <c:v>64</c:v>
                </c:pt>
                <c:pt idx="2617">
                  <c:v>64</c:v>
                </c:pt>
                <c:pt idx="2618">
                  <c:v>64</c:v>
                </c:pt>
                <c:pt idx="2619">
                  <c:v>64</c:v>
                </c:pt>
                <c:pt idx="2620">
                  <c:v>64</c:v>
                </c:pt>
                <c:pt idx="2621">
                  <c:v>64</c:v>
                </c:pt>
                <c:pt idx="2622">
                  <c:v>64</c:v>
                </c:pt>
                <c:pt idx="2623">
                  <c:v>64</c:v>
                </c:pt>
                <c:pt idx="2624">
                  <c:v>64</c:v>
                </c:pt>
                <c:pt idx="2625">
                  <c:v>65</c:v>
                </c:pt>
                <c:pt idx="2626">
                  <c:v>64</c:v>
                </c:pt>
                <c:pt idx="2627">
                  <c:v>64</c:v>
                </c:pt>
                <c:pt idx="2628">
                  <c:v>65</c:v>
                </c:pt>
                <c:pt idx="2629">
                  <c:v>64</c:v>
                </c:pt>
                <c:pt idx="2630">
                  <c:v>64</c:v>
                </c:pt>
                <c:pt idx="2631">
                  <c:v>65</c:v>
                </c:pt>
                <c:pt idx="2632">
                  <c:v>65</c:v>
                </c:pt>
                <c:pt idx="2633">
                  <c:v>65</c:v>
                </c:pt>
                <c:pt idx="2634">
                  <c:v>65</c:v>
                </c:pt>
                <c:pt idx="2635">
                  <c:v>65</c:v>
                </c:pt>
                <c:pt idx="2636">
                  <c:v>65</c:v>
                </c:pt>
                <c:pt idx="2637">
                  <c:v>64</c:v>
                </c:pt>
                <c:pt idx="2638">
                  <c:v>65</c:v>
                </c:pt>
                <c:pt idx="2639">
                  <c:v>65</c:v>
                </c:pt>
                <c:pt idx="2640">
                  <c:v>65</c:v>
                </c:pt>
                <c:pt idx="2641">
                  <c:v>64</c:v>
                </c:pt>
                <c:pt idx="2642">
                  <c:v>65</c:v>
                </c:pt>
                <c:pt idx="2643">
                  <c:v>64</c:v>
                </c:pt>
                <c:pt idx="2644">
                  <c:v>64</c:v>
                </c:pt>
                <c:pt idx="2645">
                  <c:v>64</c:v>
                </c:pt>
                <c:pt idx="2646">
                  <c:v>64</c:v>
                </c:pt>
                <c:pt idx="2647">
                  <c:v>64</c:v>
                </c:pt>
                <c:pt idx="2648">
                  <c:v>64</c:v>
                </c:pt>
                <c:pt idx="2649">
                  <c:v>64</c:v>
                </c:pt>
                <c:pt idx="2650">
                  <c:v>65</c:v>
                </c:pt>
                <c:pt idx="2651">
                  <c:v>65</c:v>
                </c:pt>
                <c:pt idx="2652">
                  <c:v>64</c:v>
                </c:pt>
                <c:pt idx="2653">
                  <c:v>64</c:v>
                </c:pt>
                <c:pt idx="2654">
                  <c:v>64</c:v>
                </c:pt>
                <c:pt idx="2655">
                  <c:v>64</c:v>
                </c:pt>
                <c:pt idx="2656">
                  <c:v>65</c:v>
                </c:pt>
                <c:pt idx="2657">
                  <c:v>64</c:v>
                </c:pt>
                <c:pt idx="2658">
                  <c:v>64</c:v>
                </c:pt>
                <c:pt idx="2659">
                  <c:v>65</c:v>
                </c:pt>
                <c:pt idx="2660">
                  <c:v>65</c:v>
                </c:pt>
                <c:pt idx="2661">
                  <c:v>65</c:v>
                </c:pt>
                <c:pt idx="2662">
                  <c:v>65</c:v>
                </c:pt>
                <c:pt idx="2663">
                  <c:v>64</c:v>
                </c:pt>
                <c:pt idx="2664">
                  <c:v>65</c:v>
                </c:pt>
                <c:pt idx="2665">
                  <c:v>65</c:v>
                </c:pt>
                <c:pt idx="2666">
                  <c:v>64</c:v>
                </c:pt>
                <c:pt idx="2667">
                  <c:v>64</c:v>
                </c:pt>
                <c:pt idx="2668">
                  <c:v>64</c:v>
                </c:pt>
                <c:pt idx="2669">
                  <c:v>64</c:v>
                </c:pt>
                <c:pt idx="2670">
                  <c:v>65</c:v>
                </c:pt>
                <c:pt idx="2671">
                  <c:v>65</c:v>
                </c:pt>
                <c:pt idx="2672">
                  <c:v>65</c:v>
                </c:pt>
                <c:pt idx="2673">
                  <c:v>64</c:v>
                </c:pt>
                <c:pt idx="2674">
                  <c:v>64</c:v>
                </c:pt>
                <c:pt idx="2675">
                  <c:v>64</c:v>
                </c:pt>
                <c:pt idx="2676">
                  <c:v>64</c:v>
                </c:pt>
                <c:pt idx="2677">
                  <c:v>65</c:v>
                </c:pt>
                <c:pt idx="2678">
                  <c:v>65</c:v>
                </c:pt>
                <c:pt idx="2679">
                  <c:v>65</c:v>
                </c:pt>
                <c:pt idx="2680">
                  <c:v>65</c:v>
                </c:pt>
                <c:pt idx="2681">
                  <c:v>65</c:v>
                </c:pt>
                <c:pt idx="2682">
                  <c:v>65</c:v>
                </c:pt>
                <c:pt idx="2683">
                  <c:v>65</c:v>
                </c:pt>
                <c:pt idx="2684">
                  <c:v>64</c:v>
                </c:pt>
                <c:pt idx="2685">
                  <c:v>65</c:v>
                </c:pt>
                <c:pt idx="2686">
                  <c:v>65</c:v>
                </c:pt>
                <c:pt idx="2687">
                  <c:v>64</c:v>
                </c:pt>
                <c:pt idx="2688">
                  <c:v>64</c:v>
                </c:pt>
                <c:pt idx="2689">
                  <c:v>65</c:v>
                </c:pt>
                <c:pt idx="2690">
                  <c:v>65</c:v>
                </c:pt>
                <c:pt idx="2691">
                  <c:v>65</c:v>
                </c:pt>
                <c:pt idx="2692">
                  <c:v>64</c:v>
                </c:pt>
                <c:pt idx="2693">
                  <c:v>65</c:v>
                </c:pt>
                <c:pt idx="2694">
                  <c:v>64</c:v>
                </c:pt>
                <c:pt idx="2695">
                  <c:v>64</c:v>
                </c:pt>
                <c:pt idx="2696">
                  <c:v>64</c:v>
                </c:pt>
                <c:pt idx="2697">
                  <c:v>65</c:v>
                </c:pt>
                <c:pt idx="2698">
                  <c:v>64</c:v>
                </c:pt>
                <c:pt idx="2699">
                  <c:v>64</c:v>
                </c:pt>
                <c:pt idx="2700">
                  <c:v>64</c:v>
                </c:pt>
                <c:pt idx="2701">
                  <c:v>64</c:v>
                </c:pt>
                <c:pt idx="2702">
                  <c:v>64</c:v>
                </c:pt>
                <c:pt idx="2703">
                  <c:v>64</c:v>
                </c:pt>
                <c:pt idx="2704">
                  <c:v>64</c:v>
                </c:pt>
                <c:pt idx="2705">
                  <c:v>65</c:v>
                </c:pt>
                <c:pt idx="2706">
                  <c:v>64</c:v>
                </c:pt>
                <c:pt idx="2707">
                  <c:v>64</c:v>
                </c:pt>
                <c:pt idx="2708">
                  <c:v>64</c:v>
                </c:pt>
                <c:pt idx="2709">
                  <c:v>64</c:v>
                </c:pt>
                <c:pt idx="2710">
                  <c:v>64</c:v>
                </c:pt>
                <c:pt idx="2711">
                  <c:v>64</c:v>
                </c:pt>
                <c:pt idx="2712">
                  <c:v>64</c:v>
                </c:pt>
                <c:pt idx="2713">
                  <c:v>64</c:v>
                </c:pt>
                <c:pt idx="2714">
                  <c:v>64</c:v>
                </c:pt>
                <c:pt idx="2715">
                  <c:v>64</c:v>
                </c:pt>
                <c:pt idx="2716">
                  <c:v>64</c:v>
                </c:pt>
                <c:pt idx="2717">
                  <c:v>64</c:v>
                </c:pt>
                <c:pt idx="2718">
                  <c:v>64</c:v>
                </c:pt>
                <c:pt idx="2719">
                  <c:v>64</c:v>
                </c:pt>
                <c:pt idx="2720">
                  <c:v>65</c:v>
                </c:pt>
                <c:pt idx="2721">
                  <c:v>64</c:v>
                </c:pt>
                <c:pt idx="2722">
                  <c:v>64</c:v>
                </c:pt>
                <c:pt idx="2723">
                  <c:v>64</c:v>
                </c:pt>
                <c:pt idx="2724">
                  <c:v>64</c:v>
                </c:pt>
                <c:pt idx="2725">
                  <c:v>64</c:v>
                </c:pt>
                <c:pt idx="2726">
                  <c:v>64</c:v>
                </c:pt>
                <c:pt idx="2727">
                  <c:v>64</c:v>
                </c:pt>
                <c:pt idx="2728">
                  <c:v>64</c:v>
                </c:pt>
                <c:pt idx="2729">
                  <c:v>64</c:v>
                </c:pt>
                <c:pt idx="2730">
                  <c:v>64</c:v>
                </c:pt>
                <c:pt idx="2731">
                  <c:v>64</c:v>
                </c:pt>
                <c:pt idx="2732">
                  <c:v>64</c:v>
                </c:pt>
                <c:pt idx="2733">
                  <c:v>64</c:v>
                </c:pt>
                <c:pt idx="2734">
                  <c:v>64</c:v>
                </c:pt>
                <c:pt idx="2735">
                  <c:v>64</c:v>
                </c:pt>
                <c:pt idx="2736">
                  <c:v>64</c:v>
                </c:pt>
                <c:pt idx="2737">
                  <c:v>64</c:v>
                </c:pt>
                <c:pt idx="2738">
                  <c:v>64</c:v>
                </c:pt>
                <c:pt idx="2739">
                  <c:v>64</c:v>
                </c:pt>
                <c:pt idx="2740">
                  <c:v>64</c:v>
                </c:pt>
                <c:pt idx="2741">
                  <c:v>64</c:v>
                </c:pt>
                <c:pt idx="2742">
                  <c:v>64</c:v>
                </c:pt>
                <c:pt idx="2743">
                  <c:v>64</c:v>
                </c:pt>
                <c:pt idx="2744">
                  <c:v>64</c:v>
                </c:pt>
                <c:pt idx="2745">
                  <c:v>64</c:v>
                </c:pt>
                <c:pt idx="2746">
                  <c:v>64</c:v>
                </c:pt>
                <c:pt idx="2747">
                  <c:v>64</c:v>
                </c:pt>
                <c:pt idx="2748">
                  <c:v>64</c:v>
                </c:pt>
                <c:pt idx="2749">
                  <c:v>64</c:v>
                </c:pt>
                <c:pt idx="2750">
                  <c:v>64</c:v>
                </c:pt>
                <c:pt idx="2751">
                  <c:v>64</c:v>
                </c:pt>
                <c:pt idx="2752">
                  <c:v>64</c:v>
                </c:pt>
                <c:pt idx="2753">
                  <c:v>64</c:v>
                </c:pt>
                <c:pt idx="2754">
                  <c:v>64</c:v>
                </c:pt>
                <c:pt idx="2755">
                  <c:v>64</c:v>
                </c:pt>
                <c:pt idx="2756">
                  <c:v>64</c:v>
                </c:pt>
                <c:pt idx="2757">
                  <c:v>64</c:v>
                </c:pt>
                <c:pt idx="2758">
                  <c:v>64</c:v>
                </c:pt>
                <c:pt idx="2759">
                  <c:v>64</c:v>
                </c:pt>
                <c:pt idx="2760">
                  <c:v>64</c:v>
                </c:pt>
                <c:pt idx="2761">
                  <c:v>64</c:v>
                </c:pt>
                <c:pt idx="2762">
                  <c:v>64</c:v>
                </c:pt>
                <c:pt idx="2763">
                  <c:v>64</c:v>
                </c:pt>
                <c:pt idx="2764">
                  <c:v>64</c:v>
                </c:pt>
                <c:pt idx="2765">
                  <c:v>64</c:v>
                </c:pt>
                <c:pt idx="2766">
                  <c:v>64</c:v>
                </c:pt>
                <c:pt idx="2767">
                  <c:v>64</c:v>
                </c:pt>
                <c:pt idx="2768">
                  <c:v>64</c:v>
                </c:pt>
                <c:pt idx="2769">
                  <c:v>64</c:v>
                </c:pt>
                <c:pt idx="2770">
                  <c:v>64</c:v>
                </c:pt>
                <c:pt idx="2771">
                  <c:v>64</c:v>
                </c:pt>
                <c:pt idx="2772">
                  <c:v>64</c:v>
                </c:pt>
                <c:pt idx="2773">
                  <c:v>64</c:v>
                </c:pt>
                <c:pt idx="2774">
                  <c:v>64</c:v>
                </c:pt>
                <c:pt idx="2775">
                  <c:v>64</c:v>
                </c:pt>
                <c:pt idx="2776">
                  <c:v>64</c:v>
                </c:pt>
                <c:pt idx="2777">
                  <c:v>64</c:v>
                </c:pt>
                <c:pt idx="2778">
                  <c:v>64</c:v>
                </c:pt>
                <c:pt idx="2779">
                  <c:v>64</c:v>
                </c:pt>
                <c:pt idx="2780">
                  <c:v>64</c:v>
                </c:pt>
                <c:pt idx="2781">
                  <c:v>64</c:v>
                </c:pt>
                <c:pt idx="2782">
                  <c:v>64</c:v>
                </c:pt>
                <c:pt idx="2783">
                  <c:v>64</c:v>
                </c:pt>
                <c:pt idx="2784">
                  <c:v>64</c:v>
                </c:pt>
                <c:pt idx="2785">
                  <c:v>64</c:v>
                </c:pt>
                <c:pt idx="2786">
                  <c:v>64</c:v>
                </c:pt>
                <c:pt idx="2787">
                  <c:v>64</c:v>
                </c:pt>
                <c:pt idx="2788">
                  <c:v>64</c:v>
                </c:pt>
                <c:pt idx="2789">
                  <c:v>64</c:v>
                </c:pt>
                <c:pt idx="2790">
                  <c:v>64</c:v>
                </c:pt>
                <c:pt idx="2791">
                  <c:v>64</c:v>
                </c:pt>
                <c:pt idx="2792">
                  <c:v>64</c:v>
                </c:pt>
                <c:pt idx="2793">
                  <c:v>64</c:v>
                </c:pt>
                <c:pt idx="2794">
                  <c:v>64</c:v>
                </c:pt>
                <c:pt idx="2795">
                  <c:v>64</c:v>
                </c:pt>
                <c:pt idx="2796">
                  <c:v>64</c:v>
                </c:pt>
                <c:pt idx="2797">
                  <c:v>64</c:v>
                </c:pt>
                <c:pt idx="2798">
                  <c:v>64</c:v>
                </c:pt>
                <c:pt idx="2799">
                  <c:v>64</c:v>
                </c:pt>
                <c:pt idx="2800">
                  <c:v>64</c:v>
                </c:pt>
                <c:pt idx="2801">
                  <c:v>64</c:v>
                </c:pt>
                <c:pt idx="2802">
                  <c:v>64</c:v>
                </c:pt>
                <c:pt idx="2803">
                  <c:v>64</c:v>
                </c:pt>
                <c:pt idx="2804">
                  <c:v>64</c:v>
                </c:pt>
                <c:pt idx="2805">
                  <c:v>64</c:v>
                </c:pt>
                <c:pt idx="2806">
                  <c:v>64</c:v>
                </c:pt>
                <c:pt idx="2807">
                  <c:v>64</c:v>
                </c:pt>
                <c:pt idx="2808">
                  <c:v>64</c:v>
                </c:pt>
                <c:pt idx="2809">
                  <c:v>64</c:v>
                </c:pt>
                <c:pt idx="2810">
                  <c:v>64</c:v>
                </c:pt>
                <c:pt idx="2811">
                  <c:v>64</c:v>
                </c:pt>
                <c:pt idx="2812">
                  <c:v>64</c:v>
                </c:pt>
                <c:pt idx="2813">
                  <c:v>64</c:v>
                </c:pt>
                <c:pt idx="2814">
                  <c:v>64</c:v>
                </c:pt>
                <c:pt idx="2815">
                  <c:v>65</c:v>
                </c:pt>
                <c:pt idx="2816">
                  <c:v>65</c:v>
                </c:pt>
                <c:pt idx="2817">
                  <c:v>65</c:v>
                </c:pt>
                <c:pt idx="2818">
                  <c:v>64</c:v>
                </c:pt>
                <c:pt idx="2819">
                  <c:v>65</c:v>
                </c:pt>
                <c:pt idx="2820">
                  <c:v>64</c:v>
                </c:pt>
                <c:pt idx="2821">
                  <c:v>65</c:v>
                </c:pt>
                <c:pt idx="2822">
                  <c:v>64</c:v>
                </c:pt>
                <c:pt idx="2823">
                  <c:v>64</c:v>
                </c:pt>
                <c:pt idx="2824">
                  <c:v>64</c:v>
                </c:pt>
                <c:pt idx="2825">
                  <c:v>64</c:v>
                </c:pt>
                <c:pt idx="2826">
                  <c:v>64</c:v>
                </c:pt>
                <c:pt idx="2827">
                  <c:v>64</c:v>
                </c:pt>
                <c:pt idx="2828">
                  <c:v>65</c:v>
                </c:pt>
                <c:pt idx="2829">
                  <c:v>65</c:v>
                </c:pt>
                <c:pt idx="2830">
                  <c:v>65</c:v>
                </c:pt>
                <c:pt idx="2831">
                  <c:v>64</c:v>
                </c:pt>
                <c:pt idx="2832">
                  <c:v>65</c:v>
                </c:pt>
                <c:pt idx="2833">
                  <c:v>65</c:v>
                </c:pt>
                <c:pt idx="2834">
                  <c:v>65</c:v>
                </c:pt>
                <c:pt idx="2835">
                  <c:v>64</c:v>
                </c:pt>
                <c:pt idx="2836">
                  <c:v>65</c:v>
                </c:pt>
                <c:pt idx="2837">
                  <c:v>65</c:v>
                </c:pt>
                <c:pt idx="2838">
                  <c:v>65</c:v>
                </c:pt>
                <c:pt idx="2839">
                  <c:v>65</c:v>
                </c:pt>
                <c:pt idx="2840">
                  <c:v>65</c:v>
                </c:pt>
                <c:pt idx="2841">
                  <c:v>65</c:v>
                </c:pt>
                <c:pt idx="2842">
                  <c:v>65</c:v>
                </c:pt>
                <c:pt idx="2843">
                  <c:v>65</c:v>
                </c:pt>
                <c:pt idx="2844">
                  <c:v>64</c:v>
                </c:pt>
                <c:pt idx="2845">
                  <c:v>64</c:v>
                </c:pt>
                <c:pt idx="2846">
                  <c:v>64</c:v>
                </c:pt>
                <c:pt idx="2847">
                  <c:v>64</c:v>
                </c:pt>
                <c:pt idx="2848">
                  <c:v>65</c:v>
                </c:pt>
                <c:pt idx="2849">
                  <c:v>65</c:v>
                </c:pt>
                <c:pt idx="2850">
                  <c:v>65</c:v>
                </c:pt>
                <c:pt idx="2851">
                  <c:v>65</c:v>
                </c:pt>
                <c:pt idx="2852">
                  <c:v>65</c:v>
                </c:pt>
                <c:pt idx="2853">
                  <c:v>65</c:v>
                </c:pt>
                <c:pt idx="2854">
                  <c:v>64</c:v>
                </c:pt>
                <c:pt idx="2855">
                  <c:v>65</c:v>
                </c:pt>
                <c:pt idx="2856">
                  <c:v>65</c:v>
                </c:pt>
                <c:pt idx="2857">
                  <c:v>64</c:v>
                </c:pt>
                <c:pt idx="2858">
                  <c:v>64</c:v>
                </c:pt>
                <c:pt idx="2859">
                  <c:v>64</c:v>
                </c:pt>
                <c:pt idx="2860">
                  <c:v>64</c:v>
                </c:pt>
                <c:pt idx="2861">
                  <c:v>64</c:v>
                </c:pt>
                <c:pt idx="2862">
                  <c:v>65</c:v>
                </c:pt>
                <c:pt idx="2863">
                  <c:v>64</c:v>
                </c:pt>
                <c:pt idx="2864">
                  <c:v>65</c:v>
                </c:pt>
                <c:pt idx="2865">
                  <c:v>65</c:v>
                </c:pt>
                <c:pt idx="2866">
                  <c:v>65</c:v>
                </c:pt>
                <c:pt idx="2867">
                  <c:v>65</c:v>
                </c:pt>
                <c:pt idx="2868">
                  <c:v>65</c:v>
                </c:pt>
                <c:pt idx="2869">
                  <c:v>64</c:v>
                </c:pt>
                <c:pt idx="2870">
                  <c:v>65</c:v>
                </c:pt>
                <c:pt idx="2871">
                  <c:v>65</c:v>
                </c:pt>
                <c:pt idx="2872">
                  <c:v>65</c:v>
                </c:pt>
                <c:pt idx="2873">
                  <c:v>65</c:v>
                </c:pt>
                <c:pt idx="2874">
                  <c:v>65</c:v>
                </c:pt>
                <c:pt idx="2875">
                  <c:v>64</c:v>
                </c:pt>
                <c:pt idx="2876">
                  <c:v>64</c:v>
                </c:pt>
                <c:pt idx="2877">
                  <c:v>64</c:v>
                </c:pt>
                <c:pt idx="2878">
                  <c:v>65</c:v>
                </c:pt>
                <c:pt idx="2879">
                  <c:v>65</c:v>
                </c:pt>
                <c:pt idx="2880">
                  <c:v>65</c:v>
                </c:pt>
                <c:pt idx="2881">
                  <c:v>65</c:v>
                </c:pt>
                <c:pt idx="2882">
                  <c:v>65</c:v>
                </c:pt>
                <c:pt idx="2883">
                  <c:v>65</c:v>
                </c:pt>
                <c:pt idx="2884">
                  <c:v>65</c:v>
                </c:pt>
                <c:pt idx="2885">
                  <c:v>65</c:v>
                </c:pt>
                <c:pt idx="2886">
                  <c:v>65</c:v>
                </c:pt>
                <c:pt idx="2887">
                  <c:v>65</c:v>
                </c:pt>
                <c:pt idx="2888">
                  <c:v>65</c:v>
                </c:pt>
                <c:pt idx="2889">
                  <c:v>65</c:v>
                </c:pt>
                <c:pt idx="2890">
                  <c:v>65</c:v>
                </c:pt>
                <c:pt idx="2891">
                  <c:v>65</c:v>
                </c:pt>
                <c:pt idx="2892">
                  <c:v>65</c:v>
                </c:pt>
                <c:pt idx="2893">
                  <c:v>64</c:v>
                </c:pt>
                <c:pt idx="2894">
                  <c:v>64</c:v>
                </c:pt>
                <c:pt idx="2895">
                  <c:v>64</c:v>
                </c:pt>
                <c:pt idx="2896">
                  <c:v>65</c:v>
                </c:pt>
                <c:pt idx="2897">
                  <c:v>65</c:v>
                </c:pt>
                <c:pt idx="2898">
                  <c:v>65</c:v>
                </c:pt>
                <c:pt idx="2899">
                  <c:v>65</c:v>
                </c:pt>
                <c:pt idx="2900">
                  <c:v>65</c:v>
                </c:pt>
                <c:pt idx="2901">
                  <c:v>65</c:v>
                </c:pt>
                <c:pt idx="2902">
                  <c:v>65</c:v>
                </c:pt>
                <c:pt idx="2903">
                  <c:v>65</c:v>
                </c:pt>
                <c:pt idx="2904">
                  <c:v>65</c:v>
                </c:pt>
                <c:pt idx="2905">
                  <c:v>64</c:v>
                </c:pt>
                <c:pt idx="2906">
                  <c:v>65</c:v>
                </c:pt>
                <c:pt idx="2907">
                  <c:v>65</c:v>
                </c:pt>
                <c:pt idx="2908">
                  <c:v>65</c:v>
                </c:pt>
                <c:pt idx="2909">
                  <c:v>65</c:v>
                </c:pt>
                <c:pt idx="2910">
                  <c:v>65</c:v>
                </c:pt>
                <c:pt idx="2911">
                  <c:v>65</c:v>
                </c:pt>
                <c:pt idx="2912">
                  <c:v>64</c:v>
                </c:pt>
                <c:pt idx="2913">
                  <c:v>65</c:v>
                </c:pt>
                <c:pt idx="2914">
                  <c:v>65</c:v>
                </c:pt>
                <c:pt idx="2915">
                  <c:v>65</c:v>
                </c:pt>
                <c:pt idx="2916">
                  <c:v>65</c:v>
                </c:pt>
                <c:pt idx="2917">
                  <c:v>65</c:v>
                </c:pt>
                <c:pt idx="2918">
                  <c:v>65</c:v>
                </c:pt>
                <c:pt idx="2919">
                  <c:v>65</c:v>
                </c:pt>
                <c:pt idx="2920">
                  <c:v>65</c:v>
                </c:pt>
                <c:pt idx="2921">
                  <c:v>65</c:v>
                </c:pt>
                <c:pt idx="2922">
                  <c:v>65</c:v>
                </c:pt>
                <c:pt idx="2923">
                  <c:v>65</c:v>
                </c:pt>
                <c:pt idx="2924">
                  <c:v>65</c:v>
                </c:pt>
                <c:pt idx="2925">
                  <c:v>65</c:v>
                </c:pt>
                <c:pt idx="2926">
                  <c:v>65</c:v>
                </c:pt>
                <c:pt idx="2927">
                  <c:v>65</c:v>
                </c:pt>
                <c:pt idx="2928">
                  <c:v>65</c:v>
                </c:pt>
                <c:pt idx="2929">
                  <c:v>65</c:v>
                </c:pt>
                <c:pt idx="2930">
                  <c:v>65</c:v>
                </c:pt>
                <c:pt idx="2931">
                  <c:v>65</c:v>
                </c:pt>
                <c:pt idx="2932">
                  <c:v>65</c:v>
                </c:pt>
                <c:pt idx="2933">
                  <c:v>65</c:v>
                </c:pt>
                <c:pt idx="2934">
                  <c:v>65</c:v>
                </c:pt>
                <c:pt idx="2935">
                  <c:v>65</c:v>
                </c:pt>
                <c:pt idx="2936">
                  <c:v>65</c:v>
                </c:pt>
                <c:pt idx="2937">
                  <c:v>65</c:v>
                </c:pt>
                <c:pt idx="2938">
                  <c:v>65</c:v>
                </c:pt>
                <c:pt idx="2939">
                  <c:v>65</c:v>
                </c:pt>
                <c:pt idx="2940">
                  <c:v>65</c:v>
                </c:pt>
                <c:pt idx="2941">
                  <c:v>65</c:v>
                </c:pt>
                <c:pt idx="2942">
                  <c:v>65</c:v>
                </c:pt>
                <c:pt idx="2943">
                  <c:v>65</c:v>
                </c:pt>
                <c:pt idx="2944">
                  <c:v>65</c:v>
                </c:pt>
                <c:pt idx="2945">
                  <c:v>65</c:v>
                </c:pt>
                <c:pt idx="2946">
                  <c:v>65</c:v>
                </c:pt>
                <c:pt idx="2947">
                  <c:v>65</c:v>
                </c:pt>
                <c:pt idx="2948">
                  <c:v>65</c:v>
                </c:pt>
                <c:pt idx="2949">
                  <c:v>65</c:v>
                </c:pt>
                <c:pt idx="2950">
                  <c:v>65</c:v>
                </c:pt>
                <c:pt idx="2951">
                  <c:v>65</c:v>
                </c:pt>
                <c:pt idx="2952">
                  <c:v>65</c:v>
                </c:pt>
                <c:pt idx="2953">
                  <c:v>65</c:v>
                </c:pt>
                <c:pt idx="2954">
                  <c:v>65</c:v>
                </c:pt>
                <c:pt idx="2955">
                  <c:v>65</c:v>
                </c:pt>
                <c:pt idx="2956">
                  <c:v>65</c:v>
                </c:pt>
                <c:pt idx="2957">
                  <c:v>65</c:v>
                </c:pt>
                <c:pt idx="2958">
                  <c:v>65</c:v>
                </c:pt>
                <c:pt idx="2959">
                  <c:v>65</c:v>
                </c:pt>
                <c:pt idx="2960">
                  <c:v>65</c:v>
                </c:pt>
                <c:pt idx="2961">
                  <c:v>65</c:v>
                </c:pt>
                <c:pt idx="2962">
                  <c:v>65</c:v>
                </c:pt>
                <c:pt idx="2963">
                  <c:v>65</c:v>
                </c:pt>
                <c:pt idx="2964">
                  <c:v>65</c:v>
                </c:pt>
                <c:pt idx="2965">
                  <c:v>65</c:v>
                </c:pt>
                <c:pt idx="2966">
                  <c:v>65</c:v>
                </c:pt>
                <c:pt idx="2967">
                  <c:v>65</c:v>
                </c:pt>
                <c:pt idx="2968">
                  <c:v>65</c:v>
                </c:pt>
                <c:pt idx="2969">
                  <c:v>65</c:v>
                </c:pt>
                <c:pt idx="2970">
                  <c:v>65</c:v>
                </c:pt>
                <c:pt idx="2971">
                  <c:v>65</c:v>
                </c:pt>
                <c:pt idx="2972">
                  <c:v>65</c:v>
                </c:pt>
                <c:pt idx="2973">
                  <c:v>65</c:v>
                </c:pt>
                <c:pt idx="2974">
                  <c:v>65</c:v>
                </c:pt>
                <c:pt idx="2975">
                  <c:v>65</c:v>
                </c:pt>
                <c:pt idx="2976">
                  <c:v>65</c:v>
                </c:pt>
                <c:pt idx="2977">
                  <c:v>65</c:v>
                </c:pt>
                <c:pt idx="2978">
                  <c:v>65</c:v>
                </c:pt>
                <c:pt idx="2979">
                  <c:v>65</c:v>
                </c:pt>
                <c:pt idx="2980">
                  <c:v>65</c:v>
                </c:pt>
                <c:pt idx="2981">
                  <c:v>65</c:v>
                </c:pt>
                <c:pt idx="2982">
                  <c:v>65</c:v>
                </c:pt>
                <c:pt idx="2983">
                  <c:v>65</c:v>
                </c:pt>
                <c:pt idx="2984">
                  <c:v>65</c:v>
                </c:pt>
                <c:pt idx="2985">
                  <c:v>65</c:v>
                </c:pt>
                <c:pt idx="2986">
                  <c:v>65</c:v>
                </c:pt>
                <c:pt idx="2987">
                  <c:v>65</c:v>
                </c:pt>
                <c:pt idx="2988">
                  <c:v>65</c:v>
                </c:pt>
                <c:pt idx="2989">
                  <c:v>65</c:v>
                </c:pt>
                <c:pt idx="2990">
                  <c:v>65</c:v>
                </c:pt>
                <c:pt idx="2991">
                  <c:v>65</c:v>
                </c:pt>
                <c:pt idx="2992">
                  <c:v>64</c:v>
                </c:pt>
                <c:pt idx="2993">
                  <c:v>65</c:v>
                </c:pt>
                <c:pt idx="2994">
                  <c:v>65</c:v>
                </c:pt>
                <c:pt idx="2995">
                  <c:v>65</c:v>
                </c:pt>
                <c:pt idx="2996">
                  <c:v>65</c:v>
                </c:pt>
                <c:pt idx="2997">
                  <c:v>65</c:v>
                </c:pt>
                <c:pt idx="2998">
                  <c:v>65</c:v>
                </c:pt>
                <c:pt idx="2999">
                  <c:v>65</c:v>
                </c:pt>
                <c:pt idx="3000">
                  <c:v>65</c:v>
                </c:pt>
                <c:pt idx="3001">
                  <c:v>65</c:v>
                </c:pt>
                <c:pt idx="3002">
                  <c:v>65</c:v>
                </c:pt>
                <c:pt idx="3003">
                  <c:v>65</c:v>
                </c:pt>
                <c:pt idx="3004">
                  <c:v>65</c:v>
                </c:pt>
                <c:pt idx="3005">
                  <c:v>65</c:v>
                </c:pt>
                <c:pt idx="3006">
                  <c:v>65</c:v>
                </c:pt>
                <c:pt idx="3007">
                  <c:v>65</c:v>
                </c:pt>
                <c:pt idx="3008">
                  <c:v>65</c:v>
                </c:pt>
                <c:pt idx="3009">
                  <c:v>64</c:v>
                </c:pt>
                <c:pt idx="3010">
                  <c:v>64</c:v>
                </c:pt>
                <c:pt idx="3011">
                  <c:v>64</c:v>
                </c:pt>
                <c:pt idx="3012">
                  <c:v>64</c:v>
                </c:pt>
                <c:pt idx="3013">
                  <c:v>65</c:v>
                </c:pt>
                <c:pt idx="3014">
                  <c:v>65</c:v>
                </c:pt>
                <c:pt idx="3015">
                  <c:v>65</c:v>
                </c:pt>
                <c:pt idx="3016">
                  <c:v>65</c:v>
                </c:pt>
                <c:pt idx="3017">
                  <c:v>65</c:v>
                </c:pt>
                <c:pt idx="3018">
                  <c:v>65</c:v>
                </c:pt>
                <c:pt idx="3019">
                  <c:v>65</c:v>
                </c:pt>
                <c:pt idx="3020">
                  <c:v>65</c:v>
                </c:pt>
                <c:pt idx="3021">
                  <c:v>65</c:v>
                </c:pt>
                <c:pt idx="3022">
                  <c:v>65</c:v>
                </c:pt>
                <c:pt idx="3023">
                  <c:v>65</c:v>
                </c:pt>
                <c:pt idx="3024">
                  <c:v>65</c:v>
                </c:pt>
                <c:pt idx="3025">
                  <c:v>65</c:v>
                </c:pt>
                <c:pt idx="3026">
                  <c:v>65</c:v>
                </c:pt>
                <c:pt idx="3027">
                  <c:v>65</c:v>
                </c:pt>
                <c:pt idx="3028">
                  <c:v>65</c:v>
                </c:pt>
                <c:pt idx="3029">
                  <c:v>65</c:v>
                </c:pt>
                <c:pt idx="3030">
                  <c:v>65</c:v>
                </c:pt>
                <c:pt idx="3031">
                  <c:v>65</c:v>
                </c:pt>
                <c:pt idx="3032">
                  <c:v>65</c:v>
                </c:pt>
                <c:pt idx="3033">
                  <c:v>65</c:v>
                </c:pt>
                <c:pt idx="3034">
                  <c:v>65</c:v>
                </c:pt>
                <c:pt idx="3035">
                  <c:v>65</c:v>
                </c:pt>
                <c:pt idx="3036">
                  <c:v>65</c:v>
                </c:pt>
                <c:pt idx="3037">
                  <c:v>65</c:v>
                </c:pt>
                <c:pt idx="3038">
                  <c:v>65</c:v>
                </c:pt>
                <c:pt idx="3039">
                  <c:v>65</c:v>
                </c:pt>
                <c:pt idx="3040">
                  <c:v>65</c:v>
                </c:pt>
                <c:pt idx="3041">
                  <c:v>65</c:v>
                </c:pt>
                <c:pt idx="3042">
                  <c:v>65</c:v>
                </c:pt>
                <c:pt idx="3043">
                  <c:v>65</c:v>
                </c:pt>
                <c:pt idx="3044">
                  <c:v>65</c:v>
                </c:pt>
                <c:pt idx="3045">
                  <c:v>65</c:v>
                </c:pt>
                <c:pt idx="3046">
                  <c:v>65</c:v>
                </c:pt>
                <c:pt idx="3047">
                  <c:v>65</c:v>
                </c:pt>
                <c:pt idx="3048">
                  <c:v>65</c:v>
                </c:pt>
                <c:pt idx="3049">
                  <c:v>65</c:v>
                </c:pt>
                <c:pt idx="3050">
                  <c:v>65</c:v>
                </c:pt>
                <c:pt idx="3051">
                  <c:v>65</c:v>
                </c:pt>
                <c:pt idx="3052">
                  <c:v>65</c:v>
                </c:pt>
                <c:pt idx="3053">
                  <c:v>65</c:v>
                </c:pt>
                <c:pt idx="3054">
                  <c:v>65</c:v>
                </c:pt>
                <c:pt idx="3055">
                  <c:v>65</c:v>
                </c:pt>
                <c:pt idx="3056">
                  <c:v>65</c:v>
                </c:pt>
                <c:pt idx="3057">
                  <c:v>64</c:v>
                </c:pt>
                <c:pt idx="3058">
                  <c:v>65</c:v>
                </c:pt>
                <c:pt idx="3059">
                  <c:v>65</c:v>
                </c:pt>
                <c:pt idx="3060">
                  <c:v>65</c:v>
                </c:pt>
                <c:pt idx="3061">
                  <c:v>65</c:v>
                </c:pt>
                <c:pt idx="3062">
                  <c:v>65</c:v>
                </c:pt>
                <c:pt idx="3063">
                  <c:v>65</c:v>
                </c:pt>
                <c:pt idx="3064">
                  <c:v>65</c:v>
                </c:pt>
                <c:pt idx="3065">
                  <c:v>65</c:v>
                </c:pt>
                <c:pt idx="3066">
                  <c:v>65</c:v>
                </c:pt>
                <c:pt idx="3067">
                  <c:v>65</c:v>
                </c:pt>
                <c:pt idx="3068">
                  <c:v>65</c:v>
                </c:pt>
                <c:pt idx="3069">
                  <c:v>65</c:v>
                </c:pt>
                <c:pt idx="3070">
                  <c:v>64</c:v>
                </c:pt>
                <c:pt idx="3071">
                  <c:v>65</c:v>
                </c:pt>
                <c:pt idx="3072">
                  <c:v>65</c:v>
                </c:pt>
                <c:pt idx="3073">
                  <c:v>65</c:v>
                </c:pt>
                <c:pt idx="3074">
                  <c:v>65</c:v>
                </c:pt>
                <c:pt idx="3075">
                  <c:v>65</c:v>
                </c:pt>
                <c:pt idx="3076">
                  <c:v>65</c:v>
                </c:pt>
                <c:pt idx="3077">
                  <c:v>65</c:v>
                </c:pt>
                <c:pt idx="3078">
                  <c:v>65</c:v>
                </c:pt>
                <c:pt idx="3079">
                  <c:v>65</c:v>
                </c:pt>
                <c:pt idx="3080">
                  <c:v>65</c:v>
                </c:pt>
                <c:pt idx="3081">
                  <c:v>65</c:v>
                </c:pt>
                <c:pt idx="3082">
                  <c:v>65</c:v>
                </c:pt>
                <c:pt idx="3083">
                  <c:v>65</c:v>
                </c:pt>
                <c:pt idx="3084">
                  <c:v>64</c:v>
                </c:pt>
                <c:pt idx="3085">
                  <c:v>64</c:v>
                </c:pt>
                <c:pt idx="3086">
                  <c:v>65</c:v>
                </c:pt>
                <c:pt idx="3087">
                  <c:v>65</c:v>
                </c:pt>
                <c:pt idx="3088">
                  <c:v>65</c:v>
                </c:pt>
                <c:pt idx="3089">
                  <c:v>65</c:v>
                </c:pt>
                <c:pt idx="3090">
                  <c:v>65</c:v>
                </c:pt>
                <c:pt idx="3091">
                  <c:v>65</c:v>
                </c:pt>
                <c:pt idx="3092">
                  <c:v>65</c:v>
                </c:pt>
                <c:pt idx="3093">
                  <c:v>65</c:v>
                </c:pt>
                <c:pt idx="3094">
                  <c:v>65</c:v>
                </c:pt>
                <c:pt idx="3095">
                  <c:v>65</c:v>
                </c:pt>
                <c:pt idx="3096">
                  <c:v>65</c:v>
                </c:pt>
                <c:pt idx="3097">
                  <c:v>65</c:v>
                </c:pt>
                <c:pt idx="3098">
                  <c:v>65</c:v>
                </c:pt>
                <c:pt idx="3099">
                  <c:v>65</c:v>
                </c:pt>
                <c:pt idx="3100">
                  <c:v>65</c:v>
                </c:pt>
                <c:pt idx="3101">
                  <c:v>65</c:v>
                </c:pt>
                <c:pt idx="3102">
                  <c:v>65</c:v>
                </c:pt>
                <c:pt idx="3103">
                  <c:v>65</c:v>
                </c:pt>
                <c:pt idx="3104">
                  <c:v>65</c:v>
                </c:pt>
                <c:pt idx="3105">
                  <c:v>65</c:v>
                </c:pt>
                <c:pt idx="3106">
                  <c:v>65</c:v>
                </c:pt>
                <c:pt idx="3107">
                  <c:v>65</c:v>
                </c:pt>
                <c:pt idx="3108">
                  <c:v>64</c:v>
                </c:pt>
                <c:pt idx="3109">
                  <c:v>64</c:v>
                </c:pt>
                <c:pt idx="3110">
                  <c:v>64</c:v>
                </c:pt>
                <c:pt idx="3111">
                  <c:v>65</c:v>
                </c:pt>
                <c:pt idx="3112">
                  <c:v>65</c:v>
                </c:pt>
                <c:pt idx="3113">
                  <c:v>65</c:v>
                </c:pt>
                <c:pt idx="3114">
                  <c:v>65</c:v>
                </c:pt>
                <c:pt idx="3115">
                  <c:v>64</c:v>
                </c:pt>
                <c:pt idx="3116">
                  <c:v>65</c:v>
                </c:pt>
                <c:pt idx="3117">
                  <c:v>64</c:v>
                </c:pt>
                <c:pt idx="3118">
                  <c:v>64</c:v>
                </c:pt>
                <c:pt idx="3119">
                  <c:v>64</c:v>
                </c:pt>
                <c:pt idx="3120">
                  <c:v>64</c:v>
                </c:pt>
                <c:pt idx="3121">
                  <c:v>65</c:v>
                </c:pt>
                <c:pt idx="3122">
                  <c:v>64</c:v>
                </c:pt>
                <c:pt idx="3123">
                  <c:v>65</c:v>
                </c:pt>
                <c:pt idx="3124">
                  <c:v>65</c:v>
                </c:pt>
                <c:pt idx="3125">
                  <c:v>65</c:v>
                </c:pt>
                <c:pt idx="3126">
                  <c:v>65</c:v>
                </c:pt>
                <c:pt idx="3127">
                  <c:v>65</c:v>
                </c:pt>
                <c:pt idx="3128">
                  <c:v>65</c:v>
                </c:pt>
                <c:pt idx="3129">
                  <c:v>65</c:v>
                </c:pt>
                <c:pt idx="3130">
                  <c:v>65</c:v>
                </c:pt>
                <c:pt idx="3131">
                  <c:v>65</c:v>
                </c:pt>
                <c:pt idx="3132">
                  <c:v>64</c:v>
                </c:pt>
                <c:pt idx="3133">
                  <c:v>65</c:v>
                </c:pt>
                <c:pt idx="3134">
                  <c:v>64</c:v>
                </c:pt>
                <c:pt idx="3135">
                  <c:v>65</c:v>
                </c:pt>
                <c:pt idx="3136">
                  <c:v>64</c:v>
                </c:pt>
                <c:pt idx="3137">
                  <c:v>64</c:v>
                </c:pt>
                <c:pt idx="3138">
                  <c:v>64</c:v>
                </c:pt>
                <c:pt idx="3139">
                  <c:v>64</c:v>
                </c:pt>
                <c:pt idx="3140">
                  <c:v>65</c:v>
                </c:pt>
                <c:pt idx="3141">
                  <c:v>64</c:v>
                </c:pt>
                <c:pt idx="3142">
                  <c:v>65</c:v>
                </c:pt>
                <c:pt idx="3143">
                  <c:v>65</c:v>
                </c:pt>
                <c:pt idx="3144">
                  <c:v>64</c:v>
                </c:pt>
                <c:pt idx="3145">
                  <c:v>65</c:v>
                </c:pt>
                <c:pt idx="3146">
                  <c:v>65</c:v>
                </c:pt>
                <c:pt idx="3147">
                  <c:v>64</c:v>
                </c:pt>
                <c:pt idx="3148">
                  <c:v>64</c:v>
                </c:pt>
                <c:pt idx="3149">
                  <c:v>64</c:v>
                </c:pt>
                <c:pt idx="3150">
                  <c:v>64</c:v>
                </c:pt>
                <c:pt idx="3151">
                  <c:v>64</c:v>
                </c:pt>
                <c:pt idx="3152">
                  <c:v>65</c:v>
                </c:pt>
                <c:pt idx="3153">
                  <c:v>64</c:v>
                </c:pt>
                <c:pt idx="3154">
                  <c:v>65</c:v>
                </c:pt>
                <c:pt idx="3155">
                  <c:v>65</c:v>
                </c:pt>
                <c:pt idx="3156">
                  <c:v>65</c:v>
                </c:pt>
                <c:pt idx="3157">
                  <c:v>65</c:v>
                </c:pt>
                <c:pt idx="3158">
                  <c:v>65</c:v>
                </c:pt>
                <c:pt idx="3159">
                  <c:v>64</c:v>
                </c:pt>
                <c:pt idx="3160">
                  <c:v>65</c:v>
                </c:pt>
                <c:pt idx="3161">
                  <c:v>64</c:v>
                </c:pt>
                <c:pt idx="3162">
                  <c:v>64</c:v>
                </c:pt>
                <c:pt idx="3163">
                  <c:v>65</c:v>
                </c:pt>
                <c:pt idx="3164">
                  <c:v>64</c:v>
                </c:pt>
                <c:pt idx="3165">
                  <c:v>64</c:v>
                </c:pt>
                <c:pt idx="3166">
                  <c:v>64</c:v>
                </c:pt>
                <c:pt idx="3167">
                  <c:v>64</c:v>
                </c:pt>
                <c:pt idx="3168">
                  <c:v>65</c:v>
                </c:pt>
                <c:pt idx="3169">
                  <c:v>64</c:v>
                </c:pt>
                <c:pt idx="3170">
                  <c:v>64</c:v>
                </c:pt>
                <c:pt idx="3171">
                  <c:v>64</c:v>
                </c:pt>
                <c:pt idx="3172">
                  <c:v>64</c:v>
                </c:pt>
                <c:pt idx="3173">
                  <c:v>64</c:v>
                </c:pt>
                <c:pt idx="3174">
                  <c:v>64</c:v>
                </c:pt>
                <c:pt idx="3175">
                  <c:v>64</c:v>
                </c:pt>
                <c:pt idx="3176">
                  <c:v>64</c:v>
                </c:pt>
                <c:pt idx="3177">
                  <c:v>64</c:v>
                </c:pt>
                <c:pt idx="3178">
                  <c:v>65</c:v>
                </c:pt>
                <c:pt idx="3179">
                  <c:v>65</c:v>
                </c:pt>
                <c:pt idx="3180">
                  <c:v>64</c:v>
                </c:pt>
                <c:pt idx="3181">
                  <c:v>64</c:v>
                </c:pt>
                <c:pt idx="3182">
                  <c:v>64</c:v>
                </c:pt>
                <c:pt idx="3183">
                  <c:v>65</c:v>
                </c:pt>
                <c:pt idx="3184">
                  <c:v>64</c:v>
                </c:pt>
                <c:pt idx="3185">
                  <c:v>65</c:v>
                </c:pt>
                <c:pt idx="3186">
                  <c:v>65</c:v>
                </c:pt>
                <c:pt idx="3187">
                  <c:v>65</c:v>
                </c:pt>
                <c:pt idx="3188">
                  <c:v>65</c:v>
                </c:pt>
                <c:pt idx="3189">
                  <c:v>65</c:v>
                </c:pt>
                <c:pt idx="3190">
                  <c:v>64</c:v>
                </c:pt>
                <c:pt idx="3191">
                  <c:v>64</c:v>
                </c:pt>
                <c:pt idx="3192">
                  <c:v>65</c:v>
                </c:pt>
                <c:pt idx="3193">
                  <c:v>64</c:v>
                </c:pt>
                <c:pt idx="3194">
                  <c:v>64</c:v>
                </c:pt>
                <c:pt idx="3195">
                  <c:v>64</c:v>
                </c:pt>
                <c:pt idx="3196">
                  <c:v>64</c:v>
                </c:pt>
                <c:pt idx="3197">
                  <c:v>64</c:v>
                </c:pt>
                <c:pt idx="3198">
                  <c:v>64</c:v>
                </c:pt>
                <c:pt idx="3199">
                  <c:v>64</c:v>
                </c:pt>
                <c:pt idx="3200">
                  <c:v>64</c:v>
                </c:pt>
                <c:pt idx="3201">
                  <c:v>64</c:v>
                </c:pt>
                <c:pt idx="3202">
                  <c:v>64</c:v>
                </c:pt>
                <c:pt idx="3203">
                  <c:v>64</c:v>
                </c:pt>
                <c:pt idx="3204">
                  <c:v>64</c:v>
                </c:pt>
                <c:pt idx="3205">
                  <c:v>64</c:v>
                </c:pt>
                <c:pt idx="3206">
                  <c:v>64</c:v>
                </c:pt>
                <c:pt idx="3207">
                  <c:v>64</c:v>
                </c:pt>
                <c:pt idx="3208">
                  <c:v>64</c:v>
                </c:pt>
                <c:pt idx="3209">
                  <c:v>64</c:v>
                </c:pt>
                <c:pt idx="3210">
                  <c:v>64</c:v>
                </c:pt>
                <c:pt idx="3211">
                  <c:v>64</c:v>
                </c:pt>
                <c:pt idx="3212">
                  <c:v>64</c:v>
                </c:pt>
                <c:pt idx="3213">
                  <c:v>64</c:v>
                </c:pt>
                <c:pt idx="3214">
                  <c:v>64</c:v>
                </c:pt>
                <c:pt idx="3215">
                  <c:v>64</c:v>
                </c:pt>
                <c:pt idx="3216">
                  <c:v>64</c:v>
                </c:pt>
                <c:pt idx="3217">
                  <c:v>64</c:v>
                </c:pt>
                <c:pt idx="3218">
                  <c:v>64</c:v>
                </c:pt>
                <c:pt idx="3219">
                  <c:v>64</c:v>
                </c:pt>
                <c:pt idx="3220">
                  <c:v>64</c:v>
                </c:pt>
                <c:pt idx="3221">
                  <c:v>64</c:v>
                </c:pt>
                <c:pt idx="3222">
                  <c:v>64</c:v>
                </c:pt>
                <c:pt idx="3223">
                  <c:v>64</c:v>
                </c:pt>
                <c:pt idx="3224">
                  <c:v>64</c:v>
                </c:pt>
                <c:pt idx="3225">
                  <c:v>64</c:v>
                </c:pt>
                <c:pt idx="3226">
                  <c:v>64</c:v>
                </c:pt>
                <c:pt idx="3227">
                  <c:v>64</c:v>
                </c:pt>
                <c:pt idx="3228">
                  <c:v>64</c:v>
                </c:pt>
                <c:pt idx="3229">
                  <c:v>64</c:v>
                </c:pt>
                <c:pt idx="3230">
                  <c:v>64</c:v>
                </c:pt>
                <c:pt idx="3231">
                  <c:v>64</c:v>
                </c:pt>
                <c:pt idx="3232">
                  <c:v>64</c:v>
                </c:pt>
                <c:pt idx="3233">
                  <c:v>64</c:v>
                </c:pt>
                <c:pt idx="3234">
                  <c:v>64</c:v>
                </c:pt>
                <c:pt idx="3235">
                  <c:v>64</c:v>
                </c:pt>
                <c:pt idx="3236">
                  <c:v>64</c:v>
                </c:pt>
                <c:pt idx="3237">
                  <c:v>64</c:v>
                </c:pt>
                <c:pt idx="3238">
                  <c:v>64</c:v>
                </c:pt>
                <c:pt idx="3239">
                  <c:v>64</c:v>
                </c:pt>
                <c:pt idx="3240">
                  <c:v>64</c:v>
                </c:pt>
                <c:pt idx="3241">
                  <c:v>64</c:v>
                </c:pt>
                <c:pt idx="3242">
                  <c:v>64</c:v>
                </c:pt>
                <c:pt idx="3243">
                  <c:v>64</c:v>
                </c:pt>
                <c:pt idx="3244">
                  <c:v>64</c:v>
                </c:pt>
                <c:pt idx="3245">
                  <c:v>64</c:v>
                </c:pt>
                <c:pt idx="3246">
                  <c:v>64</c:v>
                </c:pt>
                <c:pt idx="3247">
                  <c:v>64</c:v>
                </c:pt>
                <c:pt idx="3248">
                  <c:v>64</c:v>
                </c:pt>
                <c:pt idx="3249">
                  <c:v>64</c:v>
                </c:pt>
                <c:pt idx="3250">
                  <c:v>64</c:v>
                </c:pt>
                <c:pt idx="3251">
                  <c:v>64</c:v>
                </c:pt>
                <c:pt idx="3252">
                  <c:v>65</c:v>
                </c:pt>
                <c:pt idx="3253">
                  <c:v>64</c:v>
                </c:pt>
                <c:pt idx="3254">
                  <c:v>64</c:v>
                </c:pt>
                <c:pt idx="3255">
                  <c:v>64</c:v>
                </c:pt>
                <c:pt idx="3256">
                  <c:v>64</c:v>
                </c:pt>
                <c:pt idx="3257">
                  <c:v>64</c:v>
                </c:pt>
                <c:pt idx="3258">
                  <c:v>64</c:v>
                </c:pt>
                <c:pt idx="3259">
                  <c:v>64</c:v>
                </c:pt>
                <c:pt idx="3260">
                  <c:v>64</c:v>
                </c:pt>
                <c:pt idx="3261">
                  <c:v>64</c:v>
                </c:pt>
                <c:pt idx="3262">
                  <c:v>64</c:v>
                </c:pt>
                <c:pt idx="3263">
                  <c:v>64</c:v>
                </c:pt>
                <c:pt idx="3264">
                  <c:v>65</c:v>
                </c:pt>
                <c:pt idx="3265">
                  <c:v>65</c:v>
                </c:pt>
                <c:pt idx="3266">
                  <c:v>64</c:v>
                </c:pt>
                <c:pt idx="3267">
                  <c:v>64</c:v>
                </c:pt>
                <c:pt idx="3268">
                  <c:v>64</c:v>
                </c:pt>
                <c:pt idx="3269">
                  <c:v>65</c:v>
                </c:pt>
                <c:pt idx="3270">
                  <c:v>64</c:v>
                </c:pt>
                <c:pt idx="3271">
                  <c:v>64</c:v>
                </c:pt>
                <c:pt idx="3272">
                  <c:v>65</c:v>
                </c:pt>
                <c:pt idx="3273">
                  <c:v>65</c:v>
                </c:pt>
                <c:pt idx="3274">
                  <c:v>64</c:v>
                </c:pt>
                <c:pt idx="3275">
                  <c:v>65</c:v>
                </c:pt>
                <c:pt idx="3276">
                  <c:v>65</c:v>
                </c:pt>
                <c:pt idx="3277">
                  <c:v>64</c:v>
                </c:pt>
                <c:pt idx="3278">
                  <c:v>64</c:v>
                </c:pt>
                <c:pt idx="3279">
                  <c:v>64</c:v>
                </c:pt>
                <c:pt idx="3280">
                  <c:v>65</c:v>
                </c:pt>
                <c:pt idx="3281">
                  <c:v>64</c:v>
                </c:pt>
                <c:pt idx="3282">
                  <c:v>65</c:v>
                </c:pt>
                <c:pt idx="3283">
                  <c:v>64</c:v>
                </c:pt>
                <c:pt idx="3284">
                  <c:v>64</c:v>
                </c:pt>
                <c:pt idx="3285">
                  <c:v>65</c:v>
                </c:pt>
                <c:pt idx="3286">
                  <c:v>65</c:v>
                </c:pt>
                <c:pt idx="3287">
                  <c:v>64</c:v>
                </c:pt>
                <c:pt idx="3288">
                  <c:v>64</c:v>
                </c:pt>
                <c:pt idx="3289">
                  <c:v>65</c:v>
                </c:pt>
                <c:pt idx="3290">
                  <c:v>65</c:v>
                </c:pt>
                <c:pt idx="3291">
                  <c:v>65</c:v>
                </c:pt>
                <c:pt idx="3292">
                  <c:v>64</c:v>
                </c:pt>
                <c:pt idx="3293">
                  <c:v>64</c:v>
                </c:pt>
                <c:pt idx="3294">
                  <c:v>65</c:v>
                </c:pt>
                <c:pt idx="3295">
                  <c:v>64</c:v>
                </c:pt>
                <c:pt idx="3296">
                  <c:v>64</c:v>
                </c:pt>
                <c:pt idx="3297">
                  <c:v>65</c:v>
                </c:pt>
                <c:pt idx="3298">
                  <c:v>65</c:v>
                </c:pt>
                <c:pt idx="3299">
                  <c:v>64</c:v>
                </c:pt>
                <c:pt idx="3300">
                  <c:v>65</c:v>
                </c:pt>
                <c:pt idx="3301">
                  <c:v>65</c:v>
                </c:pt>
                <c:pt idx="3302">
                  <c:v>65</c:v>
                </c:pt>
                <c:pt idx="3303">
                  <c:v>64</c:v>
                </c:pt>
                <c:pt idx="3304">
                  <c:v>64</c:v>
                </c:pt>
                <c:pt idx="3305">
                  <c:v>65</c:v>
                </c:pt>
                <c:pt idx="3306">
                  <c:v>65</c:v>
                </c:pt>
                <c:pt idx="3307">
                  <c:v>64</c:v>
                </c:pt>
                <c:pt idx="3308">
                  <c:v>65</c:v>
                </c:pt>
                <c:pt idx="3309">
                  <c:v>64</c:v>
                </c:pt>
                <c:pt idx="3310">
                  <c:v>64</c:v>
                </c:pt>
                <c:pt idx="3311">
                  <c:v>64</c:v>
                </c:pt>
                <c:pt idx="3312">
                  <c:v>64</c:v>
                </c:pt>
                <c:pt idx="3313">
                  <c:v>65</c:v>
                </c:pt>
                <c:pt idx="3314">
                  <c:v>65</c:v>
                </c:pt>
                <c:pt idx="3315">
                  <c:v>65</c:v>
                </c:pt>
                <c:pt idx="3316">
                  <c:v>65</c:v>
                </c:pt>
                <c:pt idx="3317">
                  <c:v>64</c:v>
                </c:pt>
                <c:pt idx="3318">
                  <c:v>65</c:v>
                </c:pt>
                <c:pt idx="3319">
                  <c:v>65</c:v>
                </c:pt>
                <c:pt idx="3320">
                  <c:v>65</c:v>
                </c:pt>
                <c:pt idx="3321">
                  <c:v>65</c:v>
                </c:pt>
                <c:pt idx="3322">
                  <c:v>65</c:v>
                </c:pt>
                <c:pt idx="3323">
                  <c:v>65</c:v>
                </c:pt>
                <c:pt idx="3324">
                  <c:v>65</c:v>
                </c:pt>
                <c:pt idx="3325">
                  <c:v>65</c:v>
                </c:pt>
                <c:pt idx="3326">
                  <c:v>65</c:v>
                </c:pt>
                <c:pt idx="3327">
                  <c:v>65</c:v>
                </c:pt>
                <c:pt idx="3328">
                  <c:v>65</c:v>
                </c:pt>
                <c:pt idx="3329">
                  <c:v>65</c:v>
                </c:pt>
                <c:pt idx="3330">
                  <c:v>65</c:v>
                </c:pt>
                <c:pt idx="3331">
                  <c:v>65</c:v>
                </c:pt>
                <c:pt idx="3332">
                  <c:v>65</c:v>
                </c:pt>
                <c:pt idx="3333">
                  <c:v>64</c:v>
                </c:pt>
                <c:pt idx="3334">
                  <c:v>65</c:v>
                </c:pt>
                <c:pt idx="3335">
                  <c:v>65</c:v>
                </c:pt>
                <c:pt idx="3336">
                  <c:v>65</c:v>
                </c:pt>
                <c:pt idx="3337">
                  <c:v>65</c:v>
                </c:pt>
                <c:pt idx="3338">
                  <c:v>65</c:v>
                </c:pt>
                <c:pt idx="3339">
                  <c:v>65</c:v>
                </c:pt>
                <c:pt idx="3340">
                  <c:v>65</c:v>
                </c:pt>
                <c:pt idx="3341">
                  <c:v>65</c:v>
                </c:pt>
                <c:pt idx="3342">
                  <c:v>65</c:v>
                </c:pt>
                <c:pt idx="3343">
                  <c:v>65</c:v>
                </c:pt>
                <c:pt idx="3344">
                  <c:v>64</c:v>
                </c:pt>
                <c:pt idx="3345">
                  <c:v>65</c:v>
                </c:pt>
                <c:pt idx="3346">
                  <c:v>65</c:v>
                </c:pt>
                <c:pt idx="3347">
                  <c:v>65</c:v>
                </c:pt>
                <c:pt idx="3348">
                  <c:v>64</c:v>
                </c:pt>
                <c:pt idx="3349">
                  <c:v>65</c:v>
                </c:pt>
                <c:pt idx="3350">
                  <c:v>65</c:v>
                </c:pt>
                <c:pt idx="3351">
                  <c:v>65</c:v>
                </c:pt>
                <c:pt idx="3352">
                  <c:v>65</c:v>
                </c:pt>
                <c:pt idx="3353">
                  <c:v>65</c:v>
                </c:pt>
                <c:pt idx="3354">
                  <c:v>65</c:v>
                </c:pt>
                <c:pt idx="3355">
                  <c:v>65</c:v>
                </c:pt>
                <c:pt idx="3356">
                  <c:v>65</c:v>
                </c:pt>
                <c:pt idx="3357">
                  <c:v>65</c:v>
                </c:pt>
                <c:pt idx="3358">
                  <c:v>65</c:v>
                </c:pt>
                <c:pt idx="3359">
                  <c:v>65</c:v>
                </c:pt>
                <c:pt idx="3360">
                  <c:v>65</c:v>
                </c:pt>
                <c:pt idx="3361">
                  <c:v>65</c:v>
                </c:pt>
                <c:pt idx="3362">
                  <c:v>65</c:v>
                </c:pt>
                <c:pt idx="3363">
                  <c:v>65</c:v>
                </c:pt>
                <c:pt idx="3364">
                  <c:v>65</c:v>
                </c:pt>
                <c:pt idx="3365">
                  <c:v>65</c:v>
                </c:pt>
                <c:pt idx="3366">
                  <c:v>65</c:v>
                </c:pt>
                <c:pt idx="3367">
                  <c:v>65</c:v>
                </c:pt>
                <c:pt idx="3368">
                  <c:v>65</c:v>
                </c:pt>
                <c:pt idx="3369">
                  <c:v>65</c:v>
                </c:pt>
                <c:pt idx="3370">
                  <c:v>65</c:v>
                </c:pt>
                <c:pt idx="3371">
                  <c:v>65</c:v>
                </c:pt>
                <c:pt idx="3372">
                  <c:v>65</c:v>
                </c:pt>
                <c:pt idx="3373">
                  <c:v>65</c:v>
                </c:pt>
                <c:pt idx="3374">
                  <c:v>65</c:v>
                </c:pt>
                <c:pt idx="3375">
                  <c:v>65</c:v>
                </c:pt>
                <c:pt idx="3376">
                  <c:v>65</c:v>
                </c:pt>
                <c:pt idx="3377">
                  <c:v>65</c:v>
                </c:pt>
                <c:pt idx="3378">
                  <c:v>65</c:v>
                </c:pt>
                <c:pt idx="3379">
                  <c:v>65</c:v>
                </c:pt>
                <c:pt idx="3380">
                  <c:v>65</c:v>
                </c:pt>
                <c:pt idx="3381">
                  <c:v>65</c:v>
                </c:pt>
                <c:pt idx="3382">
                  <c:v>65</c:v>
                </c:pt>
                <c:pt idx="3383">
                  <c:v>65</c:v>
                </c:pt>
                <c:pt idx="3384">
                  <c:v>65</c:v>
                </c:pt>
                <c:pt idx="3385">
                  <c:v>65</c:v>
                </c:pt>
                <c:pt idx="3386">
                  <c:v>65</c:v>
                </c:pt>
                <c:pt idx="3387">
                  <c:v>65</c:v>
                </c:pt>
                <c:pt idx="3388">
                  <c:v>65</c:v>
                </c:pt>
                <c:pt idx="3389">
                  <c:v>65</c:v>
                </c:pt>
                <c:pt idx="3390">
                  <c:v>65</c:v>
                </c:pt>
                <c:pt idx="3391">
                  <c:v>65</c:v>
                </c:pt>
                <c:pt idx="3392">
                  <c:v>65</c:v>
                </c:pt>
                <c:pt idx="3393">
                  <c:v>64</c:v>
                </c:pt>
                <c:pt idx="3394">
                  <c:v>65</c:v>
                </c:pt>
                <c:pt idx="3395">
                  <c:v>65</c:v>
                </c:pt>
                <c:pt idx="3396">
                  <c:v>65</c:v>
                </c:pt>
                <c:pt idx="3397">
                  <c:v>65</c:v>
                </c:pt>
                <c:pt idx="3398">
                  <c:v>65</c:v>
                </c:pt>
                <c:pt idx="3399">
                  <c:v>64</c:v>
                </c:pt>
                <c:pt idx="3400">
                  <c:v>65</c:v>
                </c:pt>
                <c:pt idx="3401">
                  <c:v>65</c:v>
                </c:pt>
                <c:pt idx="3402">
                  <c:v>64</c:v>
                </c:pt>
                <c:pt idx="3403">
                  <c:v>64</c:v>
                </c:pt>
                <c:pt idx="3404">
                  <c:v>65</c:v>
                </c:pt>
                <c:pt idx="3405">
                  <c:v>65</c:v>
                </c:pt>
                <c:pt idx="3406">
                  <c:v>65</c:v>
                </c:pt>
                <c:pt idx="3407">
                  <c:v>65</c:v>
                </c:pt>
                <c:pt idx="3408">
                  <c:v>64</c:v>
                </c:pt>
                <c:pt idx="3409">
                  <c:v>65</c:v>
                </c:pt>
                <c:pt idx="3410">
                  <c:v>65</c:v>
                </c:pt>
                <c:pt idx="3411">
                  <c:v>65</c:v>
                </c:pt>
                <c:pt idx="3412">
                  <c:v>65</c:v>
                </c:pt>
                <c:pt idx="3413">
                  <c:v>65</c:v>
                </c:pt>
                <c:pt idx="3414">
                  <c:v>65</c:v>
                </c:pt>
                <c:pt idx="3415">
                  <c:v>65</c:v>
                </c:pt>
                <c:pt idx="3416">
                  <c:v>65</c:v>
                </c:pt>
                <c:pt idx="3417">
                  <c:v>65</c:v>
                </c:pt>
                <c:pt idx="3418">
                  <c:v>65</c:v>
                </c:pt>
                <c:pt idx="3419">
                  <c:v>64</c:v>
                </c:pt>
                <c:pt idx="3420">
                  <c:v>65</c:v>
                </c:pt>
                <c:pt idx="3421">
                  <c:v>64</c:v>
                </c:pt>
                <c:pt idx="3422">
                  <c:v>65</c:v>
                </c:pt>
                <c:pt idx="3423">
                  <c:v>65</c:v>
                </c:pt>
                <c:pt idx="3424">
                  <c:v>65</c:v>
                </c:pt>
                <c:pt idx="3425">
                  <c:v>64</c:v>
                </c:pt>
                <c:pt idx="3426">
                  <c:v>64</c:v>
                </c:pt>
                <c:pt idx="3427">
                  <c:v>65</c:v>
                </c:pt>
                <c:pt idx="3428">
                  <c:v>64</c:v>
                </c:pt>
                <c:pt idx="3429">
                  <c:v>65</c:v>
                </c:pt>
                <c:pt idx="3430">
                  <c:v>64</c:v>
                </c:pt>
                <c:pt idx="3431">
                  <c:v>65</c:v>
                </c:pt>
                <c:pt idx="3432">
                  <c:v>65</c:v>
                </c:pt>
                <c:pt idx="3433">
                  <c:v>65</c:v>
                </c:pt>
                <c:pt idx="3434">
                  <c:v>64</c:v>
                </c:pt>
                <c:pt idx="3435">
                  <c:v>65</c:v>
                </c:pt>
                <c:pt idx="3436">
                  <c:v>65</c:v>
                </c:pt>
                <c:pt idx="3437">
                  <c:v>64</c:v>
                </c:pt>
                <c:pt idx="3438">
                  <c:v>65</c:v>
                </c:pt>
                <c:pt idx="3439">
                  <c:v>64</c:v>
                </c:pt>
                <c:pt idx="3440">
                  <c:v>65</c:v>
                </c:pt>
                <c:pt idx="3441">
                  <c:v>64</c:v>
                </c:pt>
                <c:pt idx="3442">
                  <c:v>64</c:v>
                </c:pt>
                <c:pt idx="3443">
                  <c:v>64</c:v>
                </c:pt>
                <c:pt idx="3444">
                  <c:v>65</c:v>
                </c:pt>
                <c:pt idx="3445">
                  <c:v>65</c:v>
                </c:pt>
                <c:pt idx="3446">
                  <c:v>64</c:v>
                </c:pt>
                <c:pt idx="3447">
                  <c:v>65</c:v>
                </c:pt>
                <c:pt idx="3448">
                  <c:v>64</c:v>
                </c:pt>
                <c:pt idx="3449">
                  <c:v>64</c:v>
                </c:pt>
                <c:pt idx="3450">
                  <c:v>64</c:v>
                </c:pt>
                <c:pt idx="3451">
                  <c:v>64</c:v>
                </c:pt>
                <c:pt idx="3452">
                  <c:v>64</c:v>
                </c:pt>
                <c:pt idx="3453">
                  <c:v>64</c:v>
                </c:pt>
                <c:pt idx="3454">
                  <c:v>64</c:v>
                </c:pt>
                <c:pt idx="3455">
                  <c:v>64</c:v>
                </c:pt>
                <c:pt idx="3456">
                  <c:v>64</c:v>
                </c:pt>
                <c:pt idx="3457">
                  <c:v>64</c:v>
                </c:pt>
                <c:pt idx="3458">
                  <c:v>64</c:v>
                </c:pt>
                <c:pt idx="3459">
                  <c:v>64</c:v>
                </c:pt>
                <c:pt idx="3460">
                  <c:v>64</c:v>
                </c:pt>
                <c:pt idx="3461">
                  <c:v>64</c:v>
                </c:pt>
                <c:pt idx="3462">
                  <c:v>64</c:v>
                </c:pt>
                <c:pt idx="3463">
                  <c:v>64</c:v>
                </c:pt>
                <c:pt idx="3464">
                  <c:v>64</c:v>
                </c:pt>
                <c:pt idx="3465">
                  <c:v>64</c:v>
                </c:pt>
                <c:pt idx="3466">
                  <c:v>64</c:v>
                </c:pt>
                <c:pt idx="3467">
                  <c:v>64</c:v>
                </c:pt>
                <c:pt idx="3468">
                  <c:v>64</c:v>
                </c:pt>
                <c:pt idx="3469">
                  <c:v>64</c:v>
                </c:pt>
                <c:pt idx="3470">
                  <c:v>64</c:v>
                </c:pt>
                <c:pt idx="3471">
                  <c:v>64</c:v>
                </c:pt>
                <c:pt idx="3472">
                  <c:v>64</c:v>
                </c:pt>
                <c:pt idx="3473">
                  <c:v>64</c:v>
                </c:pt>
                <c:pt idx="3474">
                  <c:v>64</c:v>
                </c:pt>
                <c:pt idx="3475">
                  <c:v>64</c:v>
                </c:pt>
                <c:pt idx="3476">
                  <c:v>64</c:v>
                </c:pt>
                <c:pt idx="3477">
                  <c:v>64</c:v>
                </c:pt>
                <c:pt idx="3478">
                  <c:v>64</c:v>
                </c:pt>
                <c:pt idx="3479">
                  <c:v>64</c:v>
                </c:pt>
                <c:pt idx="3480">
                  <c:v>64</c:v>
                </c:pt>
                <c:pt idx="3481">
                  <c:v>64</c:v>
                </c:pt>
                <c:pt idx="3482">
                  <c:v>64</c:v>
                </c:pt>
                <c:pt idx="3483">
                  <c:v>64</c:v>
                </c:pt>
                <c:pt idx="3484">
                  <c:v>64</c:v>
                </c:pt>
                <c:pt idx="3485">
                  <c:v>64</c:v>
                </c:pt>
                <c:pt idx="3486">
                  <c:v>64</c:v>
                </c:pt>
                <c:pt idx="3487">
                  <c:v>64</c:v>
                </c:pt>
                <c:pt idx="3488">
                  <c:v>64</c:v>
                </c:pt>
                <c:pt idx="3489">
                  <c:v>64</c:v>
                </c:pt>
                <c:pt idx="3490">
                  <c:v>64</c:v>
                </c:pt>
                <c:pt idx="3491">
                  <c:v>64</c:v>
                </c:pt>
                <c:pt idx="3492">
                  <c:v>64</c:v>
                </c:pt>
                <c:pt idx="3493">
                  <c:v>64</c:v>
                </c:pt>
                <c:pt idx="3494">
                  <c:v>64</c:v>
                </c:pt>
                <c:pt idx="3495">
                  <c:v>64</c:v>
                </c:pt>
                <c:pt idx="3496">
                  <c:v>64</c:v>
                </c:pt>
                <c:pt idx="3497">
                  <c:v>64</c:v>
                </c:pt>
                <c:pt idx="3498">
                  <c:v>64</c:v>
                </c:pt>
                <c:pt idx="3499">
                  <c:v>64</c:v>
                </c:pt>
                <c:pt idx="3500">
                  <c:v>64</c:v>
                </c:pt>
                <c:pt idx="3501">
                  <c:v>64</c:v>
                </c:pt>
                <c:pt idx="3502">
                  <c:v>64</c:v>
                </c:pt>
                <c:pt idx="3503">
                  <c:v>64</c:v>
                </c:pt>
                <c:pt idx="3504">
                  <c:v>64</c:v>
                </c:pt>
                <c:pt idx="3505">
                  <c:v>64</c:v>
                </c:pt>
                <c:pt idx="3506">
                  <c:v>64</c:v>
                </c:pt>
                <c:pt idx="3507">
                  <c:v>64</c:v>
                </c:pt>
                <c:pt idx="3508">
                  <c:v>64</c:v>
                </c:pt>
                <c:pt idx="3509">
                  <c:v>64</c:v>
                </c:pt>
                <c:pt idx="3510">
                  <c:v>64</c:v>
                </c:pt>
                <c:pt idx="3511">
                  <c:v>64</c:v>
                </c:pt>
                <c:pt idx="3512">
                  <c:v>64</c:v>
                </c:pt>
                <c:pt idx="3513">
                  <c:v>64</c:v>
                </c:pt>
                <c:pt idx="3514">
                  <c:v>64</c:v>
                </c:pt>
                <c:pt idx="3515">
                  <c:v>64</c:v>
                </c:pt>
                <c:pt idx="3516">
                  <c:v>64</c:v>
                </c:pt>
                <c:pt idx="3517">
                  <c:v>64</c:v>
                </c:pt>
                <c:pt idx="3518">
                  <c:v>64</c:v>
                </c:pt>
                <c:pt idx="3519">
                  <c:v>64</c:v>
                </c:pt>
                <c:pt idx="3520">
                  <c:v>64</c:v>
                </c:pt>
                <c:pt idx="3521">
                  <c:v>64</c:v>
                </c:pt>
                <c:pt idx="3522">
                  <c:v>64</c:v>
                </c:pt>
                <c:pt idx="3523">
                  <c:v>64</c:v>
                </c:pt>
                <c:pt idx="3524">
                  <c:v>64</c:v>
                </c:pt>
                <c:pt idx="3525">
                  <c:v>64</c:v>
                </c:pt>
                <c:pt idx="3526">
                  <c:v>64</c:v>
                </c:pt>
                <c:pt idx="3527">
                  <c:v>64</c:v>
                </c:pt>
                <c:pt idx="3528">
                  <c:v>64</c:v>
                </c:pt>
                <c:pt idx="3529">
                  <c:v>64</c:v>
                </c:pt>
                <c:pt idx="3530">
                  <c:v>64</c:v>
                </c:pt>
                <c:pt idx="3531">
                  <c:v>64</c:v>
                </c:pt>
                <c:pt idx="3532">
                  <c:v>64</c:v>
                </c:pt>
                <c:pt idx="3533">
                  <c:v>64</c:v>
                </c:pt>
                <c:pt idx="3534">
                  <c:v>64</c:v>
                </c:pt>
                <c:pt idx="3535">
                  <c:v>64</c:v>
                </c:pt>
                <c:pt idx="3536">
                  <c:v>64</c:v>
                </c:pt>
                <c:pt idx="3537">
                  <c:v>64</c:v>
                </c:pt>
                <c:pt idx="3538">
                  <c:v>64</c:v>
                </c:pt>
                <c:pt idx="3539">
                  <c:v>64</c:v>
                </c:pt>
                <c:pt idx="3540">
                  <c:v>64</c:v>
                </c:pt>
                <c:pt idx="3541">
                  <c:v>64</c:v>
                </c:pt>
                <c:pt idx="3542">
                  <c:v>64</c:v>
                </c:pt>
                <c:pt idx="3543">
                  <c:v>64</c:v>
                </c:pt>
                <c:pt idx="3544">
                  <c:v>64</c:v>
                </c:pt>
                <c:pt idx="3545">
                  <c:v>64</c:v>
                </c:pt>
                <c:pt idx="3546">
                  <c:v>64</c:v>
                </c:pt>
                <c:pt idx="3547">
                  <c:v>64</c:v>
                </c:pt>
                <c:pt idx="3548">
                  <c:v>64</c:v>
                </c:pt>
                <c:pt idx="3549">
                  <c:v>64</c:v>
                </c:pt>
                <c:pt idx="3550">
                  <c:v>64</c:v>
                </c:pt>
                <c:pt idx="3551">
                  <c:v>64</c:v>
                </c:pt>
                <c:pt idx="3552">
                  <c:v>64</c:v>
                </c:pt>
                <c:pt idx="3553">
                  <c:v>64</c:v>
                </c:pt>
                <c:pt idx="3554">
                  <c:v>64</c:v>
                </c:pt>
                <c:pt idx="3555">
                  <c:v>64</c:v>
                </c:pt>
                <c:pt idx="3556">
                  <c:v>64</c:v>
                </c:pt>
                <c:pt idx="3557">
                  <c:v>64</c:v>
                </c:pt>
                <c:pt idx="3558">
                  <c:v>64</c:v>
                </c:pt>
                <c:pt idx="3559">
                  <c:v>64</c:v>
                </c:pt>
                <c:pt idx="3560">
                  <c:v>64</c:v>
                </c:pt>
                <c:pt idx="3561">
                  <c:v>64</c:v>
                </c:pt>
                <c:pt idx="3562">
                  <c:v>64</c:v>
                </c:pt>
                <c:pt idx="3563">
                  <c:v>64</c:v>
                </c:pt>
                <c:pt idx="3564">
                  <c:v>64</c:v>
                </c:pt>
                <c:pt idx="3565">
                  <c:v>64</c:v>
                </c:pt>
                <c:pt idx="3566">
                  <c:v>64</c:v>
                </c:pt>
                <c:pt idx="3567">
                  <c:v>64</c:v>
                </c:pt>
                <c:pt idx="3568">
                  <c:v>64</c:v>
                </c:pt>
                <c:pt idx="3569">
                  <c:v>64</c:v>
                </c:pt>
                <c:pt idx="3570">
                  <c:v>64</c:v>
                </c:pt>
                <c:pt idx="3571">
                  <c:v>64</c:v>
                </c:pt>
                <c:pt idx="3572">
                  <c:v>64</c:v>
                </c:pt>
                <c:pt idx="3573">
                  <c:v>64</c:v>
                </c:pt>
                <c:pt idx="3574">
                  <c:v>64</c:v>
                </c:pt>
                <c:pt idx="3575">
                  <c:v>64</c:v>
                </c:pt>
                <c:pt idx="3576">
                  <c:v>64</c:v>
                </c:pt>
                <c:pt idx="3577">
                  <c:v>64</c:v>
                </c:pt>
                <c:pt idx="3578">
                  <c:v>64</c:v>
                </c:pt>
                <c:pt idx="3579">
                  <c:v>64</c:v>
                </c:pt>
                <c:pt idx="3580">
                  <c:v>64</c:v>
                </c:pt>
                <c:pt idx="3581">
                  <c:v>64</c:v>
                </c:pt>
                <c:pt idx="3582">
                  <c:v>64</c:v>
                </c:pt>
                <c:pt idx="3583">
                  <c:v>64</c:v>
                </c:pt>
                <c:pt idx="3584">
                  <c:v>64</c:v>
                </c:pt>
                <c:pt idx="3585">
                  <c:v>64</c:v>
                </c:pt>
                <c:pt idx="3586">
                  <c:v>64</c:v>
                </c:pt>
                <c:pt idx="3587">
                  <c:v>64</c:v>
                </c:pt>
                <c:pt idx="3588">
                  <c:v>64</c:v>
                </c:pt>
                <c:pt idx="3589">
                  <c:v>64</c:v>
                </c:pt>
                <c:pt idx="3590">
                  <c:v>64</c:v>
                </c:pt>
                <c:pt idx="3591">
                  <c:v>64</c:v>
                </c:pt>
                <c:pt idx="3592">
                  <c:v>64</c:v>
                </c:pt>
                <c:pt idx="3593">
                  <c:v>64</c:v>
                </c:pt>
                <c:pt idx="3594">
                  <c:v>64</c:v>
                </c:pt>
                <c:pt idx="3595">
                  <c:v>64</c:v>
                </c:pt>
                <c:pt idx="3596">
                  <c:v>64</c:v>
                </c:pt>
                <c:pt idx="3597">
                  <c:v>64</c:v>
                </c:pt>
                <c:pt idx="3598">
                  <c:v>64</c:v>
                </c:pt>
                <c:pt idx="3599">
                  <c:v>64</c:v>
                </c:pt>
                <c:pt idx="3600">
                  <c:v>64</c:v>
                </c:pt>
                <c:pt idx="3601">
                  <c:v>64</c:v>
                </c:pt>
                <c:pt idx="3602">
                  <c:v>64</c:v>
                </c:pt>
                <c:pt idx="3603">
                  <c:v>64</c:v>
                </c:pt>
                <c:pt idx="3604">
                  <c:v>64</c:v>
                </c:pt>
                <c:pt idx="3605">
                  <c:v>64</c:v>
                </c:pt>
                <c:pt idx="3606">
                  <c:v>64</c:v>
                </c:pt>
                <c:pt idx="3607">
                  <c:v>64</c:v>
                </c:pt>
                <c:pt idx="3608">
                  <c:v>64</c:v>
                </c:pt>
                <c:pt idx="3609">
                  <c:v>64</c:v>
                </c:pt>
                <c:pt idx="3610">
                  <c:v>64</c:v>
                </c:pt>
                <c:pt idx="3611">
                  <c:v>64</c:v>
                </c:pt>
                <c:pt idx="3612">
                  <c:v>64</c:v>
                </c:pt>
                <c:pt idx="3613">
                  <c:v>64</c:v>
                </c:pt>
              </c:numCache>
            </c:numRef>
          </c:val>
          <c:smooth val="0"/>
          <c:extLst>
            <c:ext xmlns:c16="http://schemas.microsoft.com/office/drawing/2014/chart" uri="{C3380CC4-5D6E-409C-BE32-E72D297353CC}">
              <c16:uniqueId val="{00000001-B9E2-415A-8344-A0C9636D12CD}"/>
            </c:ext>
          </c:extLst>
        </c:ser>
        <c:dLbls>
          <c:showLegendKey val="0"/>
          <c:showVal val="0"/>
          <c:showCatName val="0"/>
          <c:showSerName val="0"/>
          <c:showPercent val="0"/>
          <c:showBubbleSize val="0"/>
        </c:dLbls>
        <c:marker val="1"/>
        <c:smooth val="0"/>
        <c:axId val="1055526559"/>
        <c:axId val="1055519359"/>
      </c:lineChart>
      <c:catAx>
        <c:axId val="105552415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055520319"/>
        <c:crosses val="autoZero"/>
        <c:auto val="1"/>
        <c:lblAlgn val="ctr"/>
        <c:lblOffset val="100"/>
        <c:noMultiLvlLbl val="0"/>
      </c:catAx>
      <c:valAx>
        <c:axId val="1055520319"/>
        <c:scaling>
          <c:orientation val="minMax"/>
          <c:max val="12"/>
          <c:min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055524159"/>
        <c:crosses val="autoZero"/>
        <c:crossBetween val="between"/>
      </c:valAx>
      <c:valAx>
        <c:axId val="1055519359"/>
        <c:scaling>
          <c:orientation val="minMax"/>
          <c:min val="56"/>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055526559"/>
        <c:crosses val="max"/>
        <c:crossBetween val="between"/>
      </c:valAx>
      <c:catAx>
        <c:axId val="1055526559"/>
        <c:scaling>
          <c:orientation val="minMax"/>
        </c:scaling>
        <c:delete val="1"/>
        <c:axPos val="b"/>
        <c:majorTickMark val="out"/>
        <c:minorTickMark val="none"/>
        <c:tickLblPos val="nextTo"/>
        <c:crossAx val="105551935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r>
              <a:rPr lang="en-US" altLang="ja-JP" sz="1400" b="0" i="0" u="none" strike="noStrike" kern="1200" spc="0" baseline="0">
                <a:solidFill>
                  <a:sysClr val="windowText" lastClr="000000">
                    <a:lumMod val="65000"/>
                    <a:lumOff val="35000"/>
                  </a:sysClr>
                </a:solidFill>
              </a:rPr>
              <a:t>YOLOv11-m Mixed Performance</a:t>
            </a:r>
            <a:endParaRPr lang="ja-JP" altLang="en-US" sz="1400" b="0" i="0" u="none" strike="noStrike" kern="1200" spc="0" baseline="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lineChart>
        <c:grouping val="standard"/>
        <c:varyColors val="0"/>
        <c:ser>
          <c:idx val="1"/>
          <c:order val="1"/>
          <c:tx>
            <c:strRef>
              <c:f>Mixed_Performance!$B$1</c:f>
              <c:strCache>
                <c:ptCount val="1"/>
                <c:pt idx="0">
                  <c:v>PCIモジュール全体の消費電力</c:v>
                </c:pt>
              </c:strCache>
            </c:strRef>
          </c:tx>
          <c:spPr>
            <a:ln w="12700" cap="rnd">
              <a:solidFill>
                <a:schemeClr val="accent2"/>
              </a:solidFill>
              <a:round/>
            </a:ln>
            <a:effectLst/>
          </c:spPr>
          <c:marker>
            <c:symbol val="none"/>
          </c:marker>
          <c:val>
            <c:numRef>
              <c:f>Mixed_Performance!$B$2:$B$3615</c:f>
              <c:numCache>
                <c:formatCode>General</c:formatCode>
                <c:ptCount val="3614"/>
                <c:pt idx="0">
                  <c:v>7.3045200000000001</c:v>
                </c:pt>
                <c:pt idx="1">
                  <c:v>7.2676100000000003</c:v>
                </c:pt>
                <c:pt idx="2">
                  <c:v>7.1818299999999997</c:v>
                </c:pt>
                <c:pt idx="3">
                  <c:v>7.0481400000000001</c:v>
                </c:pt>
                <c:pt idx="4">
                  <c:v>7.2134400000000003</c:v>
                </c:pt>
                <c:pt idx="5">
                  <c:v>7.2632399999999997</c:v>
                </c:pt>
                <c:pt idx="6">
                  <c:v>7.0107900000000001</c:v>
                </c:pt>
                <c:pt idx="7">
                  <c:v>7.1876499999999997</c:v>
                </c:pt>
                <c:pt idx="8">
                  <c:v>7.3707900000000004</c:v>
                </c:pt>
                <c:pt idx="9">
                  <c:v>7.4596400000000003</c:v>
                </c:pt>
                <c:pt idx="10">
                  <c:v>7.2329800000000004</c:v>
                </c:pt>
                <c:pt idx="11">
                  <c:v>7.1581700000000001</c:v>
                </c:pt>
                <c:pt idx="12">
                  <c:v>7.38828</c:v>
                </c:pt>
                <c:pt idx="13">
                  <c:v>7.0715399999999997</c:v>
                </c:pt>
                <c:pt idx="14">
                  <c:v>9.3538599999999992</c:v>
                </c:pt>
                <c:pt idx="15">
                  <c:v>9.6468600000000002</c:v>
                </c:pt>
                <c:pt idx="16">
                  <c:v>9.8690300000000004</c:v>
                </c:pt>
                <c:pt idx="17">
                  <c:v>9.7209199999999996</c:v>
                </c:pt>
                <c:pt idx="18">
                  <c:v>9.4351599999999998</c:v>
                </c:pt>
                <c:pt idx="19">
                  <c:v>10.4945</c:v>
                </c:pt>
                <c:pt idx="20">
                  <c:v>10.0601</c:v>
                </c:pt>
                <c:pt idx="21">
                  <c:v>8.7401999999999997</c:v>
                </c:pt>
                <c:pt idx="22">
                  <c:v>8.1287099999999999</c:v>
                </c:pt>
                <c:pt idx="23">
                  <c:v>8.89466</c:v>
                </c:pt>
                <c:pt idx="24">
                  <c:v>9.5901300000000003</c:v>
                </c:pt>
                <c:pt idx="25">
                  <c:v>9.6482600000000005</c:v>
                </c:pt>
                <c:pt idx="26">
                  <c:v>7.7798600000000002</c:v>
                </c:pt>
                <c:pt idx="27">
                  <c:v>8.4816800000000008</c:v>
                </c:pt>
                <c:pt idx="28">
                  <c:v>9.2523300000000006</c:v>
                </c:pt>
                <c:pt idx="29">
                  <c:v>9.3974299999999999</c:v>
                </c:pt>
                <c:pt idx="30">
                  <c:v>8.7348599999999994</c:v>
                </c:pt>
                <c:pt idx="31">
                  <c:v>9.5108099999999993</c:v>
                </c:pt>
                <c:pt idx="32">
                  <c:v>10.067500000000001</c:v>
                </c:pt>
                <c:pt idx="33">
                  <c:v>9.4894599999999993</c:v>
                </c:pt>
                <c:pt idx="34">
                  <c:v>9.6929200000000009</c:v>
                </c:pt>
                <c:pt idx="35">
                  <c:v>9.1200899999999994</c:v>
                </c:pt>
                <c:pt idx="36">
                  <c:v>9.5364199999999997</c:v>
                </c:pt>
                <c:pt idx="37">
                  <c:v>9.1713900000000006</c:v>
                </c:pt>
                <c:pt idx="38">
                  <c:v>10.085000000000001</c:v>
                </c:pt>
                <c:pt idx="39">
                  <c:v>9.5730799999999991</c:v>
                </c:pt>
                <c:pt idx="40">
                  <c:v>9.3623999999999992</c:v>
                </c:pt>
                <c:pt idx="41">
                  <c:v>9.6426200000000009</c:v>
                </c:pt>
                <c:pt idx="42">
                  <c:v>9.2880000000000003</c:v>
                </c:pt>
                <c:pt idx="43">
                  <c:v>9.6530199999999997</c:v>
                </c:pt>
                <c:pt idx="44">
                  <c:v>9.4297000000000004</c:v>
                </c:pt>
                <c:pt idx="45">
                  <c:v>8.9079800000000002</c:v>
                </c:pt>
                <c:pt idx="46">
                  <c:v>8.56419</c:v>
                </c:pt>
                <c:pt idx="47">
                  <c:v>8.9047800000000006</c:v>
                </c:pt>
                <c:pt idx="48">
                  <c:v>9.6181699999999992</c:v>
                </c:pt>
                <c:pt idx="49">
                  <c:v>9.5249100000000002</c:v>
                </c:pt>
                <c:pt idx="50">
                  <c:v>8.8508399999999998</c:v>
                </c:pt>
                <c:pt idx="51">
                  <c:v>9.3246099999999998</c:v>
                </c:pt>
                <c:pt idx="52">
                  <c:v>9.3938799999999993</c:v>
                </c:pt>
                <c:pt idx="53">
                  <c:v>9.4016999999999999</c:v>
                </c:pt>
                <c:pt idx="54">
                  <c:v>10.513500000000001</c:v>
                </c:pt>
                <c:pt idx="55">
                  <c:v>9.5753199999999996</c:v>
                </c:pt>
                <c:pt idx="56">
                  <c:v>9.4893400000000003</c:v>
                </c:pt>
                <c:pt idx="57">
                  <c:v>10.006500000000001</c:v>
                </c:pt>
                <c:pt idx="58">
                  <c:v>8.7983499999999992</c:v>
                </c:pt>
                <c:pt idx="59">
                  <c:v>9.3373100000000004</c:v>
                </c:pt>
                <c:pt idx="60">
                  <c:v>9.4794300000000007</c:v>
                </c:pt>
                <c:pt idx="61">
                  <c:v>9.4124700000000008</c:v>
                </c:pt>
                <c:pt idx="62">
                  <c:v>9.1087799999999994</c:v>
                </c:pt>
                <c:pt idx="63">
                  <c:v>9.6908100000000008</c:v>
                </c:pt>
                <c:pt idx="64">
                  <c:v>9.3850499999999997</c:v>
                </c:pt>
                <c:pt idx="65">
                  <c:v>9.3674400000000002</c:v>
                </c:pt>
                <c:pt idx="66">
                  <c:v>9.3423599999999993</c:v>
                </c:pt>
                <c:pt idx="67">
                  <c:v>9.2834500000000002</c:v>
                </c:pt>
                <c:pt idx="68">
                  <c:v>9.3791799999999999</c:v>
                </c:pt>
                <c:pt idx="69">
                  <c:v>9.5773399999999995</c:v>
                </c:pt>
                <c:pt idx="70">
                  <c:v>9.3502399999999994</c:v>
                </c:pt>
                <c:pt idx="71">
                  <c:v>9.7764500000000005</c:v>
                </c:pt>
                <c:pt idx="72">
                  <c:v>9.6918399999999991</c:v>
                </c:pt>
                <c:pt idx="73">
                  <c:v>9.8648900000000008</c:v>
                </c:pt>
                <c:pt idx="74">
                  <c:v>10.211</c:v>
                </c:pt>
                <c:pt idx="75">
                  <c:v>9.8031100000000002</c:v>
                </c:pt>
                <c:pt idx="76">
                  <c:v>9.2624499999999994</c:v>
                </c:pt>
                <c:pt idx="77">
                  <c:v>9.2821899999999999</c:v>
                </c:pt>
                <c:pt idx="78">
                  <c:v>9.4143100000000004</c:v>
                </c:pt>
                <c:pt idx="79">
                  <c:v>9.4467800000000004</c:v>
                </c:pt>
                <c:pt idx="80">
                  <c:v>9.0459200000000006</c:v>
                </c:pt>
                <c:pt idx="81">
                  <c:v>9.7158200000000008</c:v>
                </c:pt>
                <c:pt idx="82">
                  <c:v>8.8336199999999998</c:v>
                </c:pt>
                <c:pt idx="83">
                  <c:v>9.4320900000000005</c:v>
                </c:pt>
                <c:pt idx="84">
                  <c:v>9.4396100000000001</c:v>
                </c:pt>
                <c:pt idx="85">
                  <c:v>9.2823100000000007</c:v>
                </c:pt>
                <c:pt idx="86">
                  <c:v>9.3364600000000006</c:v>
                </c:pt>
                <c:pt idx="87">
                  <c:v>9.8647200000000002</c:v>
                </c:pt>
                <c:pt idx="88">
                  <c:v>10.2942</c:v>
                </c:pt>
                <c:pt idx="89">
                  <c:v>10.0197</c:v>
                </c:pt>
                <c:pt idx="90">
                  <c:v>9.6676599999999997</c:v>
                </c:pt>
                <c:pt idx="91">
                  <c:v>9.7552599999999998</c:v>
                </c:pt>
                <c:pt idx="92">
                  <c:v>9.0738699999999994</c:v>
                </c:pt>
                <c:pt idx="93">
                  <c:v>9.4765999999999995</c:v>
                </c:pt>
                <c:pt idx="94">
                  <c:v>9.0204400000000007</c:v>
                </c:pt>
                <c:pt idx="95">
                  <c:v>9.1132000000000009</c:v>
                </c:pt>
                <c:pt idx="96">
                  <c:v>10.2974</c:v>
                </c:pt>
                <c:pt idx="97">
                  <c:v>9.6200399999999995</c:v>
                </c:pt>
                <c:pt idx="98">
                  <c:v>9.51816</c:v>
                </c:pt>
                <c:pt idx="99">
                  <c:v>9.9519199999999994</c:v>
                </c:pt>
                <c:pt idx="100">
                  <c:v>9.7489899999999992</c:v>
                </c:pt>
                <c:pt idx="101">
                  <c:v>9.5178799999999999</c:v>
                </c:pt>
                <c:pt idx="102">
                  <c:v>9.0430200000000003</c:v>
                </c:pt>
                <c:pt idx="103">
                  <c:v>9.9365000000000006</c:v>
                </c:pt>
                <c:pt idx="104">
                  <c:v>9.9036500000000007</c:v>
                </c:pt>
                <c:pt idx="105">
                  <c:v>9.6404800000000002</c:v>
                </c:pt>
                <c:pt idx="106">
                  <c:v>9.1131399999999996</c:v>
                </c:pt>
                <c:pt idx="107">
                  <c:v>9.2123799999999996</c:v>
                </c:pt>
                <c:pt idx="108">
                  <c:v>10.1669</c:v>
                </c:pt>
                <c:pt idx="109">
                  <c:v>8.4915900000000004</c:v>
                </c:pt>
                <c:pt idx="110">
                  <c:v>8.5757600000000007</c:v>
                </c:pt>
                <c:pt idx="111">
                  <c:v>9.5416799999999995</c:v>
                </c:pt>
                <c:pt idx="112">
                  <c:v>8.6867999999999999</c:v>
                </c:pt>
                <c:pt idx="113">
                  <c:v>8.7132799999999992</c:v>
                </c:pt>
                <c:pt idx="114">
                  <c:v>9.3807200000000002</c:v>
                </c:pt>
                <c:pt idx="115">
                  <c:v>10.1585</c:v>
                </c:pt>
                <c:pt idx="116">
                  <c:v>9.5289599999999997</c:v>
                </c:pt>
                <c:pt idx="117">
                  <c:v>9.0559600000000007</c:v>
                </c:pt>
                <c:pt idx="118">
                  <c:v>9.6234099999999998</c:v>
                </c:pt>
                <c:pt idx="119">
                  <c:v>9.1830999999999996</c:v>
                </c:pt>
                <c:pt idx="120">
                  <c:v>9.5458499999999997</c:v>
                </c:pt>
                <c:pt idx="121">
                  <c:v>9.2500800000000005</c:v>
                </c:pt>
                <c:pt idx="122">
                  <c:v>9.3679699999999997</c:v>
                </c:pt>
                <c:pt idx="123">
                  <c:v>10.0512</c:v>
                </c:pt>
                <c:pt idx="124">
                  <c:v>8.8747299999999996</c:v>
                </c:pt>
                <c:pt idx="125">
                  <c:v>9.7247900000000005</c:v>
                </c:pt>
                <c:pt idx="126">
                  <c:v>10.295</c:v>
                </c:pt>
                <c:pt idx="127">
                  <c:v>10.5191</c:v>
                </c:pt>
                <c:pt idx="128">
                  <c:v>9.3366799999999994</c:v>
                </c:pt>
                <c:pt idx="129">
                  <c:v>9.4681800000000003</c:v>
                </c:pt>
                <c:pt idx="130">
                  <c:v>9.4797999999999991</c:v>
                </c:pt>
                <c:pt idx="131">
                  <c:v>9.1913900000000002</c:v>
                </c:pt>
                <c:pt idx="132">
                  <c:v>9.2242099999999994</c:v>
                </c:pt>
                <c:pt idx="133">
                  <c:v>9.6699000000000002</c:v>
                </c:pt>
                <c:pt idx="134">
                  <c:v>9.8520199999999996</c:v>
                </c:pt>
                <c:pt idx="135">
                  <c:v>9.1406399999999994</c:v>
                </c:pt>
                <c:pt idx="136">
                  <c:v>9.3702500000000004</c:v>
                </c:pt>
                <c:pt idx="137">
                  <c:v>9.6449499999999997</c:v>
                </c:pt>
                <c:pt idx="138">
                  <c:v>9.2925699999999996</c:v>
                </c:pt>
                <c:pt idx="139">
                  <c:v>9.6123499999999993</c:v>
                </c:pt>
                <c:pt idx="140">
                  <c:v>9.6314200000000003</c:v>
                </c:pt>
                <c:pt idx="141">
                  <c:v>9.1376399999999993</c:v>
                </c:pt>
                <c:pt idx="142">
                  <c:v>9.3615499999999994</c:v>
                </c:pt>
                <c:pt idx="143">
                  <c:v>10.2135</c:v>
                </c:pt>
                <c:pt idx="144">
                  <c:v>9.7962799999999994</c:v>
                </c:pt>
                <c:pt idx="145">
                  <c:v>8.9507499999999993</c:v>
                </c:pt>
                <c:pt idx="146">
                  <c:v>9.3593200000000003</c:v>
                </c:pt>
                <c:pt idx="147">
                  <c:v>8.9010999999999996</c:v>
                </c:pt>
                <c:pt idx="148">
                  <c:v>8.0192899999999998</c:v>
                </c:pt>
                <c:pt idx="149">
                  <c:v>9.6976499999999994</c:v>
                </c:pt>
                <c:pt idx="150">
                  <c:v>9.7482299999999995</c:v>
                </c:pt>
                <c:pt idx="151">
                  <c:v>9.7666299999999993</c:v>
                </c:pt>
                <c:pt idx="152">
                  <c:v>9.3478300000000001</c:v>
                </c:pt>
                <c:pt idx="153">
                  <c:v>9.3829700000000003</c:v>
                </c:pt>
                <c:pt idx="154">
                  <c:v>9.39377</c:v>
                </c:pt>
                <c:pt idx="155">
                  <c:v>9.5763800000000003</c:v>
                </c:pt>
                <c:pt idx="156">
                  <c:v>9.6167700000000007</c:v>
                </c:pt>
                <c:pt idx="157">
                  <c:v>9.3661799999999999</c:v>
                </c:pt>
                <c:pt idx="158">
                  <c:v>9.7535000000000007</c:v>
                </c:pt>
                <c:pt idx="159">
                  <c:v>9.7474900000000009</c:v>
                </c:pt>
                <c:pt idx="160">
                  <c:v>9.7580899999999993</c:v>
                </c:pt>
                <c:pt idx="161">
                  <c:v>9.7426399999999997</c:v>
                </c:pt>
                <c:pt idx="162">
                  <c:v>10.180400000000001</c:v>
                </c:pt>
                <c:pt idx="163">
                  <c:v>9.5626499999999997</c:v>
                </c:pt>
                <c:pt idx="164">
                  <c:v>9.8522300000000005</c:v>
                </c:pt>
                <c:pt idx="165">
                  <c:v>10.42</c:v>
                </c:pt>
                <c:pt idx="166">
                  <c:v>10.1633</c:v>
                </c:pt>
                <c:pt idx="167">
                  <c:v>10.652799999999999</c:v>
                </c:pt>
                <c:pt idx="168">
                  <c:v>10.3919</c:v>
                </c:pt>
                <c:pt idx="169">
                  <c:v>10.136900000000001</c:v>
                </c:pt>
                <c:pt idx="170">
                  <c:v>10.0459</c:v>
                </c:pt>
                <c:pt idx="171">
                  <c:v>10.0031</c:v>
                </c:pt>
                <c:pt idx="172">
                  <c:v>9.7099700000000002</c:v>
                </c:pt>
                <c:pt idx="173">
                  <c:v>10.023999999999999</c:v>
                </c:pt>
                <c:pt idx="174">
                  <c:v>9.3746100000000006</c:v>
                </c:pt>
                <c:pt idx="175">
                  <c:v>9.8075799999999997</c:v>
                </c:pt>
                <c:pt idx="176">
                  <c:v>9.6527799999999999</c:v>
                </c:pt>
                <c:pt idx="177">
                  <c:v>9.7434600000000007</c:v>
                </c:pt>
                <c:pt idx="178">
                  <c:v>9.6806000000000001</c:v>
                </c:pt>
                <c:pt idx="179">
                  <c:v>9.1978399999999993</c:v>
                </c:pt>
                <c:pt idx="180">
                  <c:v>9.7996400000000001</c:v>
                </c:pt>
                <c:pt idx="181">
                  <c:v>9.7545300000000008</c:v>
                </c:pt>
                <c:pt idx="182">
                  <c:v>9.0293899999999994</c:v>
                </c:pt>
                <c:pt idx="183">
                  <c:v>9.6455400000000004</c:v>
                </c:pt>
                <c:pt idx="184">
                  <c:v>9.5884199999999993</c:v>
                </c:pt>
                <c:pt idx="185">
                  <c:v>10.217499999999999</c:v>
                </c:pt>
                <c:pt idx="186">
                  <c:v>9.7669999999999995</c:v>
                </c:pt>
                <c:pt idx="187">
                  <c:v>9.7349899999999998</c:v>
                </c:pt>
                <c:pt idx="188">
                  <c:v>9.6853700000000007</c:v>
                </c:pt>
                <c:pt idx="189">
                  <c:v>10.241400000000001</c:v>
                </c:pt>
                <c:pt idx="190">
                  <c:v>9.8661999999999992</c:v>
                </c:pt>
                <c:pt idx="191">
                  <c:v>9.0821400000000008</c:v>
                </c:pt>
                <c:pt idx="192">
                  <c:v>9.86998</c:v>
                </c:pt>
                <c:pt idx="193">
                  <c:v>9.0295799999999993</c:v>
                </c:pt>
                <c:pt idx="194">
                  <c:v>9.0551899999999996</c:v>
                </c:pt>
                <c:pt idx="195">
                  <c:v>9.1963399999999993</c:v>
                </c:pt>
                <c:pt idx="196">
                  <c:v>9.2525499999999994</c:v>
                </c:pt>
                <c:pt idx="197">
                  <c:v>9.6031700000000004</c:v>
                </c:pt>
                <c:pt idx="198">
                  <c:v>9.3045200000000001</c:v>
                </c:pt>
                <c:pt idx="199">
                  <c:v>9.5569199999999999</c:v>
                </c:pt>
                <c:pt idx="200">
                  <c:v>10.1721</c:v>
                </c:pt>
                <c:pt idx="201">
                  <c:v>9.8351699999999997</c:v>
                </c:pt>
                <c:pt idx="202">
                  <c:v>9.8615700000000004</c:v>
                </c:pt>
                <c:pt idx="203">
                  <c:v>9.3071099999999998</c:v>
                </c:pt>
                <c:pt idx="204">
                  <c:v>9.2781300000000009</c:v>
                </c:pt>
                <c:pt idx="205">
                  <c:v>9.7638099999999994</c:v>
                </c:pt>
                <c:pt idx="206">
                  <c:v>9.9945500000000003</c:v>
                </c:pt>
                <c:pt idx="207">
                  <c:v>9.0585500000000003</c:v>
                </c:pt>
                <c:pt idx="208">
                  <c:v>9.6042100000000001</c:v>
                </c:pt>
                <c:pt idx="209">
                  <c:v>9.4004700000000003</c:v>
                </c:pt>
                <c:pt idx="210">
                  <c:v>9.6072699999999998</c:v>
                </c:pt>
                <c:pt idx="211">
                  <c:v>9.3808699999999998</c:v>
                </c:pt>
                <c:pt idx="212">
                  <c:v>8.9607200000000002</c:v>
                </c:pt>
                <c:pt idx="213">
                  <c:v>9.2384599999999999</c:v>
                </c:pt>
                <c:pt idx="214">
                  <c:v>9.2944600000000008</c:v>
                </c:pt>
                <c:pt idx="215">
                  <c:v>9.9255899999999997</c:v>
                </c:pt>
                <c:pt idx="216">
                  <c:v>8.9755599999999998</c:v>
                </c:pt>
                <c:pt idx="217">
                  <c:v>8.8305199999999999</c:v>
                </c:pt>
                <c:pt idx="218">
                  <c:v>10.003</c:v>
                </c:pt>
                <c:pt idx="219">
                  <c:v>9.6983800000000002</c:v>
                </c:pt>
                <c:pt idx="220">
                  <c:v>9.5256900000000009</c:v>
                </c:pt>
                <c:pt idx="221">
                  <c:v>9.5283499999999997</c:v>
                </c:pt>
                <c:pt idx="222">
                  <c:v>10.2239</c:v>
                </c:pt>
                <c:pt idx="223">
                  <c:v>10.0052</c:v>
                </c:pt>
                <c:pt idx="224">
                  <c:v>9.3492700000000006</c:v>
                </c:pt>
                <c:pt idx="225">
                  <c:v>8.9523600000000005</c:v>
                </c:pt>
                <c:pt idx="226">
                  <c:v>9.6758799999999994</c:v>
                </c:pt>
                <c:pt idx="227">
                  <c:v>9.7985000000000007</c:v>
                </c:pt>
                <c:pt idx="228">
                  <c:v>8.8914399999999993</c:v>
                </c:pt>
                <c:pt idx="229">
                  <c:v>9.7351399999999995</c:v>
                </c:pt>
                <c:pt idx="230">
                  <c:v>10.1745</c:v>
                </c:pt>
                <c:pt idx="231">
                  <c:v>9.4073100000000007</c:v>
                </c:pt>
                <c:pt idx="232">
                  <c:v>9.6668099999999999</c:v>
                </c:pt>
                <c:pt idx="233">
                  <c:v>9.6512799999999999</c:v>
                </c:pt>
                <c:pt idx="234">
                  <c:v>9.7557700000000001</c:v>
                </c:pt>
                <c:pt idx="235">
                  <c:v>9.4836100000000005</c:v>
                </c:pt>
                <c:pt idx="236">
                  <c:v>9.17821</c:v>
                </c:pt>
                <c:pt idx="237">
                  <c:v>9.6268100000000008</c:v>
                </c:pt>
                <c:pt idx="238">
                  <c:v>9.5490700000000004</c:v>
                </c:pt>
                <c:pt idx="239">
                  <c:v>9.9350299999999994</c:v>
                </c:pt>
                <c:pt idx="240">
                  <c:v>9.9921399999999991</c:v>
                </c:pt>
                <c:pt idx="241">
                  <c:v>9.10107</c:v>
                </c:pt>
                <c:pt idx="242">
                  <c:v>9.34178</c:v>
                </c:pt>
                <c:pt idx="243">
                  <c:v>9.3835300000000004</c:v>
                </c:pt>
                <c:pt idx="244">
                  <c:v>9.1340500000000002</c:v>
                </c:pt>
                <c:pt idx="245">
                  <c:v>9.3930500000000006</c:v>
                </c:pt>
                <c:pt idx="246">
                  <c:v>9.7553699999999992</c:v>
                </c:pt>
                <c:pt idx="247">
                  <c:v>9.3902400000000004</c:v>
                </c:pt>
                <c:pt idx="248">
                  <c:v>9.1601599999999994</c:v>
                </c:pt>
                <c:pt idx="249">
                  <c:v>9.4697499999999994</c:v>
                </c:pt>
                <c:pt idx="250">
                  <c:v>9.9367199999999993</c:v>
                </c:pt>
                <c:pt idx="251">
                  <c:v>10.467000000000001</c:v>
                </c:pt>
                <c:pt idx="252">
                  <c:v>9.3523300000000003</c:v>
                </c:pt>
                <c:pt idx="253">
                  <c:v>8.7992600000000003</c:v>
                </c:pt>
                <c:pt idx="254">
                  <c:v>9.1427999999999994</c:v>
                </c:pt>
                <c:pt idx="255">
                  <c:v>9.8790899999999997</c:v>
                </c:pt>
                <c:pt idx="256">
                  <c:v>9.4332399999999996</c:v>
                </c:pt>
                <c:pt idx="257">
                  <c:v>9.4964600000000008</c:v>
                </c:pt>
                <c:pt idx="258">
                  <c:v>9.8474299999999992</c:v>
                </c:pt>
                <c:pt idx="259">
                  <c:v>9.4455299999999998</c:v>
                </c:pt>
                <c:pt idx="260">
                  <c:v>9.1493099999999998</c:v>
                </c:pt>
                <c:pt idx="261">
                  <c:v>9.3775200000000005</c:v>
                </c:pt>
                <c:pt idx="262">
                  <c:v>10.099</c:v>
                </c:pt>
                <c:pt idx="263">
                  <c:v>9.9006299999999996</c:v>
                </c:pt>
                <c:pt idx="264">
                  <c:v>9.32334</c:v>
                </c:pt>
                <c:pt idx="265">
                  <c:v>9.7462400000000002</c:v>
                </c:pt>
                <c:pt idx="266">
                  <c:v>9.9600399999999993</c:v>
                </c:pt>
                <c:pt idx="267">
                  <c:v>9.69407</c:v>
                </c:pt>
                <c:pt idx="268">
                  <c:v>9.66174</c:v>
                </c:pt>
                <c:pt idx="269">
                  <c:v>9.6861599999999992</c:v>
                </c:pt>
                <c:pt idx="270">
                  <c:v>9.21828</c:v>
                </c:pt>
                <c:pt idx="271">
                  <c:v>9.8824699999999996</c:v>
                </c:pt>
                <c:pt idx="272">
                  <c:v>9.7177000000000007</c:v>
                </c:pt>
                <c:pt idx="273">
                  <c:v>9.4736700000000003</c:v>
                </c:pt>
                <c:pt idx="274">
                  <c:v>9.5380299999999991</c:v>
                </c:pt>
                <c:pt idx="275">
                  <c:v>9.8395600000000005</c:v>
                </c:pt>
                <c:pt idx="276">
                  <c:v>9.4105299999999996</c:v>
                </c:pt>
                <c:pt idx="277">
                  <c:v>9.2534500000000008</c:v>
                </c:pt>
                <c:pt idx="278">
                  <c:v>10.883100000000001</c:v>
                </c:pt>
                <c:pt idx="279">
                  <c:v>11.428900000000001</c:v>
                </c:pt>
                <c:pt idx="280">
                  <c:v>9.7350399999999997</c:v>
                </c:pt>
                <c:pt idx="281">
                  <c:v>9.7504000000000008</c:v>
                </c:pt>
                <c:pt idx="282">
                  <c:v>9.5636299999999999</c:v>
                </c:pt>
                <c:pt idx="283">
                  <c:v>9.2814999999999994</c:v>
                </c:pt>
                <c:pt idx="284">
                  <c:v>9.9388199999999998</c:v>
                </c:pt>
                <c:pt idx="285">
                  <c:v>9.9645399999999995</c:v>
                </c:pt>
                <c:pt idx="286">
                  <c:v>10.2409</c:v>
                </c:pt>
                <c:pt idx="287">
                  <c:v>12.1159</c:v>
                </c:pt>
                <c:pt idx="288">
                  <c:v>9.9489699999999992</c:v>
                </c:pt>
                <c:pt idx="289">
                  <c:v>10.051399999999999</c:v>
                </c:pt>
                <c:pt idx="290">
                  <c:v>9.75441</c:v>
                </c:pt>
                <c:pt idx="291">
                  <c:v>8.9914400000000008</c:v>
                </c:pt>
                <c:pt idx="292">
                  <c:v>9.0166500000000003</c:v>
                </c:pt>
                <c:pt idx="293">
                  <c:v>9.6302500000000002</c:v>
                </c:pt>
                <c:pt idx="294">
                  <c:v>10.198499999999999</c:v>
                </c:pt>
                <c:pt idx="295">
                  <c:v>10.0471</c:v>
                </c:pt>
                <c:pt idx="296">
                  <c:v>9.6461900000000007</c:v>
                </c:pt>
                <c:pt idx="297">
                  <c:v>8.7340300000000006</c:v>
                </c:pt>
                <c:pt idx="298">
                  <c:v>9.5352800000000002</c:v>
                </c:pt>
                <c:pt idx="299">
                  <c:v>9.5363399999999992</c:v>
                </c:pt>
                <c:pt idx="300">
                  <c:v>9.3700899999999994</c:v>
                </c:pt>
                <c:pt idx="301">
                  <c:v>9.4864999999999995</c:v>
                </c:pt>
                <c:pt idx="302">
                  <c:v>9.4508600000000005</c:v>
                </c:pt>
                <c:pt idx="303">
                  <c:v>9.5299200000000006</c:v>
                </c:pt>
                <c:pt idx="304">
                  <c:v>9.1537699999999997</c:v>
                </c:pt>
                <c:pt idx="305">
                  <c:v>9.7470099999999995</c:v>
                </c:pt>
                <c:pt idx="306">
                  <c:v>9.4271899999999995</c:v>
                </c:pt>
                <c:pt idx="307">
                  <c:v>8.9106400000000008</c:v>
                </c:pt>
                <c:pt idx="308">
                  <c:v>8.9769000000000005</c:v>
                </c:pt>
                <c:pt idx="309">
                  <c:v>9.7158099999999994</c:v>
                </c:pt>
                <c:pt idx="310">
                  <c:v>9.7851099999999995</c:v>
                </c:pt>
                <c:pt idx="311">
                  <c:v>9.1798199999999994</c:v>
                </c:pt>
                <c:pt idx="312">
                  <c:v>8.2227899999999998</c:v>
                </c:pt>
                <c:pt idx="313">
                  <c:v>8.86829</c:v>
                </c:pt>
                <c:pt idx="314">
                  <c:v>9.2974499999999995</c:v>
                </c:pt>
                <c:pt idx="315">
                  <c:v>9.4481800000000007</c:v>
                </c:pt>
                <c:pt idx="316">
                  <c:v>9.3093500000000002</c:v>
                </c:pt>
                <c:pt idx="317">
                  <c:v>9.7418200000000006</c:v>
                </c:pt>
                <c:pt idx="318">
                  <c:v>9.1985200000000003</c:v>
                </c:pt>
                <c:pt idx="319">
                  <c:v>10.011100000000001</c:v>
                </c:pt>
                <c:pt idx="320">
                  <c:v>9.8312100000000004</c:v>
                </c:pt>
                <c:pt idx="321">
                  <c:v>9.86374</c:v>
                </c:pt>
                <c:pt idx="322">
                  <c:v>9.1174099999999996</c:v>
                </c:pt>
                <c:pt idx="323">
                  <c:v>9.0580400000000001</c:v>
                </c:pt>
                <c:pt idx="324">
                  <c:v>10.044</c:v>
                </c:pt>
                <c:pt idx="325">
                  <c:v>9.9212699999999998</c:v>
                </c:pt>
                <c:pt idx="326">
                  <c:v>9.8754299999999997</c:v>
                </c:pt>
                <c:pt idx="327">
                  <c:v>9.8087099999999996</c:v>
                </c:pt>
                <c:pt idx="328">
                  <c:v>9.8672599999999999</c:v>
                </c:pt>
                <c:pt idx="329">
                  <c:v>9.09985</c:v>
                </c:pt>
                <c:pt idx="330">
                  <c:v>9.2106700000000004</c:v>
                </c:pt>
                <c:pt idx="331">
                  <c:v>8.8014799999999997</c:v>
                </c:pt>
                <c:pt idx="332">
                  <c:v>9.6503700000000006</c:v>
                </c:pt>
                <c:pt idx="333">
                  <c:v>10.3065</c:v>
                </c:pt>
                <c:pt idx="334">
                  <c:v>9.4477700000000002</c:v>
                </c:pt>
                <c:pt idx="335">
                  <c:v>9.1042799999999993</c:v>
                </c:pt>
                <c:pt idx="336">
                  <c:v>7.98149</c:v>
                </c:pt>
                <c:pt idx="337">
                  <c:v>8.2221200000000003</c:v>
                </c:pt>
                <c:pt idx="338">
                  <c:v>9.5282499999999999</c:v>
                </c:pt>
                <c:pt idx="339">
                  <c:v>9.1798400000000004</c:v>
                </c:pt>
                <c:pt idx="340">
                  <c:v>9.5678699999999992</c:v>
                </c:pt>
                <c:pt idx="341">
                  <c:v>8.5650600000000008</c:v>
                </c:pt>
                <c:pt idx="342">
                  <c:v>9.4866600000000005</c:v>
                </c:pt>
                <c:pt idx="343">
                  <c:v>9.9908599999999996</c:v>
                </c:pt>
                <c:pt idx="344">
                  <c:v>9.9827899999999996</c:v>
                </c:pt>
                <c:pt idx="345">
                  <c:v>9.2987500000000001</c:v>
                </c:pt>
                <c:pt idx="346">
                  <c:v>9.3744399999999999</c:v>
                </c:pt>
                <c:pt idx="347">
                  <c:v>9.3246500000000001</c:v>
                </c:pt>
                <c:pt idx="348">
                  <c:v>9.2525300000000001</c:v>
                </c:pt>
                <c:pt idx="349">
                  <c:v>8.9391200000000008</c:v>
                </c:pt>
                <c:pt idx="350">
                  <c:v>9.2949300000000008</c:v>
                </c:pt>
                <c:pt idx="351">
                  <c:v>9.33277</c:v>
                </c:pt>
                <c:pt idx="352">
                  <c:v>9.4222900000000003</c:v>
                </c:pt>
                <c:pt idx="353">
                  <c:v>9.0354600000000005</c:v>
                </c:pt>
                <c:pt idx="354">
                  <c:v>9.6999600000000008</c:v>
                </c:pt>
                <c:pt idx="355">
                  <c:v>9.0945</c:v>
                </c:pt>
                <c:pt idx="356">
                  <c:v>9.32376</c:v>
                </c:pt>
                <c:pt idx="357">
                  <c:v>9.9214800000000007</c:v>
                </c:pt>
                <c:pt idx="358">
                  <c:v>9.6902500000000007</c:v>
                </c:pt>
                <c:pt idx="359">
                  <c:v>10.1029</c:v>
                </c:pt>
                <c:pt idx="360">
                  <c:v>9.7455200000000008</c:v>
                </c:pt>
                <c:pt idx="361">
                  <c:v>9.7608099999999993</c:v>
                </c:pt>
                <c:pt idx="362">
                  <c:v>8.9943100000000005</c:v>
                </c:pt>
                <c:pt idx="363">
                  <c:v>9.6375700000000002</c:v>
                </c:pt>
                <c:pt idx="364">
                  <c:v>9.6210900000000006</c:v>
                </c:pt>
                <c:pt idx="365">
                  <c:v>10.096299999999999</c:v>
                </c:pt>
                <c:pt idx="366">
                  <c:v>10.0297</c:v>
                </c:pt>
                <c:pt idx="367">
                  <c:v>9.85656</c:v>
                </c:pt>
                <c:pt idx="368">
                  <c:v>9.3338599999999996</c:v>
                </c:pt>
                <c:pt idx="369">
                  <c:v>9.1407299999999996</c:v>
                </c:pt>
                <c:pt idx="370">
                  <c:v>9.2647399999999998</c:v>
                </c:pt>
                <c:pt idx="371">
                  <c:v>9.67746</c:v>
                </c:pt>
                <c:pt idx="372">
                  <c:v>9.4249399999999994</c:v>
                </c:pt>
                <c:pt idx="373">
                  <c:v>9.8385800000000003</c:v>
                </c:pt>
                <c:pt idx="374">
                  <c:v>9.1736900000000006</c:v>
                </c:pt>
                <c:pt idx="375">
                  <c:v>9.2377199999999995</c:v>
                </c:pt>
                <c:pt idx="376">
                  <c:v>10.1706</c:v>
                </c:pt>
                <c:pt idx="377">
                  <c:v>11.0489</c:v>
                </c:pt>
                <c:pt idx="378">
                  <c:v>9.7151700000000005</c:v>
                </c:pt>
                <c:pt idx="379">
                  <c:v>9.4085999999999999</c:v>
                </c:pt>
                <c:pt idx="380">
                  <c:v>9.4102700000000006</c:v>
                </c:pt>
                <c:pt idx="381">
                  <c:v>9.0667899999999992</c:v>
                </c:pt>
                <c:pt idx="382">
                  <c:v>9.8773900000000001</c:v>
                </c:pt>
                <c:pt idx="383">
                  <c:v>8.7480799999999999</c:v>
                </c:pt>
                <c:pt idx="384">
                  <c:v>9.4411900000000006</c:v>
                </c:pt>
                <c:pt idx="385">
                  <c:v>9.6674799999999994</c:v>
                </c:pt>
                <c:pt idx="386">
                  <c:v>9.6555999999999997</c:v>
                </c:pt>
                <c:pt idx="387">
                  <c:v>9.60717</c:v>
                </c:pt>
                <c:pt idx="388">
                  <c:v>9.5527200000000008</c:v>
                </c:pt>
                <c:pt idx="389">
                  <c:v>9.5900700000000008</c:v>
                </c:pt>
                <c:pt idx="390">
                  <c:v>9.7904999999999998</c:v>
                </c:pt>
                <c:pt idx="391">
                  <c:v>9.1863399999999995</c:v>
                </c:pt>
                <c:pt idx="392">
                  <c:v>10.129799999999999</c:v>
                </c:pt>
                <c:pt idx="393">
                  <c:v>9.60032</c:v>
                </c:pt>
                <c:pt idx="394">
                  <c:v>9.4718499999999999</c:v>
                </c:pt>
                <c:pt idx="395">
                  <c:v>9.2756600000000002</c:v>
                </c:pt>
                <c:pt idx="396">
                  <c:v>9.2573000000000008</c:v>
                </c:pt>
                <c:pt idx="397">
                  <c:v>10.1844</c:v>
                </c:pt>
                <c:pt idx="398">
                  <c:v>9.6698400000000007</c:v>
                </c:pt>
                <c:pt idx="399">
                  <c:v>9.9247599999999991</c:v>
                </c:pt>
                <c:pt idx="400">
                  <c:v>9.4992900000000002</c:v>
                </c:pt>
                <c:pt idx="401">
                  <c:v>9.2959200000000006</c:v>
                </c:pt>
                <c:pt idx="402">
                  <c:v>9.3773599999999995</c:v>
                </c:pt>
                <c:pt idx="403">
                  <c:v>10.005100000000001</c:v>
                </c:pt>
                <c:pt idx="404">
                  <c:v>9.6941100000000002</c:v>
                </c:pt>
                <c:pt idx="405">
                  <c:v>9.5767799999999994</c:v>
                </c:pt>
                <c:pt idx="406">
                  <c:v>9.5184800000000003</c:v>
                </c:pt>
                <c:pt idx="407">
                  <c:v>9.2055000000000007</c:v>
                </c:pt>
                <c:pt idx="408">
                  <c:v>8.9509000000000007</c:v>
                </c:pt>
                <c:pt idx="409">
                  <c:v>9.6087299999999995</c:v>
                </c:pt>
                <c:pt idx="410">
                  <c:v>9.5854499999999998</c:v>
                </c:pt>
                <c:pt idx="411">
                  <c:v>9.5405200000000008</c:v>
                </c:pt>
                <c:pt idx="412">
                  <c:v>9.4034099999999992</c:v>
                </c:pt>
                <c:pt idx="413">
                  <c:v>10.0342</c:v>
                </c:pt>
                <c:pt idx="414">
                  <c:v>9.8537199999999991</c:v>
                </c:pt>
                <c:pt idx="415">
                  <c:v>8.8449899999999992</c:v>
                </c:pt>
                <c:pt idx="416">
                  <c:v>9.2139000000000006</c:v>
                </c:pt>
                <c:pt idx="417">
                  <c:v>9.5284999999999993</c:v>
                </c:pt>
                <c:pt idx="418">
                  <c:v>9.9027899999999995</c:v>
                </c:pt>
                <c:pt idx="419">
                  <c:v>9.3558299999999992</c:v>
                </c:pt>
                <c:pt idx="420">
                  <c:v>9.1230200000000004</c:v>
                </c:pt>
                <c:pt idx="421">
                  <c:v>8.9479600000000001</c:v>
                </c:pt>
                <c:pt idx="422">
                  <c:v>9.6107899999999997</c:v>
                </c:pt>
                <c:pt idx="423">
                  <c:v>9.6494300000000006</c:v>
                </c:pt>
                <c:pt idx="424">
                  <c:v>9.5943199999999997</c:v>
                </c:pt>
                <c:pt idx="425">
                  <c:v>9.3184000000000005</c:v>
                </c:pt>
                <c:pt idx="426">
                  <c:v>9.7996700000000008</c:v>
                </c:pt>
                <c:pt idx="427">
                  <c:v>9.2287199999999991</c:v>
                </c:pt>
                <c:pt idx="428">
                  <c:v>9.3831000000000007</c:v>
                </c:pt>
                <c:pt idx="429">
                  <c:v>9.3103700000000007</c:v>
                </c:pt>
                <c:pt idx="430">
                  <c:v>9.2415000000000003</c:v>
                </c:pt>
                <c:pt idx="431">
                  <c:v>9.8624200000000002</c:v>
                </c:pt>
                <c:pt idx="432">
                  <c:v>10.1281</c:v>
                </c:pt>
                <c:pt idx="433">
                  <c:v>9.6424400000000006</c:v>
                </c:pt>
                <c:pt idx="434">
                  <c:v>9.2749500000000005</c:v>
                </c:pt>
                <c:pt idx="435">
                  <c:v>9.8665000000000003</c:v>
                </c:pt>
                <c:pt idx="436">
                  <c:v>9.1046300000000002</c:v>
                </c:pt>
                <c:pt idx="437">
                  <c:v>9.3884299999999996</c:v>
                </c:pt>
                <c:pt idx="438">
                  <c:v>9.7135300000000004</c:v>
                </c:pt>
                <c:pt idx="439">
                  <c:v>9.0454500000000007</c:v>
                </c:pt>
                <c:pt idx="440">
                  <c:v>9.2182499999999994</c:v>
                </c:pt>
                <c:pt idx="441">
                  <c:v>9.6923300000000001</c:v>
                </c:pt>
                <c:pt idx="442">
                  <c:v>9.2944099999999992</c:v>
                </c:pt>
                <c:pt idx="443">
                  <c:v>9.1491000000000007</c:v>
                </c:pt>
                <c:pt idx="444">
                  <c:v>10.011100000000001</c:v>
                </c:pt>
                <c:pt idx="445">
                  <c:v>9.5153599999999994</c:v>
                </c:pt>
                <c:pt idx="446">
                  <c:v>9.6665200000000002</c:v>
                </c:pt>
                <c:pt idx="447">
                  <c:v>9.4016000000000002</c:v>
                </c:pt>
                <c:pt idx="448">
                  <c:v>9.8888700000000007</c:v>
                </c:pt>
                <c:pt idx="449">
                  <c:v>9.8863500000000002</c:v>
                </c:pt>
                <c:pt idx="450">
                  <c:v>10.2818</c:v>
                </c:pt>
                <c:pt idx="451">
                  <c:v>9.7716600000000007</c:v>
                </c:pt>
                <c:pt idx="452">
                  <c:v>9.5709099999999996</c:v>
                </c:pt>
                <c:pt idx="453">
                  <c:v>9.7924100000000003</c:v>
                </c:pt>
                <c:pt idx="454">
                  <c:v>9.8579000000000008</c:v>
                </c:pt>
                <c:pt idx="455">
                  <c:v>9.4625800000000009</c:v>
                </c:pt>
                <c:pt idx="456">
                  <c:v>8.9991800000000008</c:v>
                </c:pt>
                <c:pt idx="457">
                  <c:v>9.0521499999999993</c:v>
                </c:pt>
                <c:pt idx="458">
                  <c:v>9.8277900000000002</c:v>
                </c:pt>
                <c:pt idx="459">
                  <c:v>9.0747400000000003</c:v>
                </c:pt>
                <c:pt idx="460">
                  <c:v>9.5412300000000005</c:v>
                </c:pt>
                <c:pt idx="461">
                  <c:v>9.5034500000000008</c:v>
                </c:pt>
                <c:pt idx="462">
                  <c:v>10.0222</c:v>
                </c:pt>
                <c:pt idx="463">
                  <c:v>10.361000000000001</c:v>
                </c:pt>
                <c:pt idx="464">
                  <c:v>9.7195999999999998</c:v>
                </c:pt>
                <c:pt idx="465">
                  <c:v>8.8491499999999998</c:v>
                </c:pt>
                <c:pt idx="466">
                  <c:v>9.5061199999999992</c:v>
                </c:pt>
                <c:pt idx="467">
                  <c:v>9.2483500000000003</c:v>
                </c:pt>
                <c:pt idx="468">
                  <c:v>9.4410500000000006</c:v>
                </c:pt>
                <c:pt idx="469">
                  <c:v>9.5487300000000008</c:v>
                </c:pt>
                <c:pt idx="470">
                  <c:v>9.3527299999999993</c:v>
                </c:pt>
                <c:pt idx="471">
                  <c:v>9.4458099999999998</c:v>
                </c:pt>
                <c:pt idx="472">
                  <c:v>9.9092400000000005</c:v>
                </c:pt>
                <c:pt idx="473">
                  <c:v>9.4770000000000003</c:v>
                </c:pt>
                <c:pt idx="474">
                  <c:v>9.7160100000000007</c:v>
                </c:pt>
                <c:pt idx="475">
                  <c:v>10.538399999999999</c:v>
                </c:pt>
                <c:pt idx="476">
                  <c:v>9.8245500000000003</c:v>
                </c:pt>
                <c:pt idx="477">
                  <c:v>9.5607100000000003</c:v>
                </c:pt>
                <c:pt idx="478">
                  <c:v>9.1843000000000004</c:v>
                </c:pt>
                <c:pt idx="479">
                  <c:v>9.5966900000000006</c:v>
                </c:pt>
                <c:pt idx="480">
                  <c:v>9.1653500000000001</c:v>
                </c:pt>
                <c:pt idx="481">
                  <c:v>9.2467699999999997</c:v>
                </c:pt>
                <c:pt idx="482">
                  <c:v>9.1389200000000006</c:v>
                </c:pt>
                <c:pt idx="483">
                  <c:v>9.1834000000000007</c:v>
                </c:pt>
                <c:pt idx="484">
                  <c:v>9.7665799999999994</c:v>
                </c:pt>
                <c:pt idx="485">
                  <c:v>9.9834099999999992</c:v>
                </c:pt>
                <c:pt idx="486">
                  <c:v>9.3557799999999993</c:v>
                </c:pt>
                <c:pt idx="487">
                  <c:v>7.6992900000000004</c:v>
                </c:pt>
                <c:pt idx="488">
                  <c:v>7.9431200000000004</c:v>
                </c:pt>
                <c:pt idx="489">
                  <c:v>7.6105299999999998</c:v>
                </c:pt>
                <c:pt idx="490">
                  <c:v>7.5395200000000004</c:v>
                </c:pt>
                <c:pt idx="491">
                  <c:v>9.4316700000000004</c:v>
                </c:pt>
                <c:pt idx="492">
                  <c:v>10.015000000000001</c:v>
                </c:pt>
                <c:pt idx="493">
                  <c:v>9.6907300000000003</c:v>
                </c:pt>
                <c:pt idx="494">
                  <c:v>9.6204499999999999</c:v>
                </c:pt>
                <c:pt idx="495">
                  <c:v>9.7588299999999997</c:v>
                </c:pt>
                <c:pt idx="496">
                  <c:v>8.6897000000000002</c:v>
                </c:pt>
                <c:pt idx="497">
                  <c:v>9.6076999999999995</c:v>
                </c:pt>
                <c:pt idx="498">
                  <c:v>10.084099999999999</c:v>
                </c:pt>
                <c:pt idx="499">
                  <c:v>9.3979499999999998</c:v>
                </c:pt>
                <c:pt idx="500">
                  <c:v>10.2944</c:v>
                </c:pt>
                <c:pt idx="501">
                  <c:v>10.0258</c:v>
                </c:pt>
                <c:pt idx="502">
                  <c:v>9.8275100000000002</c:v>
                </c:pt>
                <c:pt idx="503">
                  <c:v>10.115500000000001</c:v>
                </c:pt>
                <c:pt idx="504">
                  <c:v>9.9413400000000003</c:v>
                </c:pt>
                <c:pt idx="505">
                  <c:v>9.3657500000000002</c:v>
                </c:pt>
                <c:pt idx="506">
                  <c:v>9.2015100000000007</c:v>
                </c:pt>
                <c:pt idx="507">
                  <c:v>9.2777600000000007</c:v>
                </c:pt>
                <c:pt idx="508">
                  <c:v>9.0917899999999996</c:v>
                </c:pt>
                <c:pt idx="509">
                  <c:v>9.0514700000000001</c:v>
                </c:pt>
                <c:pt idx="510">
                  <c:v>9.7972000000000001</c:v>
                </c:pt>
                <c:pt idx="511">
                  <c:v>9.5510400000000004</c:v>
                </c:pt>
                <c:pt idx="512">
                  <c:v>8.8349299999999999</c:v>
                </c:pt>
                <c:pt idx="513">
                  <c:v>9.2166899999999998</c:v>
                </c:pt>
                <c:pt idx="514">
                  <c:v>9.1224299999999996</c:v>
                </c:pt>
                <c:pt idx="515">
                  <c:v>9.7334800000000001</c:v>
                </c:pt>
                <c:pt idx="516">
                  <c:v>9.7176899999999993</c:v>
                </c:pt>
                <c:pt idx="517">
                  <c:v>9.7876899999999996</c:v>
                </c:pt>
                <c:pt idx="518">
                  <c:v>9.9888700000000004</c:v>
                </c:pt>
                <c:pt idx="519">
                  <c:v>10.4939</c:v>
                </c:pt>
                <c:pt idx="520">
                  <c:v>10.211600000000001</c:v>
                </c:pt>
                <c:pt idx="521">
                  <c:v>9.7260200000000001</c:v>
                </c:pt>
                <c:pt idx="522">
                  <c:v>9.3195499999999996</c:v>
                </c:pt>
                <c:pt idx="523">
                  <c:v>9.8942099999999993</c:v>
                </c:pt>
                <c:pt idx="524">
                  <c:v>9.3162599999999998</c:v>
                </c:pt>
                <c:pt idx="525">
                  <c:v>9.2702100000000005</c:v>
                </c:pt>
                <c:pt idx="526">
                  <c:v>9.1544299999999996</c:v>
                </c:pt>
                <c:pt idx="527">
                  <c:v>9.4695800000000006</c:v>
                </c:pt>
                <c:pt idx="528">
                  <c:v>10.3424</c:v>
                </c:pt>
                <c:pt idx="529">
                  <c:v>9.5157799999999995</c:v>
                </c:pt>
                <c:pt idx="530">
                  <c:v>8.8188099999999991</c:v>
                </c:pt>
                <c:pt idx="531">
                  <c:v>9.2473600000000005</c:v>
                </c:pt>
                <c:pt idx="532">
                  <c:v>9.8408999999999995</c:v>
                </c:pt>
                <c:pt idx="533">
                  <c:v>9.3371999999999993</c:v>
                </c:pt>
                <c:pt idx="534">
                  <c:v>9.6204499999999999</c:v>
                </c:pt>
                <c:pt idx="535">
                  <c:v>10.4892</c:v>
                </c:pt>
                <c:pt idx="536">
                  <c:v>9.1391200000000001</c:v>
                </c:pt>
                <c:pt idx="537">
                  <c:v>9.5813900000000007</c:v>
                </c:pt>
                <c:pt idx="538">
                  <c:v>8.7713199999999993</c:v>
                </c:pt>
                <c:pt idx="539">
                  <c:v>9.6826000000000008</c:v>
                </c:pt>
                <c:pt idx="540">
                  <c:v>10.318</c:v>
                </c:pt>
                <c:pt idx="541">
                  <c:v>9.9274900000000006</c:v>
                </c:pt>
                <c:pt idx="542">
                  <c:v>9.89316</c:v>
                </c:pt>
                <c:pt idx="543">
                  <c:v>10.1981</c:v>
                </c:pt>
                <c:pt idx="544">
                  <c:v>9.7574500000000004</c:v>
                </c:pt>
                <c:pt idx="545">
                  <c:v>9.7318499999999997</c:v>
                </c:pt>
                <c:pt idx="546">
                  <c:v>10.2041</c:v>
                </c:pt>
                <c:pt idx="547">
                  <c:v>9.3721899999999998</c:v>
                </c:pt>
                <c:pt idx="548">
                  <c:v>9.3524600000000007</c:v>
                </c:pt>
                <c:pt idx="549">
                  <c:v>9.8773499999999999</c:v>
                </c:pt>
                <c:pt idx="550">
                  <c:v>9.9049200000000006</c:v>
                </c:pt>
                <c:pt idx="551">
                  <c:v>10.24</c:v>
                </c:pt>
                <c:pt idx="552">
                  <c:v>9.6088400000000007</c:v>
                </c:pt>
                <c:pt idx="553">
                  <c:v>9.1613199999999999</c:v>
                </c:pt>
                <c:pt idx="554">
                  <c:v>9.6943800000000007</c:v>
                </c:pt>
                <c:pt idx="555">
                  <c:v>9.5359300000000005</c:v>
                </c:pt>
                <c:pt idx="556">
                  <c:v>9.2981599999999993</c:v>
                </c:pt>
                <c:pt idx="557">
                  <c:v>9.5091900000000003</c:v>
                </c:pt>
                <c:pt idx="558">
                  <c:v>9.47898</c:v>
                </c:pt>
                <c:pt idx="559">
                  <c:v>9.2048299999999994</c:v>
                </c:pt>
                <c:pt idx="560">
                  <c:v>9.3538300000000003</c:v>
                </c:pt>
                <c:pt idx="561">
                  <c:v>9.5707799999999992</c:v>
                </c:pt>
                <c:pt idx="562">
                  <c:v>9.3398000000000003</c:v>
                </c:pt>
                <c:pt idx="563">
                  <c:v>9.3513199999999994</c:v>
                </c:pt>
                <c:pt idx="564">
                  <c:v>10.1228</c:v>
                </c:pt>
                <c:pt idx="565">
                  <c:v>9.8205500000000008</c:v>
                </c:pt>
                <c:pt idx="566">
                  <c:v>10.098100000000001</c:v>
                </c:pt>
                <c:pt idx="567">
                  <c:v>9.8680900000000005</c:v>
                </c:pt>
                <c:pt idx="568">
                  <c:v>9.8607499999999995</c:v>
                </c:pt>
                <c:pt idx="569">
                  <c:v>9.5097699999999996</c:v>
                </c:pt>
                <c:pt idx="570">
                  <c:v>10.2187</c:v>
                </c:pt>
                <c:pt idx="571">
                  <c:v>9.7333499999999997</c:v>
                </c:pt>
                <c:pt idx="572">
                  <c:v>9.1865699999999997</c:v>
                </c:pt>
                <c:pt idx="573">
                  <c:v>8.4806000000000008</c:v>
                </c:pt>
                <c:pt idx="574">
                  <c:v>9.1911199999999997</c:v>
                </c:pt>
                <c:pt idx="575">
                  <c:v>8.8647500000000008</c:v>
                </c:pt>
                <c:pt idx="576">
                  <c:v>8.9198599999999999</c:v>
                </c:pt>
                <c:pt idx="577">
                  <c:v>9.8355200000000007</c:v>
                </c:pt>
                <c:pt idx="578">
                  <c:v>10.236800000000001</c:v>
                </c:pt>
                <c:pt idx="579">
                  <c:v>9.6595899999999997</c:v>
                </c:pt>
                <c:pt idx="580">
                  <c:v>9.5583399999999994</c:v>
                </c:pt>
                <c:pt idx="581">
                  <c:v>9.4824800000000007</c:v>
                </c:pt>
                <c:pt idx="582">
                  <c:v>9.7234599999999993</c:v>
                </c:pt>
                <c:pt idx="583">
                  <c:v>9.3349899999999995</c:v>
                </c:pt>
                <c:pt idx="584">
                  <c:v>9.9750200000000007</c:v>
                </c:pt>
                <c:pt idx="585">
                  <c:v>9.4072099999999992</c:v>
                </c:pt>
                <c:pt idx="586">
                  <c:v>9.7790499999999998</c:v>
                </c:pt>
                <c:pt idx="587">
                  <c:v>10.064399999999999</c:v>
                </c:pt>
                <c:pt idx="588">
                  <c:v>9.4252400000000005</c:v>
                </c:pt>
                <c:pt idx="589">
                  <c:v>9.9300099999999993</c:v>
                </c:pt>
                <c:pt idx="590">
                  <c:v>9.5114599999999996</c:v>
                </c:pt>
                <c:pt idx="591">
                  <c:v>9.1306600000000007</c:v>
                </c:pt>
                <c:pt idx="592">
                  <c:v>9.3209599999999995</c:v>
                </c:pt>
                <c:pt idx="593">
                  <c:v>9.6666000000000007</c:v>
                </c:pt>
                <c:pt idx="594">
                  <c:v>8.96204</c:v>
                </c:pt>
                <c:pt idx="595">
                  <c:v>9.0316399999999994</c:v>
                </c:pt>
                <c:pt idx="596">
                  <c:v>9.9159600000000001</c:v>
                </c:pt>
                <c:pt idx="597">
                  <c:v>10.5016</c:v>
                </c:pt>
                <c:pt idx="598">
                  <c:v>9.5081699999999998</c:v>
                </c:pt>
                <c:pt idx="599">
                  <c:v>9.8321900000000007</c:v>
                </c:pt>
                <c:pt idx="600">
                  <c:v>9.9678900000000006</c:v>
                </c:pt>
                <c:pt idx="601">
                  <c:v>10.1952</c:v>
                </c:pt>
                <c:pt idx="602">
                  <c:v>9.8677600000000005</c:v>
                </c:pt>
                <c:pt idx="603">
                  <c:v>9.1559600000000003</c:v>
                </c:pt>
                <c:pt idx="604">
                  <c:v>8.7932699999999997</c:v>
                </c:pt>
                <c:pt idx="605">
                  <c:v>9.2401499999999999</c:v>
                </c:pt>
                <c:pt idx="606">
                  <c:v>9.3151100000000007</c:v>
                </c:pt>
                <c:pt idx="607">
                  <c:v>9.7015200000000004</c:v>
                </c:pt>
                <c:pt idx="608">
                  <c:v>9.4333799999999997</c:v>
                </c:pt>
                <c:pt idx="609">
                  <c:v>9.8749800000000008</c:v>
                </c:pt>
                <c:pt idx="610">
                  <c:v>9.89</c:v>
                </c:pt>
                <c:pt idx="611">
                  <c:v>9.1973800000000008</c:v>
                </c:pt>
                <c:pt idx="612">
                  <c:v>9.2951200000000007</c:v>
                </c:pt>
                <c:pt idx="613">
                  <c:v>9.2521799999999992</c:v>
                </c:pt>
                <c:pt idx="614">
                  <c:v>9.8055500000000002</c:v>
                </c:pt>
                <c:pt idx="615">
                  <c:v>9.97912</c:v>
                </c:pt>
                <c:pt idx="616">
                  <c:v>9.4599499999999992</c:v>
                </c:pt>
                <c:pt idx="617">
                  <c:v>10.065</c:v>
                </c:pt>
                <c:pt idx="618">
                  <c:v>7.9246100000000004</c:v>
                </c:pt>
                <c:pt idx="619">
                  <c:v>7.9914500000000004</c:v>
                </c:pt>
                <c:pt idx="620">
                  <c:v>10.0449</c:v>
                </c:pt>
                <c:pt idx="621">
                  <c:v>9.9591999999999992</c:v>
                </c:pt>
                <c:pt idx="622">
                  <c:v>9.7216400000000007</c:v>
                </c:pt>
                <c:pt idx="623">
                  <c:v>9.4099699999999995</c:v>
                </c:pt>
                <c:pt idx="624">
                  <c:v>9.7423000000000002</c:v>
                </c:pt>
                <c:pt idx="625">
                  <c:v>9.9743700000000004</c:v>
                </c:pt>
                <c:pt idx="626">
                  <c:v>9.5575200000000002</c:v>
                </c:pt>
                <c:pt idx="627">
                  <c:v>9.3373399999999993</c:v>
                </c:pt>
                <c:pt idx="628">
                  <c:v>9.6308000000000007</c:v>
                </c:pt>
                <c:pt idx="629">
                  <c:v>9.3457699999999999</c:v>
                </c:pt>
                <c:pt idx="630">
                  <c:v>9.0414899999999996</c:v>
                </c:pt>
                <c:pt idx="631">
                  <c:v>9.2949599999999997</c:v>
                </c:pt>
                <c:pt idx="632">
                  <c:v>8.9467599999999994</c:v>
                </c:pt>
                <c:pt idx="633">
                  <c:v>9.0706399999999991</c:v>
                </c:pt>
                <c:pt idx="634">
                  <c:v>9.4245400000000004</c:v>
                </c:pt>
                <c:pt idx="635">
                  <c:v>9.6597899999999992</c:v>
                </c:pt>
                <c:pt idx="636">
                  <c:v>9.6699000000000002</c:v>
                </c:pt>
                <c:pt idx="637">
                  <c:v>8.6261399999999995</c:v>
                </c:pt>
                <c:pt idx="638">
                  <c:v>9.8539200000000005</c:v>
                </c:pt>
                <c:pt idx="639">
                  <c:v>9.1038899999999998</c:v>
                </c:pt>
                <c:pt idx="640">
                  <c:v>9.6855200000000004</c:v>
                </c:pt>
                <c:pt idx="641">
                  <c:v>10.0276</c:v>
                </c:pt>
                <c:pt idx="642">
                  <c:v>9.3953000000000007</c:v>
                </c:pt>
                <c:pt idx="643">
                  <c:v>9.4445399999999999</c:v>
                </c:pt>
                <c:pt idx="644">
                  <c:v>9.7115799999999997</c:v>
                </c:pt>
                <c:pt idx="645">
                  <c:v>9.9749199999999991</c:v>
                </c:pt>
                <c:pt idx="646">
                  <c:v>9.4407800000000002</c:v>
                </c:pt>
                <c:pt idx="647">
                  <c:v>8.9974100000000004</c:v>
                </c:pt>
                <c:pt idx="648">
                  <c:v>9.0892300000000006</c:v>
                </c:pt>
                <c:pt idx="649">
                  <c:v>9.5570500000000003</c:v>
                </c:pt>
                <c:pt idx="650">
                  <c:v>8.95547</c:v>
                </c:pt>
                <c:pt idx="651">
                  <c:v>10.073399999999999</c:v>
                </c:pt>
                <c:pt idx="652">
                  <c:v>9.9119600000000005</c:v>
                </c:pt>
                <c:pt idx="653">
                  <c:v>8.8877699999999997</c:v>
                </c:pt>
                <c:pt idx="654">
                  <c:v>9.6050500000000003</c:v>
                </c:pt>
                <c:pt idx="655">
                  <c:v>9.6637900000000005</c:v>
                </c:pt>
                <c:pt idx="656">
                  <c:v>9.8769299999999998</c:v>
                </c:pt>
                <c:pt idx="657">
                  <c:v>9.8435600000000001</c:v>
                </c:pt>
                <c:pt idx="658">
                  <c:v>9.6367999999999991</c:v>
                </c:pt>
                <c:pt idx="659">
                  <c:v>10.2651</c:v>
                </c:pt>
                <c:pt idx="660">
                  <c:v>10.593400000000001</c:v>
                </c:pt>
                <c:pt idx="661">
                  <c:v>9.5991099999999996</c:v>
                </c:pt>
                <c:pt idx="662">
                  <c:v>10.1028</c:v>
                </c:pt>
                <c:pt idx="663">
                  <c:v>9.9052199999999999</c:v>
                </c:pt>
                <c:pt idx="664">
                  <c:v>9.4601000000000006</c:v>
                </c:pt>
                <c:pt idx="665">
                  <c:v>9.7264400000000002</c:v>
                </c:pt>
                <c:pt idx="666">
                  <c:v>9.1298499999999994</c:v>
                </c:pt>
                <c:pt idx="667">
                  <c:v>9.7828099999999996</c:v>
                </c:pt>
                <c:pt idx="668">
                  <c:v>9.3358299999999996</c:v>
                </c:pt>
                <c:pt idx="669">
                  <c:v>9.9910700000000006</c:v>
                </c:pt>
                <c:pt idx="670">
                  <c:v>10.251099999999999</c:v>
                </c:pt>
                <c:pt idx="671">
                  <c:v>9.8258899999999993</c:v>
                </c:pt>
                <c:pt idx="672">
                  <c:v>9.4021500000000007</c:v>
                </c:pt>
                <c:pt idx="673">
                  <c:v>10.073</c:v>
                </c:pt>
                <c:pt idx="674">
                  <c:v>10.1279</c:v>
                </c:pt>
                <c:pt idx="675">
                  <c:v>9.5027600000000003</c:v>
                </c:pt>
                <c:pt idx="676">
                  <c:v>8.7855299999999996</c:v>
                </c:pt>
                <c:pt idx="677">
                  <c:v>9.7660599999999995</c:v>
                </c:pt>
                <c:pt idx="678">
                  <c:v>8.8456200000000003</c:v>
                </c:pt>
                <c:pt idx="679">
                  <c:v>9.2699800000000003</c:v>
                </c:pt>
                <c:pt idx="680">
                  <c:v>9.8290500000000005</c:v>
                </c:pt>
                <c:pt idx="681">
                  <c:v>9.5290900000000001</c:v>
                </c:pt>
                <c:pt idx="682">
                  <c:v>9.1985899999999994</c:v>
                </c:pt>
                <c:pt idx="683">
                  <c:v>9.9955599999999993</c:v>
                </c:pt>
                <c:pt idx="684">
                  <c:v>9.7644800000000007</c:v>
                </c:pt>
                <c:pt idx="685">
                  <c:v>9.6801999999999992</c:v>
                </c:pt>
                <c:pt idx="686">
                  <c:v>9.1549700000000005</c:v>
                </c:pt>
                <c:pt idx="687">
                  <c:v>9.1386699999999994</c:v>
                </c:pt>
                <c:pt idx="688">
                  <c:v>10.037800000000001</c:v>
                </c:pt>
                <c:pt idx="689">
                  <c:v>9.48611</c:v>
                </c:pt>
                <c:pt idx="690">
                  <c:v>9.7458299999999998</c:v>
                </c:pt>
                <c:pt idx="691">
                  <c:v>9.6663099999999993</c:v>
                </c:pt>
                <c:pt idx="692">
                  <c:v>9.5859000000000005</c:v>
                </c:pt>
                <c:pt idx="693">
                  <c:v>9.7187800000000006</c:v>
                </c:pt>
                <c:pt idx="694">
                  <c:v>9.1137099999999993</c:v>
                </c:pt>
                <c:pt idx="695">
                  <c:v>9.0169200000000007</c:v>
                </c:pt>
                <c:pt idx="696">
                  <c:v>9.8066300000000002</c:v>
                </c:pt>
                <c:pt idx="697">
                  <c:v>9.7791399999999999</c:v>
                </c:pt>
                <c:pt idx="698">
                  <c:v>10.4735</c:v>
                </c:pt>
                <c:pt idx="699">
                  <c:v>9.6885100000000008</c:v>
                </c:pt>
                <c:pt idx="700">
                  <c:v>9.6779399999999995</c:v>
                </c:pt>
                <c:pt idx="701">
                  <c:v>9.6686999999999994</c:v>
                </c:pt>
                <c:pt idx="702">
                  <c:v>9.3118999999999996</c:v>
                </c:pt>
                <c:pt idx="703">
                  <c:v>9.9314900000000002</c:v>
                </c:pt>
                <c:pt idx="704">
                  <c:v>9.7220800000000001</c:v>
                </c:pt>
                <c:pt idx="705">
                  <c:v>9.1969999999999992</c:v>
                </c:pt>
                <c:pt idx="706">
                  <c:v>9.4935100000000006</c:v>
                </c:pt>
                <c:pt idx="707">
                  <c:v>9.3789200000000008</c:v>
                </c:pt>
                <c:pt idx="708">
                  <c:v>8.7916399999999992</c:v>
                </c:pt>
                <c:pt idx="709">
                  <c:v>9.4739400000000007</c:v>
                </c:pt>
                <c:pt idx="710">
                  <c:v>9.2399699999999996</c:v>
                </c:pt>
                <c:pt idx="711">
                  <c:v>9.0209299999999999</c:v>
                </c:pt>
                <c:pt idx="712">
                  <c:v>9.6226400000000005</c:v>
                </c:pt>
                <c:pt idx="713">
                  <c:v>9.7665100000000002</c:v>
                </c:pt>
                <c:pt idx="714">
                  <c:v>10.463900000000001</c:v>
                </c:pt>
                <c:pt idx="715">
                  <c:v>9.5432199999999998</c:v>
                </c:pt>
                <c:pt idx="716">
                  <c:v>9.2591699999999992</c:v>
                </c:pt>
                <c:pt idx="717">
                  <c:v>9.7625399999999996</c:v>
                </c:pt>
                <c:pt idx="718">
                  <c:v>9.3278599999999994</c:v>
                </c:pt>
                <c:pt idx="719">
                  <c:v>8.8913899999999995</c:v>
                </c:pt>
                <c:pt idx="720">
                  <c:v>9.6697000000000006</c:v>
                </c:pt>
                <c:pt idx="721">
                  <c:v>10.2064</c:v>
                </c:pt>
                <c:pt idx="722">
                  <c:v>10.039899999999999</c:v>
                </c:pt>
                <c:pt idx="723">
                  <c:v>9.0748899999999999</c:v>
                </c:pt>
                <c:pt idx="724">
                  <c:v>8.5897900000000007</c:v>
                </c:pt>
                <c:pt idx="725">
                  <c:v>8.8940800000000007</c:v>
                </c:pt>
                <c:pt idx="726">
                  <c:v>10.233599999999999</c:v>
                </c:pt>
                <c:pt idx="727">
                  <c:v>9.5526</c:v>
                </c:pt>
                <c:pt idx="728">
                  <c:v>9.6899099999999994</c:v>
                </c:pt>
                <c:pt idx="729">
                  <c:v>9.7881</c:v>
                </c:pt>
                <c:pt idx="730">
                  <c:v>8.8957499999999996</c:v>
                </c:pt>
                <c:pt idx="731">
                  <c:v>9.9014500000000005</c:v>
                </c:pt>
                <c:pt idx="732">
                  <c:v>9.8787500000000001</c:v>
                </c:pt>
                <c:pt idx="733">
                  <c:v>9.8366000000000007</c:v>
                </c:pt>
                <c:pt idx="734">
                  <c:v>10.1248</c:v>
                </c:pt>
                <c:pt idx="735">
                  <c:v>8.8152000000000008</c:v>
                </c:pt>
                <c:pt idx="736">
                  <c:v>8.8353599999999997</c:v>
                </c:pt>
                <c:pt idx="737">
                  <c:v>9.0647599999999997</c:v>
                </c:pt>
                <c:pt idx="738">
                  <c:v>9.4452499999999997</c:v>
                </c:pt>
                <c:pt idx="739">
                  <c:v>9.3450699999999998</c:v>
                </c:pt>
                <c:pt idx="740">
                  <c:v>9.5208499999999994</c:v>
                </c:pt>
                <c:pt idx="741">
                  <c:v>9.6913699999999992</c:v>
                </c:pt>
                <c:pt idx="742">
                  <c:v>9.9131300000000007</c:v>
                </c:pt>
                <c:pt idx="743">
                  <c:v>9.9932700000000008</c:v>
                </c:pt>
                <c:pt idx="744">
                  <c:v>9.5502900000000004</c:v>
                </c:pt>
                <c:pt idx="745">
                  <c:v>9.9573900000000002</c:v>
                </c:pt>
                <c:pt idx="746">
                  <c:v>9.3114899999999992</c:v>
                </c:pt>
                <c:pt idx="747">
                  <c:v>9.1256599999999999</c:v>
                </c:pt>
                <c:pt idx="748">
                  <c:v>9.2365100000000009</c:v>
                </c:pt>
                <c:pt idx="749">
                  <c:v>10.104799999999999</c:v>
                </c:pt>
                <c:pt idx="750">
                  <c:v>8.8531600000000008</c:v>
                </c:pt>
                <c:pt idx="751">
                  <c:v>9.6115499999999994</c:v>
                </c:pt>
                <c:pt idx="752">
                  <c:v>9.8664799999999993</c:v>
                </c:pt>
                <c:pt idx="753">
                  <c:v>9.5791199999999996</c:v>
                </c:pt>
                <c:pt idx="754">
                  <c:v>10.124499999999999</c:v>
                </c:pt>
                <c:pt idx="755">
                  <c:v>9.4917200000000008</c:v>
                </c:pt>
                <c:pt idx="756">
                  <c:v>9.7527799999999996</c:v>
                </c:pt>
                <c:pt idx="757">
                  <c:v>9.6806099999999997</c:v>
                </c:pt>
                <c:pt idx="758">
                  <c:v>9.7804400000000005</c:v>
                </c:pt>
                <c:pt idx="759">
                  <c:v>9.4651399999999999</c:v>
                </c:pt>
                <c:pt idx="760">
                  <c:v>9.8406199999999995</c:v>
                </c:pt>
                <c:pt idx="761">
                  <c:v>9.1957400000000007</c:v>
                </c:pt>
                <c:pt idx="762">
                  <c:v>9.6937300000000004</c:v>
                </c:pt>
                <c:pt idx="763">
                  <c:v>9.6847100000000008</c:v>
                </c:pt>
                <c:pt idx="764">
                  <c:v>9.54026</c:v>
                </c:pt>
                <c:pt idx="765">
                  <c:v>9.7853999999999992</c:v>
                </c:pt>
                <c:pt idx="766">
                  <c:v>9.7208699999999997</c:v>
                </c:pt>
                <c:pt idx="767">
                  <c:v>8.9268900000000002</c:v>
                </c:pt>
                <c:pt idx="768">
                  <c:v>8.8351799999999994</c:v>
                </c:pt>
                <c:pt idx="769">
                  <c:v>9.5958400000000008</c:v>
                </c:pt>
                <c:pt idx="770">
                  <c:v>9.8639100000000006</c:v>
                </c:pt>
                <c:pt idx="771">
                  <c:v>9.1198499999999996</c:v>
                </c:pt>
                <c:pt idx="772">
                  <c:v>9.6113900000000001</c:v>
                </c:pt>
                <c:pt idx="773">
                  <c:v>9.7069600000000005</c:v>
                </c:pt>
                <c:pt idx="774">
                  <c:v>9.4880700000000004</c:v>
                </c:pt>
                <c:pt idx="775">
                  <c:v>9.0947700000000005</c:v>
                </c:pt>
                <c:pt idx="776">
                  <c:v>9.7905300000000004</c:v>
                </c:pt>
                <c:pt idx="777">
                  <c:v>9.9987200000000005</c:v>
                </c:pt>
                <c:pt idx="778">
                  <c:v>10.186</c:v>
                </c:pt>
                <c:pt idx="779">
                  <c:v>9.9866799999999998</c:v>
                </c:pt>
                <c:pt idx="780">
                  <c:v>9.0720799999999997</c:v>
                </c:pt>
                <c:pt idx="781">
                  <c:v>9.6195299999999992</c:v>
                </c:pt>
                <c:pt idx="782">
                  <c:v>10.1907</c:v>
                </c:pt>
                <c:pt idx="783">
                  <c:v>9.2663499999999992</c:v>
                </c:pt>
                <c:pt idx="784">
                  <c:v>8.9188899999999993</c:v>
                </c:pt>
                <c:pt idx="785">
                  <c:v>10.0966</c:v>
                </c:pt>
                <c:pt idx="786">
                  <c:v>9.8710900000000006</c:v>
                </c:pt>
                <c:pt idx="787">
                  <c:v>9.7547499999999996</c:v>
                </c:pt>
                <c:pt idx="788">
                  <c:v>9.8577200000000005</c:v>
                </c:pt>
                <c:pt idx="789">
                  <c:v>9.2140799999999992</c:v>
                </c:pt>
                <c:pt idx="790">
                  <c:v>9.3305000000000007</c:v>
                </c:pt>
                <c:pt idx="791">
                  <c:v>9.3758400000000002</c:v>
                </c:pt>
                <c:pt idx="792">
                  <c:v>9.1379900000000003</c:v>
                </c:pt>
                <c:pt idx="793">
                  <c:v>9.4614700000000003</c:v>
                </c:pt>
                <c:pt idx="794">
                  <c:v>10.048999999999999</c:v>
                </c:pt>
                <c:pt idx="795">
                  <c:v>10.561500000000001</c:v>
                </c:pt>
                <c:pt idx="796">
                  <c:v>9.9771199999999993</c:v>
                </c:pt>
                <c:pt idx="797">
                  <c:v>8.8072599999999994</c:v>
                </c:pt>
                <c:pt idx="798">
                  <c:v>9.2111599999999996</c:v>
                </c:pt>
                <c:pt idx="799">
                  <c:v>9.8382699999999996</c:v>
                </c:pt>
                <c:pt idx="800">
                  <c:v>9.9267699999999994</c:v>
                </c:pt>
                <c:pt idx="801">
                  <c:v>9.7881</c:v>
                </c:pt>
                <c:pt idx="802">
                  <c:v>10.071300000000001</c:v>
                </c:pt>
                <c:pt idx="803">
                  <c:v>9.9064599999999992</c:v>
                </c:pt>
                <c:pt idx="804">
                  <c:v>9.2906399999999998</c:v>
                </c:pt>
                <c:pt idx="805">
                  <c:v>9.9606399999999997</c:v>
                </c:pt>
                <c:pt idx="806">
                  <c:v>9.7227499999999996</c:v>
                </c:pt>
                <c:pt idx="807">
                  <c:v>9.2264900000000001</c:v>
                </c:pt>
                <c:pt idx="808">
                  <c:v>10.0107</c:v>
                </c:pt>
                <c:pt idx="809">
                  <c:v>9.5534400000000002</c:v>
                </c:pt>
                <c:pt idx="810">
                  <c:v>9.2461199999999995</c:v>
                </c:pt>
                <c:pt idx="811">
                  <c:v>9.7483299999999993</c:v>
                </c:pt>
                <c:pt idx="812">
                  <c:v>9.55593</c:v>
                </c:pt>
                <c:pt idx="813">
                  <c:v>9.61599</c:v>
                </c:pt>
                <c:pt idx="814">
                  <c:v>9.9698899999999995</c:v>
                </c:pt>
                <c:pt idx="815">
                  <c:v>9.5138400000000001</c:v>
                </c:pt>
                <c:pt idx="816">
                  <c:v>9.5495400000000004</c:v>
                </c:pt>
                <c:pt idx="817">
                  <c:v>8.95458</c:v>
                </c:pt>
                <c:pt idx="818">
                  <c:v>9.5012100000000004</c:v>
                </c:pt>
                <c:pt idx="819">
                  <c:v>9.5918500000000009</c:v>
                </c:pt>
                <c:pt idx="820">
                  <c:v>9.5869800000000005</c:v>
                </c:pt>
                <c:pt idx="821">
                  <c:v>10.112</c:v>
                </c:pt>
                <c:pt idx="822">
                  <c:v>9.9847999999999999</c:v>
                </c:pt>
                <c:pt idx="823">
                  <c:v>9.3521900000000002</c:v>
                </c:pt>
                <c:pt idx="824">
                  <c:v>9.7819000000000003</c:v>
                </c:pt>
                <c:pt idx="825">
                  <c:v>10.0693</c:v>
                </c:pt>
                <c:pt idx="826">
                  <c:v>9.9407800000000002</c:v>
                </c:pt>
                <c:pt idx="827">
                  <c:v>9.7704699999999995</c:v>
                </c:pt>
                <c:pt idx="828">
                  <c:v>9.5609999999999999</c:v>
                </c:pt>
                <c:pt idx="829">
                  <c:v>8.82</c:v>
                </c:pt>
                <c:pt idx="830">
                  <c:v>8.8306000000000004</c:v>
                </c:pt>
                <c:pt idx="831">
                  <c:v>10.4373</c:v>
                </c:pt>
                <c:pt idx="832">
                  <c:v>9.5499100000000006</c:v>
                </c:pt>
                <c:pt idx="833">
                  <c:v>9.5186499999999992</c:v>
                </c:pt>
                <c:pt idx="834">
                  <c:v>9.2420399999999994</c:v>
                </c:pt>
                <c:pt idx="835">
                  <c:v>9.1735900000000008</c:v>
                </c:pt>
                <c:pt idx="836">
                  <c:v>9.5986600000000006</c:v>
                </c:pt>
                <c:pt idx="837">
                  <c:v>9.7219300000000004</c:v>
                </c:pt>
                <c:pt idx="838">
                  <c:v>9.4817599999999995</c:v>
                </c:pt>
                <c:pt idx="839">
                  <c:v>9.5211600000000001</c:v>
                </c:pt>
                <c:pt idx="840">
                  <c:v>9.5462000000000007</c:v>
                </c:pt>
                <c:pt idx="841">
                  <c:v>9.4924300000000006</c:v>
                </c:pt>
                <c:pt idx="842">
                  <c:v>9.2416300000000007</c:v>
                </c:pt>
                <c:pt idx="843">
                  <c:v>9.8083299999999998</c:v>
                </c:pt>
                <c:pt idx="844">
                  <c:v>9.0669500000000003</c:v>
                </c:pt>
                <c:pt idx="845">
                  <c:v>8.8723299999999998</c:v>
                </c:pt>
                <c:pt idx="846">
                  <c:v>9.3856000000000002</c:v>
                </c:pt>
                <c:pt idx="847">
                  <c:v>9.9178300000000004</c:v>
                </c:pt>
                <c:pt idx="848">
                  <c:v>9.9309600000000007</c:v>
                </c:pt>
                <c:pt idx="849">
                  <c:v>9.5521200000000004</c:v>
                </c:pt>
                <c:pt idx="850">
                  <c:v>9.5572099999999995</c:v>
                </c:pt>
                <c:pt idx="851">
                  <c:v>9.82484</c:v>
                </c:pt>
                <c:pt idx="852">
                  <c:v>9.6480899999999998</c:v>
                </c:pt>
                <c:pt idx="853">
                  <c:v>9.7355699999999992</c:v>
                </c:pt>
                <c:pt idx="854">
                  <c:v>9.46021</c:v>
                </c:pt>
                <c:pt idx="855">
                  <c:v>9.8475300000000008</c:v>
                </c:pt>
                <c:pt idx="856">
                  <c:v>9.9630600000000005</c:v>
                </c:pt>
                <c:pt idx="857">
                  <c:v>8.8889399999999998</c:v>
                </c:pt>
                <c:pt idx="858">
                  <c:v>8.7322199999999999</c:v>
                </c:pt>
                <c:pt idx="859">
                  <c:v>9.2699700000000007</c:v>
                </c:pt>
                <c:pt idx="860">
                  <c:v>9.8355499999999996</c:v>
                </c:pt>
                <c:pt idx="861">
                  <c:v>10.2271</c:v>
                </c:pt>
                <c:pt idx="862">
                  <c:v>9.5626700000000007</c:v>
                </c:pt>
                <c:pt idx="863">
                  <c:v>9.7321600000000004</c:v>
                </c:pt>
                <c:pt idx="864">
                  <c:v>10.1785</c:v>
                </c:pt>
                <c:pt idx="865">
                  <c:v>9.5813000000000006</c:v>
                </c:pt>
                <c:pt idx="866">
                  <c:v>9.2515199999999993</c:v>
                </c:pt>
                <c:pt idx="867">
                  <c:v>9.4319600000000001</c:v>
                </c:pt>
                <c:pt idx="868">
                  <c:v>9.4756699999999991</c:v>
                </c:pt>
                <c:pt idx="869">
                  <c:v>9.6149100000000001</c:v>
                </c:pt>
                <c:pt idx="870">
                  <c:v>9.7571600000000007</c:v>
                </c:pt>
                <c:pt idx="871">
                  <c:v>9.5912699999999997</c:v>
                </c:pt>
                <c:pt idx="872">
                  <c:v>9.0137999999999998</c:v>
                </c:pt>
                <c:pt idx="873">
                  <c:v>10.042400000000001</c:v>
                </c:pt>
                <c:pt idx="874">
                  <c:v>9.51281</c:v>
                </c:pt>
                <c:pt idx="875">
                  <c:v>9.3352500000000003</c:v>
                </c:pt>
                <c:pt idx="876">
                  <c:v>9.9231800000000003</c:v>
                </c:pt>
                <c:pt idx="877">
                  <c:v>9.9086099999999995</c:v>
                </c:pt>
                <c:pt idx="878">
                  <c:v>9.3555499999999991</c:v>
                </c:pt>
                <c:pt idx="879">
                  <c:v>8.8938600000000001</c:v>
                </c:pt>
                <c:pt idx="880">
                  <c:v>9.7066199999999991</c:v>
                </c:pt>
                <c:pt idx="881">
                  <c:v>10.0977</c:v>
                </c:pt>
                <c:pt idx="882">
                  <c:v>9.4458500000000001</c:v>
                </c:pt>
                <c:pt idx="883">
                  <c:v>9.2092600000000004</c:v>
                </c:pt>
                <c:pt idx="884">
                  <c:v>9.8811099999999996</c:v>
                </c:pt>
                <c:pt idx="885">
                  <c:v>9.5134699999999999</c:v>
                </c:pt>
                <c:pt idx="886">
                  <c:v>10.898199999999999</c:v>
                </c:pt>
                <c:pt idx="887">
                  <c:v>9.0103200000000001</c:v>
                </c:pt>
                <c:pt idx="888">
                  <c:v>8.4965799999999998</c:v>
                </c:pt>
                <c:pt idx="889">
                  <c:v>9.2453599999999998</c:v>
                </c:pt>
                <c:pt idx="890">
                  <c:v>10.1807</c:v>
                </c:pt>
                <c:pt idx="891">
                  <c:v>11.8263</c:v>
                </c:pt>
                <c:pt idx="892">
                  <c:v>10.2844</c:v>
                </c:pt>
                <c:pt idx="893">
                  <c:v>10.0367</c:v>
                </c:pt>
                <c:pt idx="894">
                  <c:v>10.642799999999999</c:v>
                </c:pt>
                <c:pt idx="895">
                  <c:v>9.5580700000000007</c:v>
                </c:pt>
                <c:pt idx="896">
                  <c:v>8.9866100000000007</c:v>
                </c:pt>
                <c:pt idx="897">
                  <c:v>9.2984200000000001</c:v>
                </c:pt>
                <c:pt idx="898">
                  <c:v>9.6249500000000001</c:v>
                </c:pt>
                <c:pt idx="899">
                  <c:v>9.3104899999999997</c:v>
                </c:pt>
                <c:pt idx="900">
                  <c:v>9.7351899999999993</c:v>
                </c:pt>
                <c:pt idx="901">
                  <c:v>9.7548100000000009</c:v>
                </c:pt>
                <c:pt idx="902">
                  <c:v>10.571300000000001</c:v>
                </c:pt>
                <c:pt idx="903">
                  <c:v>10.871600000000001</c:v>
                </c:pt>
                <c:pt idx="904">
                  <c:v>9.0898000000000003</c:v>
                </c:pt>
                <c:pt idx="905">
                  <c:v>9.1519399999999997</c:v>
                </c:pt>
                <c:pt idx="906">
                  <c:v>9.6363199999999996</c:v>
                </c:pt>
                <c:pt idx="907">
                  <c:v>10.327299999999999</c:v>
                </c:pt>
                <c:pt idx="908">
                  <c:v>10.3375</c:v>
                </c:pt>
                <c:pt idx="909">
                  <c:v>9.8534000000000006</c:v>
                </c:pt>
                <c:pt idx="910">
                  <c:v>10.475300000000001</c:v>
                </c:pt>
                <c:pt idx="911">
                  <c:v>9.6500699999999995</c:v>
                </c:pt>
                <c:pt idx="912">
                  <c:v>8.9670199999999998</c:v>
                </c:pt>
                <c:pt idx="913">
                  <c:v>9.0575100000000006</c:v>
                </c:pt>
                <c:pt idx="914">
                  <c:v>9.6859099999999998</c:v>
                </c:pt>
                <c:pt idx="915">
                  <c:v>9.3366399999999992</c:v>
                </c:pt>
                <c:pt idx="916">
                  <c:v>9.7766800000000007</c:v>
                </c:pt>
                <c:pt idx="917">
                  <c:v>9.9147499999999997</c:v>
                </c:pt>
                <c:pt idx="918">
                  <c:v>9.0536700000000003</c:v>
                </c:pt>
                <c:pt idx="919">
                  <c:v>9.8235799999999998</c:v>
                </c:pt>
                <c:pt idx="920">
                  <c:v>9.9849700000000006</c:v>
                </c:pt>
                <c:pt idx="921">
                  <c:v>9.4577100000000005</c:v>
                </c:pt>
                <c:pt idx="922">
                  <c:v>9.2487200000000005</c:v>
                </c:pt>
                <c:pt idx="923">
                  <c:v>10.004799999999999</c:v>
                </c:pt>
                <c:pt idx="924">
                  <c:v>9.7744300000000006</c:v>
                </c:pt>
                <c:pt idx="925">
                  <c:v>10.246700000000001</c:v>
                </c:pt>
                <c:pt idx="926">
                  <c:v>10.1463</c:v>
                </c:pt>
                <c:pt idx="927">
                  <c:v>9.7260200000000001</c:v>
                </c:pt>
                <c:pt idx="928">
                  <c:v>9.2152799999999999</c:v>
                </c:pt>
                <c:pt idx="929">
                  <c:v>9.6669099999999997</c:v>
                </c:pt>
                <c:pt idx="930">
                  <c:v>8.7723600000000008</c:v>
                </c:pt>
                <c:pt idx="931">
                  <c:v>8.5727600000000006</c:v>
                </c:pt>
                <c:pt idx="932">
                  <c:v>8.6782299999999992</c:v>
                </c:pt>
                <c:pt idx="933">
                  <c:v>10.2826</c:v>
                </c:pt>
                <c:pt idx="934">
                  <c:v>9.5932499999999994</c:v>
                </c:pt>
                <c:pt idx="935">
                  <c:v>10.1998</c:v>
                </c:pt>
                <c:pt idx="936">
                  <c:v>9.5471199999999996</c:v>
                </c:pt>
                <c:pt idx="937">
                  <c:v>10.232200000000001</c:v>
                </c:pt>
                <c:pt idx="938">
                  <c:v>9.5465699999999991</c:v>
                </c:pt>
                <c:pt idx="939">
                  <c:v>9.9456500000000005</c:v>
                </c:pt>
                <c:pt idx="940">
                  <c:v>9.6759400000000007</c:v>
                </c:pt>
                <c:pt idx="941">
                  <c:v>10.238300000000001</c:v>
                </c:pt>
                <c:pt idx="942">
                  <c:v>9.6791699999999992</c:v>
                </c:pt>
                <c:pt idx="943">
                  <c:v>9.9804700000000004</c:v>
                </c:pt>
                <c:pt idx="944">
                  <c:v>9.55626</c:v>
                </c:pt>
                <c:pt idx="945">
                  <c:v>9.6249900000000004</c:v>
                </c:pt>
                <c:pt idx="946">
                  <c:v>10.903</c:v>
                </c:pt>
                <c:pt idx="947">
                  <c:v>9.2626000000000008</c:v>
                </c:pt>
                <c:pt idx="948">
                  <c:v>9.87669</c:v>
                </c:pt>
                <c:pt idx="949">
                  <c:v>9.8841300000000007</c:v>
                </c:pt>
                <c:pt idx="950">
                  <c:v>8.5648099999999996</c:v>
                </c:pt>
                <c:pt idx="951">
                  <c:v>8.5963200000000004</c:v>
                </c:pt>
                <c:pt idx="952">
                  <c:v>9.0573499999999996</c:v>
                </c:pt>
                <c:pt idx="953">
                  <c:v>9.1464200000000009</c:v>
                </c:pt>
                <c:pt idx="954">
                  <c:v>9.4679400000000005</c:v>
                </c:pt>
                <c:pt idx="955">
                  <c:v>9.6544299999999996</c:v>
                </c:pt>
                <c:pt idx="956">
                  <c:v>9.2021499999999996</c:v>
                </c:pt>
                <c:pt idx="957">
                  <c:v>9.2472200000000004</c:v>
                </c:pt>
                <c:pt idx="958">
                  <c:v>9.4925499999999996</c:v>
                </c:pt>
                <c:pt idx="959">
                  <c:v>9.3348200000000006</c:v>
                </c:pt>
                <c:pt idx="960">
                  <c:v>9.7371800000000004</c:v>
                </c:pt>
                <c:pt idx="961">
                  <c:v>9.5693900000000003</c:v>
                </c:pt>
                <c:pt idx="962">
                  <c:v>9.4407399999999999</c:v>
                </c:pt>
                <c:pt idx="963">
                  <c:v>10.065899999999999</c:v>
                </c:pt>
                <c:pt idx="964">
                  <c:v>9.3668600000000009</c:v>
                </c:pt>
                <c:pt idx="965">
                  <c:v>9.5545399999999994</c:v>
                </c:pt>
                <c:pt idx="966">
                  <c:v>9.6809399999999997</c:v>
                </c:pt>
                <c:pt idx="967">
                  <c:v>9.9570900000000009</c:v>
                </c:pt>
                <c:pt idx="968">
                  <c:v>10.4826</c:v>
                </c:pt>
                <c:pt idx="969">
                  <c:v>10.0314</c:v>
                </c:pt>
                <c:pt idx="970">
                  <c:v>9.3607099999999992</c:v>
                </c:pt>
                <c:pt idx="971">
                  <c:v>9.6116799999999998</c:v>
                </c:pt>
                <c:pt idx="972">
                  <c:v>10.4064</c:v>
                </c:pt>
                <c:pt idx="973">
                  <c:v>9.6682299999999994</c:v>
                </c:pt>
                <c:pt idx="974">
                  <c:v>9.4254099999999994</c:v>
                </c:pt>
                <c:pt idx="975">
                  <c:v>9.2788900000000005</c:v>
                </c:pt>
                <c:pt idx="976">
                  <c:v>9.2701899999999995</c:v>
                </c:pt>
                <c:pt idx="977">
                  <c:v>8.7995599999999996</c:v>
                </c:pt>
                <c:pt idx="978">
                  <c:v>9.3615899999999996</c:v>
                </c:pt>
                <c:pt idx="979">
                  <c:v>9.4639399999999991</c:v>
                </c:pt>
                <c:pt idx="980">
                  <c:v>9.3683099999999992</c:v>
                </c:pt>
                <c:pt idx="981">
                  <c:v>9.6270600000000002</c:v>
                </c:pt>
                <c:pt idx="982">
                  <c:v>9.4040999999999997</c:v>
                </c:pt>
                <c:pt idx="983">
                  <c:v>9.2760300000000004</c:v>
                </c:pt>
                <c:pt idx="984">
                  <c:v>9.2490299999999994</c:v>
                </c:pt>
                <c:pt idx="985">
                  <c:v>9.5176300000000005</c:v>
                </c:pt>
                <c:pt idx="986">
                  <c:v>9.08047</c:v>
                </c:pt>
                <c:pt idx="987">
                  <c:v>9.4491700000000005</c:v>
                </c:pt>
                <c:pt idx="988">
                  <c:v>9.8938100000000002</c:v>
                </c:pt>
                <c:pt idx="989">
                  <c:v>9.6319300000000005</c:v>
                </c:pt>
                <c:pt idx="990">
                  <c:v>9.6677900000000001</c:v>
                </c:pt>
                <c:pt idx="991">
                  <c:v>9.9593799999999995</c:v>
                </c:pt>
                <c:pt idx="992">
                  <c:v>9.0873600000000003</c:v>
                </c:pt>
                <c:pt idx="993">
                  <c:v>9.2836300000000005</c:v>
                </c:pt>
                <c:pt idx="994">
                  <c:v>9.5428700000000006</c:v>
                </c:pt>
                <c:pt idx="995">
                  <c:v>8.8809000000000005</c:v>
                </c:pt>
                <c:pt idx="996">
                  <c:v>9.8604900000000004</c:v>
                </c:pt>
                <c:pt idx="997">
                  <c:v>8.9220699999999997</c:v>
                </c:pt>
                <c:pt idx="998">
                  <c:v>8.8487899999999993</c:v>
                </c:pt>
                <c:pt idx="999">
                  <c:v>9.0839099999999995</c:v>
                </c:pt>
                <c:pt idx="1000">
                  <c:v>9.19041</c:v>
                </c:pt>
                <c:pt idx="1001">
                  <c:v>9.0553799999999995</c:v>
                </c:pt>
                <c:pt idx="1002">
                  <c:v>9.5521399999999996</c:v>
                </c:pt>
                <c:pt idx="1003">
                  <c:v>8.9551099999999995</c:v>
                </c:pt>
                <c:pt idx="1004">
                  <c:v>9.7271900000000002</c:v>
                </c:pt>
                <c:pt idx="1005">
                  <c:v>10.128299999999999</c:v>
                </c:pt>
                <c:pt idx="1006">
                  <c:v>9.4084500000000002</c:v>
                </c:pt>
                <c:pt idx="1007">
                  <c:v>9.7160100000000007</c:v>
                </c:pt>
                <c:pt idx="1008">
                  <c:v>9.6044</c:v>
                </c:pt>
                <c:pt idx="1009">
                  <c:v>8.8374100000000002</c:v>
                </c:pt>
                <c:pt idx="1010">
                  <c:v>9.3481100000000001</c:v>
                </c:pt>
                <c:pt idx="1011">
                  <c:v>10.058299999999999</c:v>
                </c:pt>
                <c:pt idx="1012">
                  <c:v>9.6999399999999998</c:v>
                </c:pt>
                <c:pt idx="1013">
                  <c:v>9.6715099999999996</c:v>
                </c:pt>
                <c:pt idx="1014">
                  <c:v>10.350099999999999</c:v>
                </c:pt>
                <c:pt idx="1015">
                  <c:v>10.855700000000001</c:v>
                </c:pt>
                <c:pt idx="1016">
                  <c:v>9.8785900000000009</c:v>
                </c:pt>
                <c:pt idx="1017">
                  <c:v>10.7758</c:v>
                </c:pt>
                <c:pt idx="1018">
                  <c:v>9.8041999999999998</c:v>
                </c:pt>
                <c:pt idx="1019">
                  <c:v>9.3800399999999993</c:v>
                </c:pt>
                <c:pt idx="1020">
                  <c:v>9.4175400000000007</c:v>
                </c:pt>
                <c:pt idx="1021">
                  <c:v>9.9131999999999998</c:v>
                </c:pt>
                <c:pt idx="1022">
                  <c:v>9.8260900000000007</c:v>
                </c:pt>
                <c:pt idx="1023">
                  <c:v>9.3270199999999992</c:v>
                </c:pt>
                <c:pt idx="1024">
                  <c:v>9.0598899999999993</c:v>
                </c:pt>
                <c:pt idx="1025">
                  <c:v>9.3311799999999998</c:v>
                </c:pt>
                <c:pt idx="1026">
                  <c:v>9.6762999999999995</c:v>
                </c:pt>
                <c:pt idx="1027">
                  <c:v>8.5665099999999992</c:v>
                </c:pt>
                <c:pt idx="1028">
                  <c:v>9.2554400000000001</c:v>
                </c:pt>
                <c:pt idx="1029">
                  <c:v>9.4056300000000004</c:v>
                </c:pt>
                <c:pt idx="1030">
                  <c:v>10.3504</c:v>
                </c:pt>
                <c:pt idx="1031">
                  <c:v>9.1631800000000005</c:v>
                </c:pt>
                <c:pt idx="1032">
                  <c:v>10.4337</c:v>
                </c:pt>
                <c:pt idx="1033">
                  <c:v>9.2870799999999996</c:v>
                </c:pt>
                <c:pt idx="1034">
                  <c:v>9.3230699999999995</c:v>
                </c:pt>
                <c:pt idx="1035">
                  <c:v>9.4542000000000002</c:v>
                </c:pt>
                <c:pt idx="1036">
                  <c:v>9.7353900000000007</c:v>
                </c:pt>
                <c:pt idx="1037">
                  <c:v>9.9252199999999995</c:v>
                </c:pt>
                <c:pt idx="1038">
                  <c:v>9.8330400000000004</c:v>
                </c:pt>
                <c:pt idx="1039">
                  <c:v>9.7901399999999992</c:v>
                </c:pt>
                <c:pt idx="1040">
                  <c:v>9.4992599999999996</c:v>
                </c:pt>
                <c:pt idx="1041">
                  <c:v>9.3268000000000004</c:v>
                </c:pt>
                <c:pt idx="1042">
                  <c:v>9.04495</c:v>
                </c:pt>
                <c:pt idx="1043">
                  <c:v>9.2472200000000004</c:v>
                </c:pt>
                <c:pt idx="1044">
                  <c:v>9.3976799999999994</c:v>
                </c:pt>
                <c:pt idx="1045">
                  <c:v>9.7219599999999993</c:v>
                </c:pt>
                <c:pt idx="1046">
                  <c:v>10.107900000000001</c:v>
                </c:pt>
                <c:pt idx="1047">
                  <c:v>8.8176900000000007</c:v>
                </c:pt>
                <c:pt idx="1048">
                  <c:v>9.1433999999999997</c:v>
                </c:pt>
                <c:pt idx="1049">
                  <c:v>10.976900000000001</c:v>
                </c:pt>
                <c:pt idx="1050">
                  <c:v>8.4577399999999994</c:v>
                </c:pt>
                <c:pt idx="1051">
                  <c:v>8.8054600000000001</c:v>
                </c:pt>
                <c:pt idx="1052">
                  <c:v>9.6798800000000007</c:v>
                </c:pt>
                <c:pt idx="1053">
                  <c:v>9.4669699999999999</c:v>
                </c:pt>
                <c:pt idx="1054">
                  <c:v>9.4418100000000003</c:v>
                </c:pt>
                <c:pt idx="1055">
                  <c:v>10.0663</c:v>
                </c:pt>
                <c:pt idx="1056">
                  <c:v>10.4748</c:v>
                </c:pt>
                <c:pt idx="1057">
                  <c:v>10.059699999999999</c:v>
                </c:pt>
                <c:pt idx="1058">
                  <c:v>9.7624999999999993</c:v>
                </c:pt>
                <c:pt idx="1059">
                  <c:v>9.4312699999999996</c:v>
                </c:pt>
                <c:pt idx="1060">
                  <c:v>9.8842800000000004</c:v>
                </c:pt>
                <c:pt idx="1061">
                  <c:v>9.8350399999999993</c:v>
                </c:pt>
                <c:pt idx="1062">
                  <c:v>10.404199999999999</c:v>
                </c:pt>
                <c:pt idx="1063">
                  <c:v>9.9368099999999995</c:v>
                </c:pt>
                <c:pt idx="1064">
                  <c:v>8.9284700000000008</c:v>
                </c:pt>
                <c:pt idx="1065">
                  <c:v>8.3160000000000007</c:v>
                </c:pt>
                <c:pt idx="1066">
                  <c:v>9.3276400000000006</c:v>
                </c:pt>
                <c:pt idx="1067">
                  <c:v>9.91953</c:v>
                </c:pt>
                <c:pt idx="1068">
                  <c:v>9.1299399999999995</c:v>
                </c:pt>
                <c:pt idx="1069">
                  <c:v>9.0587400000000002</c:v>
                </c:pt>
                <c:pt idx="1070">
                  <c:v>9.57179</c:v>
                </c:pt>
                <c:pt idx="1071">
                  <c:v>9.5438100000000006</c:v>
                </c:pt>
                <c:pt idx="1072">
                  <c:v>9.0850000000000009</c:v>
                </c:pt>
                <c:pt idx="1073">
                  <c:v>9.3181700000000003</c:v>
                </c:pt>
                <c:pt idx="1074">
                  <c:v>10.1639</c:v>
                </c:pt>
                <c:pt idx="1075">
                  <c:v>9.7639200000000006</c:v>
                </c:pt>
                <c:pt idx="1076">
                  <c:v>9.2732299999999999</c:v>
                </c:pt>
                <c:pt idx="1077">
                  <c:v>9.6597399999999993</c:v>
                </c:pt>
                <c:pt idx="1078">
                  <c:v>9.4512599999999996</c:v>
                </c:pt>
                <c:pt idx="1079">
                  <c:v>9.3788900000000002</c:v>
                </c:pt>
                <c:pt idx="1080">
                  <c:v>8.7325400000000002</c:v>
                </c:pt>
                <c:pt idx="1081">
                  <c:v>9.4714399999999994</c:v>
                </c:pt>
                <c:pt idx="1082">
                  <c:v>9.7877100000000006</c:v>
                </c:pt>
                <c:pt idx="1083">
                  <c:v>9.6660599999999999</c:v>
                </c:pt>
                <c:pt idx="1084">
                  <c:v>9.8910300000000007</c:v>
                </c:pt>
                <c:pt idx="1085">
                  <c:v>10.079000000000001</c:v>
                </c:pt>
                <c:pt idx="1086">
                  <c:v>10.234299999999999</c:v>
                </c:pt>
                <c:pt idx="1087">
                  <c:v>9.9304799999999993</c:v>
                </c:pt>
                <c:pt idx="1088">
                  <c:v>9.2562800000000003</c:v>
                </c:pt>
                <c:pt idx="1089">
                  <c:v>9.3657299999999992</c:v>
                </c:pt>
                <c:pt idx="1090">
                  <c:v>10.3835</c:v>
                </c:pt>
                <c:pt idx="1091">
                  <c:v>9.8453900000000001</c:v>
                </c:pt>
                <c:pt idx="1092">
                  <c:v>9.4014500000000005</c:v>
                </c:pt>
                <c:pt idx="1093">
                  <c:v>9.3927600000000009</c:v>
                </c:pt>
                <c:pt idx="1094">
                  <c:v>10.018599999999999</c:v>
                </c:pt>
                <c:pt idx="1095">
                  <c:v>9.5696899999999996</c:v>
                </c:pt>
                <c:pt idx="1096">
                  <c:v>9.5024499999999996</c:v>
                </c:pt>
                <c:pt idx="1097">
                  <c:v>9.5649099999999994</c:v>
                </c:pt>
                <c:pt idx="1098">
                  <c:v>9.5187299999999997</c:v>
                </c:pt>
                <c:pt idx="1099">
                  <c:v>9.1076800000000002</c:v>
                </c:pt>
                <c:pt idx="1100">
                  <c:v>9.5184499999999996</c:v>
                </c:pt>
                <c:pt idx="1101">
                  <c:v>9.83005</c:v>
                </c:pt>
                <c:pt idx="1102">
                  <c:v>9.3571799999999996</c:v>
                </c:pt>
                <c:pt idx="1103">
                  <c:v>9.3916699999999995</c:v>
                </c:pt>
                <c:pt idx="1104">
                  <c:v>9.1013400000000004</c:v>
                </c:pt>
                <c:pt idx="1105">
                  <c:v>8.6323799999999995</c:v>
                </c:pt>
                <c:pt idx="1106">
                  <c:v>9.3028099999999991</c:v>
                </c:pt>
                <c:pt idx="1107">
                  <c:v>9.7384699999999995</c:v>
                </c:pt>
                <c:pt idx="1108">
                  <c:v>9.2011500000000002</c:v>
                </c:pt>
                <c:pt idx="1109">
                  <c:v>9.2256199999999993</c:v>
                </c:pt>
                <c:pt idx="1110">
                  <c:v>9.2652900000000002</c:v>
                </c:pt>
                <c:pt idx="1111">
                  <c:v>9.3018800000000006</c:v>
                </c:pt>
                <c:pt idx="1112">
                  <c:v>9.0959199999999996</c:v>
                </c:pt>
                <c:pt idx="1113">
                  <c:v>8.8431099999999994</c:v>
                </c:pt>
                <c:pt idx="1114">
                  <c:v>9.24315</c:v>
                </c:pt>
                <c:pt idx="1115">
                  <c:v>10.2524</c:v>
                </c:pt>
                <c:pt idx="1116">
                  <c:v>9.4869699999999995</c:v>
                </c:pt>
                <c:pt idx="1117">
                  <c:v>9.2919900000000002</c:v>
                </c:pt>
                <c:pt idx="1118">
                  <c:v>8.9393100000000008</c:v>
                </c:pt>
                <c:pt idx="1119">
                  <c:v>9.1861300000000004</c:v>
                </c:pt>
                <c:pt idx="1120">
                  <c:v>9.2389399999999995</c:v>
                </c:pt>
                <c:pt idx="1121">
                  <c:v>9.3533200000000001</c:v>
                </c:pt>
                <c:pt idx="1122">
                  <c:v>9.5897100000000002</c:v>
                </c:pt>
                <c:pt idx="1123">
                  <c:v>9.5258599999999998</c:v>
                </c:pt>
                <c:pt idx="1124">
                  <c:v>9.3246000000000002</c:v>
                </c:pt>
                <c:pt idx="1125">
                  <c:v>8.9530899999999995</c:v>
                </c:pt>
                <c:pt idx="1126">
                  <c:v>9.5718099999999993</c:v>
                </c:pt>
                <c:pt idx="1127">
                  <c:v>9.5709499999999998</c:v>
                </c:pt>
                <c:pt idx="1128">
                  <c:v>9.3472899999999992</c:v>
                </c:pt>
                <c:pt idx="1129">
                  <c:v>9.2157</c:v>
                </c:pt>
                <c:pt idx="1130">
                  <c:v>9.0525300000000009</c:v>
                </c:pt>
                <c:pt idx="1131">
                  <c:v>9.3979300000000006</c:v>
                </c:pt>
                <c:pt idx="1132">
                  <c:v>8.6878799999999998</c:v>
                </c:pt>
                <c:pt idx="1133">
                  <c:v>9.39086</c:v>
                </c:pt>
                <c:pt idx="1134">
                  <c:v>9.6621900000000007</c:v>
                </c:pt>
                <c:pt idx="1135">
                  <c:v>9.3075700000000001</c:v>
                </c:pt>
                <c:pt idx="1136">
                  <c:v>8.6110299999999995</c:v>
                </c:pt>
                <c:pt idx="1137">
                  <c:v>10.007999999999999</c:v>
                </c:pt>
                <c:pt idx="1138">
                  <c:v>9.6367799999999999</c:v>
                </c:pt>
                <c:pt idx="1139">
                  <c:v>8.8352900000000005</c:v>
                </c:pt>
                <c:pt idx="1140">
                  <c:v>8.9924099999999996</c:v>
                </c:pt>
                <c:pt idx="1141">
                  <c:v>9.5019600000000004</c:v>
                </c:pt>
                <c:pt idx="1142">
                  <c:v>9.7529599999999999</c:v>
                </c:pt>
                <c:pt idx="1143">
                  <c:v>9.2729499999999998</c:v>
                </c:pt>
                <c:pt idx="1144">
                  <c:v>9.6622400000000006</c:v>
                </c:pt>
                <c:pt idx="1145">
                  <c:v>10.084199999999999</c:v>
                </c:pt>
                <c:pt idx="1146">
                  <c:v>9.7426399999999997</c:v>
                </c:pt>
                <c:pt idx="1147">
                  <c:v>9.3825400000000005</c:v>
                </c:pt>
                <c:pt idx="1148">
                  <c:v>9.7255599999999998</c:v>
                </c:pt>
                <c:pt idx="1149">
                  <c:v>9.60806</c:v>
                </c:pt>
                <c:pt idx="1150">
                  <c:v>9.6057600000000001</c:v>
                </c:pt>
                <c:pt idx="1151">
                  <c:v>9.14011</c:v>
                </c:pt>
                <c:pt idx="1152">
                  <c:v>9.9731400000000008</c:v>
                </c:pt>
                <c:pt idx="1153">
                  <c:v>8.2492000000000001</c:v>
                </c:pt>
                <c:pt idx="1154">
                  <c:v>9.0246999999999993</c:v>
                </c:pt>
                <c:pt idx="1155">
                  <c:v>9.4322199999999992</c:v>
                </c:pt>
                <c:pt idx="1156">
                  <c:v>9.8233800000000002</c:v>
                </c:pt>
                <c:pt idx="1157">
                  <c:v>8.8622999999999994</c:v>
                </c:pt>
                <c:pt idx="1158">
                  <c:v>9.8604000000000003</c:v>
                </c:pt>
                <c:pt idx="1159">
                  <c:v>9.3740299999999994</c:v>
                </c:pt>
                <c:pt idx="1160">
                  <c:v>9.6666600000000003</c:v>
                </c:pt>
                <c:pt idx="1161">
                  <c:v>9.4774799999999999</c:v>
                </c:pt>
                <c:pt idx="1162">
                  <c:v>9.7493800000000004</c:v>
                </c:pt>
                <c:pt idx="1163">
                  <c:v>9.5522899999999993</c:v>
                </c:pt>
                <c:pt idx="1164">
                  <c:v>10.3369</c:v>
                </c:pt>
                <c:pt idx="1165">
                  <c:v>9.5418199999999995</c:v>
                </c:pt>
                <c:pt idx="1166">
                  <c:v>9.2838700000000003</c:v>
                </c:pt>
                <c:pt idx="1167">
                  <c:v>9.2757799999999992</c:v>
                </c:pt>
                <c:pt idx="1168">
                  <c:v>9.6327599999999993</c:v>
                </c:pt>
                <c:pt idx="1169">
                  <c:v>9.8972200000000008</c:v>
                </c:pt>
                <c:pt idx="1170">
                  <c:v>9.3171599999999994</c:v>
                </c:pt>
                <c:pt idx="1171">
                  <c:v>9.15212</c:v>
                </c:pt>
                <c:pt idx="1172">
                  <c:v>9.8559400000000004</c:v>
                </c:pt>
                <c:pt idx="1173">
                  <c:v>9.2326499999999996</c:v>
                </c:pt>
                <c:pt idx="1174">
                  <c:v>9.6339000000000006</c:v>
                </c:pt>
                <c:pt idx="1175">
                  <c:v>9.3019599999999993</c:v>
                </c:pt>
                <c:pt idx="1176">
                  <c:v>9.6637400000000007</c:v>
                </c:pt>
                <c:pt idx="1177">
                  <c:v>10.2376</c:v>
                </c:pt>
                <c:pt idx="1178">
                  <c:v>9.6793300000000002</c:v>
                </c:pt>
                <c:pt idx="1179">
                  <c:v>8.6866500000000002</c:v>
                </c:pt>
                <c:pt idx="1180">
                  <c:v>9.1386500000000002</c:v>
                </c:pt>
                <c:pt idx="1181">
                  <c:v>9.1253799999999998</c:v>
                </c:pt>
                <c:pt idx="1182">
                  <c:v>9.2900600000000004</c:v>
                </c:pt>
                <c:pt idx="1183">
                  <c:v>9.0430299999999999</c:v>
                </c:pt>
                <c:pt idx="1184">
                  <c:v>9.3025800000000007</c:v>
                </c:pt>
                <c:pt idx="1185">
                  <c:v>10.304500000000001</c:v>
                </c:pt>
                <c:pt idx="1186">
                  <c:v>10.2212</c:v>
                </c:pt>
                <c:pt idx="1187">
                  <c:v>9.7154399999999992</c:v>
                </c:pt>
                <c:pt idx="1188">
                  <c:v>9.6268100000000008</c:v>
                </c:pt>
                <c:pt idx="1189">
                  <c:v>9.5842500000000008</c:v>
                </c:pt>
                <c:pt idx="1190">
                  <c:v>9.5218100000000003</c:v>
                </c:pt>
                <c:pt idx="1191">
                  <c:v>9.3300900000000002</c:v>
                </c:pt>
                <c:pt idx="1192">
                  <c:v>8.7964099999999998</c:v>
                </c:pt>
                <c:pt idx="1193">
                  <c:v>9.4052199999999999</c:v>
                </c:pt>
                <c:pt idx="1194">
                  <c:v>9.6886600000000005</c:v>
                </c:pt>
                <c:pt idx="1195">
                  <c:v>9.5938800000000004</c:v>
                </c:pt>
                <c:pt idx="1196">
                  <c:v>9.7437699999999996</c:v>
                </c:pt>
                <c:pt idx="1197">
                  <c:v>9.5400700000000001</c:v>
                </c:pt>
                <c:pt idx="1198">
                  <c:v>9.9684200000000001</c:v>
                </c:pt>
                <c:pt idx="1199">
                  <c:v>9.6677900000000001</c:v>
                </c:pt>
                <c:pt idx="1200">
                  <c:v>10.0822</c:v>
                </c:pt>
                <c:pt idx="1201">
                  <c:v>9.8627400000000005</c:v>
                </c:pt>
                <c:pt idx="1202">
                  <c:v>9.8297399999999993</c:v>
                </c:pt>
                <c:pt idx="1203">
                  <c:v>9.3881499999999996</c:v>
                </c:pt>
                <c:pt idx="1204">
                  <c:v>9.6376600000000003</c:v>
                </c:pt>
                <c:pt idx="1205">
                  <c:v>9.3674400000000002</c:v>
                </c:pt>
                <c:pt idx="1206">
                  <c:v>9.2974399999999999</c:v>
                </c:pt>
                <c:pt idx="1207">
                  <c:v>9.2136700000000005</c:v>
                </c:pt>
                <c:pt idx="1208">
                  <c:v>9.4316800000000001</c:v>
                </c:pt>
                <c:pt idx="1209">
                  <c:v>9.1821599999999997</c:v>
                </c:pt>
                <c:pt idx="1210">
                  <c:v>9.7070699999999999</c:v>
                </c:pt>
                <c:pt idx="1211">
                  <c:v>10.0283</c:v>
                </c:pt>
                <c:pt idx="1212">
                  <c:v>10.2829</c:v>
                </c:pt>
                <c:pt idx="1213">
                  <c:v>10.428800000000001</c:v>
                </c:pt>
                <c:pt idx="1214">
                  <c:v>10.1807</c:v>
                </c:pt>
                <c:pt idx="1215">
                  <c:v>9.7258300000000002</c:v>
                </c:pt>
                <c:pt idx="1216">
                  <c:v>8.9672499999999999</c:v>
                </c:pt>
                <c:pt idx="1217">
                  <c:v>9.4830500000000004</c:v>
                </c:pt>
                <c:pt idx="1218">
                  <c:v>9.7561499999999999</c:v>
                </c:pt>
                <c:pt idx="1219">
                  <c:v>9.3205399999999994</c:v>
                </c:pt>
                <c:pt idx="1220">
                  <c:v>8.9095700000000004</c:v>
                </c:pt>
                <c:pt idx="1221">
                  <c:v>8.8498999999999999</c:v>
                </c:pt>
                <c:pt idx="1222">
                  <c:v>9.1538799999999991</c:v>
                </c:pt>
                <c:pt idx="1223">
                  <c:v>9.3893900000000006</c:v>
                </c:pt>
                <c:pt idx="1224">
                  <c:v>9.8981999999999992</c:v>
                </c:pt>
                <c:pt idx="1225">
                  <c:v>9.9862500000000001</c:v>
                </c:pt>
                <c:pt idx="1226">
                  <c:v>9.8899299999999997</c:v>
                </c:pt>
                <c:pt idx="1227">
                  <c:v>9.9182699999999997</c:v>
                </c:pt>
                <c:pt idx="1228">
                  <c:v>10.028700000000001</c:v>
                </c:pt>
                <c:pt idx="1229">
                  <c:v>10.041399999999999</c:v>
                </c:pt>
                <c:pt idx="1230">
                  <c:v>9.8201900000000002</c:v>
                </c:pt>
                <c:pt idx="1231">
                  <c:v>10.001799999999999</c:v>
                </c:pt>
                <c:pt idx="1232">
                  <c:v>9.4127500000000008</c:v>
                </c:pt>
                <c:pt idx="1233">
                  <c:v>9.1668699999999994</c:v>
                </c:pt>
                <c:pt idx="1234">
                  <c:v>9.2081300000000006</c:v>
                </c:pt>
                <c:pt idx="1235">
                  <c:v>9.6437500000000007</c:v>
                </c:pt>
                <c:pt idx="1236">
                  <c:v>9.6487599999999993</c:v>
                </c:pt>
                <c:pt idx="1237">
                  <c:v>9.6056500000000007</c:v>
                </c:pt>
                <c:pt idx="1238">
                  <c:v>9.8775200000000005</c:v>
                </c:pt>
                <c:pt idx="1239">
                  <c:v>9.9081700000000001</c:v>
                </c:pt>
                <c:pt idx="1240">
                  <c:v>10.044499999999999</c:v>
                </c:pt>
                <c:pt idx="1241">
                  <c:v>9.6266499999999997</c:v>
                </c:pt>
                <c:pt idx="1242">
                  <c:v>9.4295799999999996</c:v>
                </c:pt>
                <c:pt idx="1243">
                  <c:v>9.8085500000000003</c:v>
                </c:pt>
                <c:pt idx="1244">
                  <c:v>10.3672</c:v>
                </c:pt>
                <c:pt idx="1245">
                  <c:v>9.3679900000000007</c:v>
                </c:pt>
                <c:pt idx="1246">
                  <c:v>8.7859400000000001</c:v>
                </c:pt>
                <c:pt idx="1247">
                  <c:v>9.4018599999999992</c:v>
                </c:pt>
                <c:pt idx="1248">
                  <c:v>9.9729500000000009</c:v>
                </c:pt>
                <c:pt idx="1249">
                  <c:v>9.69801</c:v>
                </c:pt>
                <c:pt idx="1250">
                  <c:v>8.81677</c:v>
                </c:pt>
                <c:pt idx="1251">
                  <c:v>9.2089700000000008</c:v>
                </c:pt>
                <c:pt idx="1252">
                  <c:v>9.6726899999999993</c:v>
                </c:pt>
                <c:pt idx="1253">
                  <c:v>9.7424800000000005</c:v>
                </c:pt>
                <c:pt idx="1254">
                  <c:v>9.0614899999999992</c:v>
                </c:pt>
                <c:pt idx="1255">
                  <c:v>9.6214600000000008</c:v>
                </c:pt>
                <c:pt idx="1256">
                  <c:v>9.3223800000000008</c:v>
                </c:pt>
                <c:pt idx="1257">
                  <c:v>8.8746100000000006</c:v>
                </c:pt>
                <c:pt idx="1258">
                  <c:v>9.2354900000000004</c:v>
                </c:pt>
                <c:pt idx="1259">
                  <c:v>9.7599900000000002</c:v>
                </c:pt>
                <c:pt idx="1260">
                  <c:v>9.6221399999999999</c:v>
                </c:pt>
                <c:pt idx="1261">
                  <c:v>9.7421699999999998</c:v>
                </c:pt>
                <c:pt idx="1262">
                  <c:v>9.5692799999999991</c:v>
                </c:pt>
                <c:pt idx="1263">
                  <c:v>9.1765799999999995</c:v>
                </c:pt>
                <c:pt idx="1264">
                  <c:v>9.2243999999999993</c:v>
                </c:pt>
                <c:pt idx="1265">
                  <c:v>9.2632899999999996</c:v>
                </c:pt>
                <c:pt idx="1266">
                  <c:v>9.50488</c:v>
                </c:pt>
                <c:pt idx="1267">
                  <c:v>10.287000000000001</c:v>
                </c:pt>
                <c:pt idx="1268">
                  <c:v>9.5177099999999992</c:v>
                </c:pt>
                <c:pt idx="1269">
                  <c:v>8.9922199999999997</c:v>
                </c:pt>
                <c:pt idx="1270">
                  <c:v>9.7752800000000004</c:v>
                </c:pt>
                <c:pt idx="1271">
                  <c:v>10.23</c:v>
                </c:pt>
                <c:pt idx="1272">
                  <c:v>10.2265</c:v>
                </c:pt>
                <c:pt idx="1273">
                  <c:v>9.5997800000000009</c:v>
                </c:pt>
                <c:pt idx="1274">
                  <c:v>9.7048900000000007</c:v>
                </c:pt>
                <c:pt idx="1275">
                  <c:v>9.7676499999999997</c:v>
                </c:pt>
                <c:pt idx="1276">
                  <c:v>9.4197799999999994</c:v>
                </c:pt>
                <c:pt idx="1277">
                  <c:v>9.5331700000000001</c:v>
                </c:pt>
                <c:pt idx="1278">
                  <c:v>9.7063000000000006</c:v>
                </c:pt>
                <c:pt idx="1279">
                  <c:v>9.5774899999999992</c:v>
                </c:pt>
                <c:pt idx="1280">
                  <c:v>9.9426299999999994</c:v>
                </c:pt>
                <c:pt idx="1281">
                  <c:v>8.6379099999999998</c:v>
                </c:pt>
                <c:pt idx="1282">
                  <c:v>9.0586599999999997</c:v>
                </c:pt>
                <c:pt idx="1283">
                  <c:v>10.0036</c:v>
                </c:pt>
                <c:pt idx="1284">
                  <c:v>9.4815100000000001</c:v>
                </c:pt>
                <c:pt idx="1285">
                  <c:v>9.5913599999999999</c:v>
                </c:pt>
                <c:pt idx="1286">
                  <c:v>9.8774200000000008</c:v>
                </c:pt>
                <c:pt idx="1287">
                  <c:v>9.6850199999999997</c:v>
                </c:pt>
                <c:pt idx="1288">
                  <c:v>9.6498699999999999</c:v>
                </c:pt>
                <c:pt idx="1289">
                  <c:v>9.7310999999999996</c:v>
                </c:pt>
                <c:pt idx="1290">
                  <c:v>10.254899999999999</c:v>
                </c:pt>
                <c:pt idx="1291">
                  <c:v>9.46556</c:v>
                </c:pt>
                <c:pt idx="1292">
                  <c:v>9.5495400000000004</c:v>
                </c:pt>
                <c:pt idx="1293">
                  <c:v>9.3755600000000001</c:v>
                </c:pt>
                <c:pt idx="1294">
                  <c:v>9.2082899999999999</c:v>
                </c:pt>
                <c:pt idx="1295">
                  <c:v>9.2796800000000008</c:v>
                </c:pt>
                <c:pt idx="1296">
                  <c:v>9.3801699999999997</c:v>
                </c:pt>
                <c:pt idx="1297">
                  <c:v>9.3948599999999995</c:v>
                </c:pt>
                <c:pt idx="1298">
                  <c:v>10.2385</c:v>
                </c:pt>
                <c:pt idx="1299">
                  <c:v>9.8305900000000008</c:v>
                </c:pt>
                <c:pt idx="1300">
                  <c:v>9.1173300000000008</c:v>
                </c:pt>
                <c:pt idx="1301">
                  <c:v>9.2870799999999996</c:v>
                </c:pt>
                <c:pt idx="1302">
                  <c:v>9.9573800000000006</c:v>
                </c:pt>
                <c:pt idx="1303">
                  <c:v>9.2025400000000008</c:v>
                </c:pt>
                <c:pt idx="1304">
                  <c:v>8.9003300000000003</c:v>
                </c:pt>
                <c:pt idx="1305">
                  <c:v>9.5058399999999992</c:v>
                </c:pt>
                <c:pt idx="1306">
                  <c:v>9.0967800000000008</c:v>
                </c:pt>
                <c:pt idx="1307">
                  <c:v>8.7411300000000001</c:v>
                </c:pt>
                <c:pt idx="1308">
                  <c:v>8.9029100000000003</c:v>
                </c:pt>
                <c:pt idx="1309">
                  <c:v>9.5739999999999998</c:v>
                </c:pt>
                <c:pt idx="1310">
                  <c:v>8.4583399999999997</c:v>
                </c:pt>
                <c:pt idx="1311">
                  <c:v>9.5893700000000006</c:v>
                </c:pt>
                <c:pt idx="1312">
                  <c:v>9.84206</c:v>
                </c:pt>
                <c:pt idx="1313">
                  <c:v>10.048999999999999</c:v>
                </c:pt>
                <c:pt idx="1314">
                  <c:v>10.364800000000001</c:v>
                </c:pt>
                <c:pt idx="1315">
                  <c:v>10.0694</c:v>
                </c:pt>
                <c:pt idx="1316">
                  <c:v>9.7515199999999993</c:v>
                </c:pt>
                <c:pt idx="1317">
                  <c:v>10.340400000000001</c:v>
                </c:pt>
                <c:pt idx="1318">
                  <c:v>9.5159099999999999</c:v>
                </c:pt>
                <c:pt idx="1319">
                  <c:v>9.3091000000000008</c:v>
                </c:pt>
                <c:pt idx="1320">
                  <c:v>9.5321800000000003</c:v>
                </c:pt>
                <c:pt idx="1321">
                  <c:v>9.9985199999999992</c:v>
                </c:pt>
                <c:pt idx="1322">
                  <c:v>10.095800000000001</c:v>
                </c:pt>
                <c:pt idx="1323">
                  <c:v>10.586</c:v>
                </c:pt>
                <c:pt idx="1324">
                  <c:v>9.1098800000000004</c:v>
                </c:pt>
                <c:pt idx="1325">
                  <c:v>10.2462</c:v>
                </c:pt>
                <c:pt idx="1326">
                  <c:v>10.0678</c:v>
                </c:pt>
                <c:pt idx="1327">
                  <c:v>9.8900100000000002</c:v>
                </c:pt>
                <c:pt idx="1328">
                  <c:v>9.6140299999999996</c:v>
                </c:pt>
                <c:pt idx="1329">
                  <c:v>9.88185</c:v>
                </c:pt>
                <c:pt idx="1330">
                  <c:v>9.9670500000000004</c:v>
                </c:pt>
                <c:pt idx="1331">
                  <c:v>9.2720099999999999</c:v>
                </c:pt>
                <c:pt idx="1332">
                  <c:v>9.4917499999999997</c:v>
                </c:pt>
                <c:pt idx="1333">
                  <c:v>9.7081199999999992</c:v>
                </c:pt>
                <c:pt idx="1334">
                  <c:v>8.8722300000000001</c:v>
                </c:pt>
                <c:pt idx="1335">
                  <c:v>9.5738699999999994</c:v>
                </c:pt>
                <c:pt idx="1336">
                  <c:v>9.6564399999999999</c:v>
                </c:pt>
                <c:pt idx="1337">
                  <c:v>9.6312999999999995</c:v>
                </c:pt>
                <c:pt idx="1338">
                  <c:v>9.9662000000000006</c:v>
                </c:pt>
                <c:pt idx="1339">
                  <c:v>9.1493500000000001</c:v>
                </c:pt>
                <c:pt idx="1340">
                  <c:v>9.3710799999999992</c:v>
                </c:pt>
                <c:pt idx="1341">
                  <c:v>9.2203599999999994</c:v>
                </c:pt>
                <c:pt idx="1342">
                  <c:v>9.8935600000000008</c:v>
                </c:pt>
                <c:pt idx="1343">
                  <c:v>10.316599999999999</c:v>
                </c:pt>
                <c:pt idx="1344">
                  <c:v>9.3997799999999998</c:v>
                </c:pt>
                <c:pt idx="1345">
                  <c:v>9.6870499999999993</c:v>
                </c:pt>
                <c:pt idx="1346">
                  <c:v>9.8736300000000004</c:v>
                </c:pt>
                <c:pt idx="1347">
                  <c:v>9.46753</c:v>
                </c:pt>
                <c:pt idx="1348">
                  <c:v>9.9667600000000007</c:v>
                </c:pt>
                <c:pt idx="1349">
                  <c:v>9.8081800000000001</c:v>
                </c:pt>
                <c:pt idx="1350">
                  <c:v>9.6373499999999996</c:v>
                </c:pt>
                <c:pt idx="1351">
                  <c:v>9.8222100000000001</c:v>
                </c:pt>
                <c:pt idx="1352">
                  <c:v>9.6291100000000007</c:v>
                </c:pt>
                <c:pt idx="1353">
                  <c:v>9.4893400000000003</c:v>
                </c:pt>
                <c:pt idx="1354">
                  <c:v>8.8508600000000008</c:v>
                </c:pt>
                <c:pt idx="1355">
                  <c:v>9.0723199999999995</c:v>
                </c:pt>
                <c:pt idx="1356">
                  <c:v>9.3399900000000002</c:v>
                </c:pt>
                <c:pt idx="1357">
                  <c:v>9.2656399999999994</c:v>
                </c:pt>
                <c:pt idx="1358">
                  <c:v>9.97011</c:v>
                </c:pt>
                <c:pt idx="1359">
                  <c:v>9.9837199999999999</c:v>
                </c:pt>
                <c:pt idx="1360">
                  <c:v>9.49451</c:v>
                </c:pt>
                <c:pt idx="1361">
                  <c:v>9.2584700000000009</c:v>
                </c:pt>
                <c:pt idx="1362">
                  <c:v>9.70899</c:v>
                </c:pt>
                <c:pt idx="1363">
                  <c:v>10.1121</c:v>
                </c:pt>
                <c:pt idx="1364">
                  <c:v>9.6104299999999991</c:v>
                </c:pt>
                <c:pt idx="1365">
                  <c:v>9.4140300000000003</c:v>
                </c:pt>
                <c:pt idx="1366">
                  <c:v>9.6327800000000003</c:v>
                </c:pt>
                <c:pt idx="1367">
                  <c:v>9.6376100000000005</c:v>
                </c:pt>
                <c:pt idx="1368">
                  <c:v>9.35806</c:v>
                </c:pt>
                <c:pt idx="1369">
                  <c:v>9.3587500000000006</c:v>
                </c:pt>
                <c:pt idx="1370">
                  <c:v>10.1419</c:v>
                </c:pt>
                <c:pt idx="1371">
                  <c:v>10.2537</c:v>
                </c:pt>
                <c:pt idx="1372">
                  <c:v>9.9534599999999998</c:v>
                </c:pt>
                <c:pt idx="1373">
                  <c:v>9.6631699999999991</c:v>
                </c:pt>
                <c:pt idx="1374">
                  <c:v>8.7686200000000003</c:v>
                </c:pt>
                <c:pt idx="1375">
                  <c:v>9.5205500000000001</c:v>
                </c:pt>
                <c:pt idx="1376">
                  <c:v>9.9093400000000003</c:v>
                </c:pt>
                <c:pt idx="1377">
                  <c:v>9.3132599999999996</c:v>
                </c:pt>
                <c:pt idx="1378">
                  <c:v>10.111599999999999</c:v>
                </c:pt>
                <c:pt idx="1379">
                  <c:v>10.1747</c:v>
                </c:pt>
                <c:pt idx="1380">
                  <c:v>9.7578899999999997</c:v>
                </c:pt>
                <c:pt idx="1381">
                  <c:v>10.0068</c:v>
                </c:pt>
                <c:pt idx="1382">
                  <c:v>9.6952700000000007</c:v>
                </c:pt>
                <c:pt idx="1383">
                  <c:v>9.7139299999999995</c:v>
                </c:pt>
                <c:pt idx="1384">
                  <c:v>9.9661299999999997</c:v>
                </c:pt>
                <c:pt idx="1385">
                  <c:v>8.9762400000000007</c:v>
                </c:pt>
                <c:pt idx="1386">
                  <c:v>9.3773900000000001</c:v>
                </c:pt>
                <c:pt idx="1387">
                  <c:v>9.0808199999999992</c:v>
                </c:pt>
                <c:pt idx="1388">
                  <c:v>10.663399999999999</c:v>
                </c:pt>
                <c:pt idx="1389">
                  <c:v>9.3512000000000004</c:v>
                </c:pt>
                <c:pt idx="1390">
                  <c:v>10.132999999999999</c:v>
                </c:pt>
                <c:pt idx="1391">
                  <c:v>9.3965700000000005</c:v>
                </c:pt>
                <c:pt idx="1392">
                  <c:v>9.5888200000000001</c:v>
                </c:pt>
                <c:pt idx="1393">
                  <c:v>11.2622</c:v>
                </c:pt>
                <c:pt idx="1394">
                  <c:v>10.7698</c:v>
                </c:pt>
                <c:pt idx="1395">
                  <c:v>9.0552600000000005</c:v>
                </c:pt>
                <c:pt idx="1396">
                  <c:v>9.43126</c:v>
                </c:pt>
                <c:pt idx="1397">
                  <c:v>10.1622</c:v>
                </c:pt>
                <c:pt idx="1398">
                  <c:v>9.6704799999999995</c:v>
                </c:pt>
                <c:pt idx="1399">
                  <c:v>9.1654</c:v>
                </c:pt>
                <c:pt idx="1400">
                  <c:v>9.0972799999999996</c:v>
                </c:pt>
                <c:pt idx="1401">
                  <c:v>9.5052000000000003</c:v>
                </c:pt>
                <c:pt idx="1402">
                  <c:v>9.8914899999999992</c:v>
                </c:pt>
                <c:pt idx="1403">
                  <c:v>9.5986600000000006</c:v>
                </c:pt>
                <c:pt idx="1404">
                  <c:v>9.9986599999999992</c:v>
                </c:pt>
                <c:pt idx="1405">
                  <c:v>9.4670900000000007</c:v>
                </c:pt>
                <c:pt idx="1406">
                  <c:v>9.8364200000000004</c:v>
                </c:pt>
                <c:pt idx="1407">
                  <c:v>9.8572799999999994</c:v>
                </c:pt>
                <c:pt idx="1408">
                  <c:v>9.6876599999999993</c:v>
                </c:pt>
                <c:pt idx="1409">
                  <c:v>9.5394299999999994</c:v>
                </c:pt>
                <c:pt idx="1410">
                  <c:v>9.11083</c:v>
                </c:pt>
                <c:pt idx="1411">
                  <c:v>9.9333600000000004</c:v>
                </c:pt>
                <c:pt idx="1412">
                  <c:v>9.8169900000000005</c:v>
                </c:pt>
                <c:pt idx="1413">
                  <c:v>9.3231999999999999</c:v>
                </c:pt>
                <c:pt idx="1414">
                  <c:v>9.4215900000000001</c:v>
                </c:pt>
                <c:pt idx="1415">
                  <c:v>9.88443</c:v>
                </c:pt>
                <c:pt idx="1416">
                  <c:v>9.7150499999999997</c:v>
                </c:pt>
                <c:pt idx="1417">
                  <c:v>10.585699999999999</c:v>
                </c:pt>
                <c:pt idx="1418">
                  <c:v>9.7792899999999996</c:v>
                </c:pt>
                <c:pt idx="1419">
                  <c:v>9.0045400000000004</c:v>
                </c:pt>
                <c:pt idx="1420">
                  <c:v>9.9139499999999998</c:v>
                </c:pt>
                <c:pt idx="1421">
                  <c:v>9.8203099999999992</c:v>
                </c:pt>
                <c:pt idx="1422">
                  <c:v>8.8930799999999994</c:v>
                </c:pt>
                <c:pt idx="1423">
                  <c:v>9.4443199999999994</c:v>
                </c:pt>
                <c:pt idx="1424">
                  <c:v>9.5902700000000003</c:v>
                </c:pt>
                <c:pt idx="1425">
                  <c:v>9.5013699999999996</c:v>
                </c:pt>
                <c:pt idx="1426">
                  <c:v>10.5433</c:v>
                </c:pt>
                <c:pt idx="1427">
                  <c:v>9.6896299999999993</c:v>
                </c:pt>
                <c:pt idx="1428">
                  <c:v>9.3066899999999997</c:v>
                </c:pt>
                <c:pt idx="1429">
                  <c:v>8.1862100000000009</c:v>
                </c:pt>
                <c:pt idx="1430">
                  <c:v>9.2648299999999999</c:v>
                </c:pt>
                <c:pt idx="1431">
                  <c:v>8.90184</c:v>
                </c:pt>
                <c:pt idx="1432">
                  <c:v>9.3052700000000002</c:v>
                </c:pt>
                <c:pt idx="1433">
                  <c:v>9.6151900000000001</c:v>
                </c:pt>
                <c:pt idx="1434">
                  <c:v>9.0371500000000005</c:v>
                </c:pt>
                <c:pt idx="1435">
                  <c:v>9.4705700000000004</c:v>
                </c:pt>
                <c:pt idx="1436">
                  <c:v>9.7336399999999994</c:v>
                </c:pt>
                <c:pt idx="1437">
                  <c:v>9.2344399999999993</c:v>
                </c:pt>
                <c:pt idx="1438">
                  <c:v>9.8075299999999999</c:v>
                </c:pt>
                <c:pt idx="1439">
                  <c:v>9.3629099999999994</c:v>
                </c:pt>
                <c:pt idx="1440">
                  <c:v>9.1725999999999992</c:v>
                </c:pt>
                <c:pt idx="1441">
                  <c:v>9.8741400000000006</c:v>
                </c:pt>
                <c:pt idx="1442">
                  <c:v>9.5821000000000005</c:v>
                </c:pt>
                <c:pt idx="1443">
                  <c:v>9.4938199999999995</c:v>
                </c:pt>
                <c:pt idx="1444">
                  <c:v>9.8902400000000004</c:v>
                </c:pt>
                <c:pt idx="1445">
                  <c:v>10.2088</c:v>
                </c:pt>
                <c:pt idx="1446">
                  <c:v>9.5640999999999998</c:v>
                </c:pt>
                <c:pt idx="1447">
                  <c:v>9.0185600000000008</c:v>
                </c:pt>
                <c:pt idx="1448">
                  <c:v>9.1452299999999997</c:v>
                </c:pt>
                <c:pt idx="1449">
                  <c:v>9.0256399999999992</c:v>
                </c:pt>
                <c:pt idx="1450">
                  <c:v>9.6417400000000004</c:v>
                </c:pt>
                <c:pt idx="1451">
                  <c:v>10.4727</c:v>
                </c:pt>
                <c:pt idx="1452">
                  <c:v>10.319599999999999</c:v>
                </c:pt>
                <c:pt idx="1453">
                  <c:v>9.2301400000000005</c:v>
                </c:pt>
                <c:pt idx="1454">
                  <c:v>9.18872</c:v>
                </c:pt>
                <c:pt idx="1455">
                  <c:v>9.4167199999999998</c:v>
                </c:pt>
                <c:pt idx="1456">
                  <c:v>9.5491100000000007</c:v>
                </c:pt>
                <c:pt idx="1457">
                  <c:v>9.7980599999999995</c:v>
                </c:pt>
                <c:pt idx="1458">
                  <c:v>8.8642699999999994</c:v>
                </c:pt>
                <c:pt idx="1459">
                  <c:v>9.8032800000000009</c:v>
                </c:pt>
                <c:pt idx="1460">
                  <c:v>9.8749199999999995</c:v>
                </c:pt>
                <c:pt idx="1461">
                  <c:v>9.7085899999999992</c:v>
                </c:pt>
                <c:pt idx="1462">
                  <c:v>9.0357900000000004</c:v>
                </c:pt>
                <c:pt idx="1463">
                  <c:v>8.9517900000000008</c:v>
                </c:pt>
                <c:pt idx="1464">
                  <c:v>9.4745000000000008</c:v>
                </c:pt>
                <c:pt idx="1465">
                  <c:v>9.5214099999999995</c:v>
                </c:pt>
                <c:pt idx="1466">
                  <c:v>9.6486800000000006</c:v>
                </c:pt>
                <c:pt idx="1467">
                  <c:v>8.9367599999999996</c:v>
                </c:pt>
                <c:pt idx="1468">
                  <c:v>9.1192299999999999</c:v>
                </c:pt>
                <c:pt idx="1469">
                  <c:v>9.3152200000000001</c:v>
                </c:pt>
                <c:pt idx="1470">
                  <c:v>10.0357</c:v>
                </c:pt>
                <c:pt idx="1471">
                  <c:v>10.084099999999999</c:v>
                </c:pt>
                <c:pt idx="1472">
                  <c:v>9.69374</c:v>
                </c:pt>
                <c:pt idx="1473">
                  <c:v>9.4479100000000003</c:v>
                </c:pt>
                <c:pt idx="1474">
                  <c:v>9.3961299999999994</c:v>
                </c:pt>
                <c:pt idx="1475">
                  <c:v>9.4234100000000005</c:v>
                </c:pt>
                <c:pt idx="1476">
                  <c:v>10.102499999999999</c:v>
                </c:pt>
                <c:pt idx="1477">
                  <c:v>9.7604199999999999</c:v>
                </c:pt>
                <c:pt idx="1478">
                  <c:v>9.0974400000000006</c:v>
                </c:pt>
                <c:pt idx="1479">
                  <c:v>8.5807300000000009</c:v>
                </c:pt>
                <c:pt idx="1480">
                  <c:v>9.5146599999999992</c:v>
                </c:pt>
                <c:pt idx="1481">
                  <c:v>9.9718599999999995</c:v>
                </c:pt>
                <c:pt idx="1482">
                  <c:v>10.038600000000001</c:v>
                </c:pt>
                <c:pt idx="1483">
                  <c:v>9.0426000000000002</c:v>
                </c:pt>
                <c:pt idx="1484">
                  <c:v>9.3717699999999997</c:v>
                </c:pt>
                <c:pt idx="1485">
                  <c:v>10.2927</c:v>
                </c:pt>
                <c:pt idx="1486">
                  <c:v>9.5923300000000005</c:v>
                </c:pt>
                <c:pt idx="1487">
                  <c:v>8.81555</c:v>
                </c:pt>
                <c:pt idx="1488">
                  <c:v>9.4718400000000003</c:v>
                </c:pt>
                <c:pt idx="1489">
                  <c:v>10.1496</c:v>
                </c:pt>
                <c:pt idx="1490">
                  <c:v>9.0982800000000008</c:v>
                </c:pt>
                <c:pt idx="1491">
                  <c:v>9.3745999999999992</c:v>
                </c:pt>
                <c:pt idx="1492">
                  <c:v>8.9314599999999995</c:v>
                </c:pt>
                <c:pt idx="1493">
                  <c:v>8.8148099999999996</c:v>
                </c:pt>
                <c:pt idx="1494">
                  <c:v>9.3266200000000001</c:v>
                </c:pt>
                <c:pt idx="1495">
                  <c:v>10.029999999999999</c:v>
                </c:pt>
                <c:pt idx="1496">
                  <c:v>9.8536000000000001</c:v>
                </c:pt>
                <c:pt idx="1497">
                  <c:v>9.2562999999999995</c:v>
                </c:pt>
                <c:pt idx="1498">
                  <c:v>9.8152600000000003</c:v>
                </c:pt>
                <c:pt idx="1499">
                  <c:v>9.0206</c:v>
                </c:pt>
                <c:pt idx="1500">
                  <c:v>8.4356799999999996</c:v>
                </c:pt>
                <c:pt idx="1501">
                  <c:v>9.0738400000000006</c:v>
                </c:pt>
                <c:pt idx="1502">
                  <c:v>9.4886300000000006</c:v>
                </c:pt>
                <c:pt idx="1503">
                  <c:v>10.5402</c:v>
                </c:pt>
                <c:pt idx="1504">
                  <c:v>9.2592300000000005</c:v>
                </c:pt>
                <c:pt idx="1505">
                  <c:v>9.9115400000000005</c:v>
                </c:pt>
                <c:pt idx="1506">
                  <c:v>9.4382599999999996</c:v>
                </c:pt>
                <c:pt idx="1507">
                  <c:v>10.131600000000001</c:v>
                </c:pt>
                <c:pt idx="1508">
                  <c:v>9.7753800000000002</c:v>
                </c:pt>
                <c:pt idx="1509">
                  <c:v>9.5191700000000008</c:v>
                </c:pt>
                <c:pt idx="1510">
                  <c:v>9.8320399999999992</c:v>
                </c:pt>
                <c:pt idx="1511">
                  <c:v>9.6583900000000007</c:v>
                </c:pt>
                <c:pt idx="1512">
                  <c:v>9.2224199999999996</c:v>
                </c:pt>
                <c:pt idx="1513">
                  <c:v>9.3035999999999994</c:v>
                </c:pt>
                <c:pt idx="1514">
                  <c:v>9.9975900000000006</c:v>
                </c:pt>
                <c:pt idx="1515">
                  <c:v>9.5050600000000003</c:v>
                </c:pt>
                <c:pt idx="1516">
                  <c:v>9.1889500000000002</c:v>
                </c:pt>
                <c:pt idx="1517">
                  <c:v>9.2235600000000009</c:v>
                </c:pt>
                <c:pt idx="1518">
                  <c:v>9.3313199999999998</c:v>
                </c:pt>
                <c:pt idx="1519">
                  <c:v>9.8331300000000006</c:v>
                </c:pt>
                <c:pt idx="1520">
                  <c:v>9.3040199999999995</c:v>
                </c:pt>
                <c:pt idx="1521">
                  <c:v>9.5948899999999995</c:v>
                </c:pt>
                <c:pt idx="1522">
                  <c:v>10.6525</c:v>
                </c:pt>
                <c:pt idx="1523">
                  <c:v>9.3859100000000009</c:v>
                </c:pt>
                <c:pt idx="1524">
                  <c:v>9.4985499999999998</c:v>
                </c:pt>
                <c:pt idx="1525">
                  <c:v>9.0194399999999995</c:v>
                </c:pt>
                <c:pt idx="1526">
                  <c:v>9.6004699999999996</c:v>
                </c:pt>
                <c:pt idx="1527">
                  <c:v>10.1065</c:v>
                </c:pt>
                <c:pt idx="1528">
                  <c:v>9.7010400000000008</c:v>
                </c:pt>
                <c:pt idx="1529">
                  <c:v>9.3898200000000003</c:v>
                </c:pt>
                <c:pt idx="1530">
                  <c:v>10.023099999999999</c:v>
                </c:pt>
                <c:pt idx="1531">
                  <c:v>9.8671199999999999</c:v>
                </c:pt>
                <c:pt idx="1532">
                  <c:v>9.7050400000000003</c:v>
                </c:pt>
                <c:pt idx="1533">
                  <c:v>9.6263400000000008</c:v>
                </c:pt>
                <c:pt idx="1534">
                  <c:v>9.4498700000000007</c:v>
                </c:pt>
                <c:pt idx="1535">
                  <c:v>8.68553</c:v>
                </c:pt>
                <c:pt idx="1536">
                  <c:v>8.9724199999999996</c:v>
                </c:pt>
                <c:pt idx="1537">
                  <c:v>8.7290200000000002</c:v>
                </c:pt>
                <c:pt idx="1538">
                  <c:v>9.5939800000000002</c:v>
                </c:pt>
                <c:pt idx="1539">
                  <c:v>9.2621800000000007</c:v>
                </c:pt>
                <c:pt idx="1540">
                  <c:v>9.6762999999999995</c:v>
                </c:pt>
                <c:pt idx="1541">
                  <c:v>9.1723800000000004</c:v>
                </c:pt>
                <c:pt idx="1542">
                  <c:v>9.5114900000000002</c:v>
                </c:pt>
                <c:pt idx="1543">
                  <c:v>9.20031</c:v>
                </c:pt>
                <c:pt idx="1544">
                  <c:v>9.6325199999999995</c:v>
                </c:pt>
                <c:pt idx="1545">
                  <c:v>10.1335</c:v>
                </c:pt>
                <c:pt idx="1546">
                  <c:v>9.9231800000000003</c:v>
                </c:pt>
                <c:pt idx="1547">
                  <c:v>9.5898599999999998</c:v>
                </c:pt>
                <c:pt idx="1548">
                  <c:v>9.7653300000000005</c:v>
                </c:pt>
                <c:pt idx="1549">
                  <c:v>10.171799999999999</c:v>
                </c:pt>
                <c:pt idx="1550">
                  <c:v>9.9648500000000002</c:v>
                </c:pt>
                <c:pt idx="1551">
                  <c:v>10.522399999999999</c:v>
                </c:pt>
                <c:pt idx="1552">
                  <c:v>9.9959500000000006</c:v>
                </c:pt>
                <c:pt idx="1553">
                  <c:v>9.7086900000000007</c:v>
                </c:pt>
                <c:pt idx="1554">
                  <c:v>9.3945799999999995</c:v>
                </c:pt>
                <c:pt idx="1555">
                  <c:v>9.6734899999999993</c:v>
                </c:pt>
                <c:pt idx="1556">
                  <c:v>9.7969799999999996</c:v>
                </c:pt>
                <c:pt idx="1557">
                  <c:v>10.033300000000001</c:v>
                </c:pt>
                <c:pt idx="1558">
                  <c:v>9.3759700000000006</c:v>
                </c:pt>
                <c:pt idx="1559">
                  <c:v>9.1292399999999994</c:v>
                </c:pt>
                <c:pt idx="1560">
                  <c:v>9.5948399999999996</c:v>
                </c:pt>
                <c:pt idx="1561">
                  <c:v>9.2500099999999996</c:v>
                </c:pt>
                <c:pt idx="1562">
                  <c:v>9.5671700000000008</c:v>
                </c:pt>
                <c:pt idx="1563">
                  <c:v>9.3696699999999993</c:v>
                </c:pt>
                <c:pt idx="1564">
                  <c:v>9.5611200000000007</c:v>
                </c:pt>
                <c:pt idx="1565">
                  <c:v>9.6621100000000002</c:v>
                </c:pt>
                <c:pt idx="1566">
                  <c:v>10.1609</c:v>
                </c:pt>
                <c:pt idx="1567">
                  <c:v>10.092700000000001</c:v>
                </c:pt>
                <c:pt idx="1568">
                  <c:v>10.1996</c:v>
                </c:pt>
                <c:pt idx="1569">
                  <c:v>10.0016</c:v>
                </c:pt>
                <c:pt idx="1570">
                  <c:v>9.0710899999999999</c:v>
                </c:pt>
                <c:pt idx="1571">
                  <c:v>8.9639100000000003</c:v>
                </c:pt>
                <c:pt idx="1572">
                  <c:v>9.5413800000000002</c:v>
                </c:pt>
                <c:pt idx="1573">
                  <c:v>9.2154900000000008</c:v>
                </c:pt>
                <c:pt idx="1574">
                  <c:v>9.9555100000000003</c:v>
                </c:pt>
                <c:pt idx="1575">
                  <c:v>9.8542100000000001</c:v>
                </c:pt>
                <c:pt idx="1576">
                  <c:v>10.113200000000001</c:v>
                </c:pt>
                <c:pt idx="1577">
                  <c:v>10.889699999999999</c:v>
                </c:pt>
                <c:pt idx="1578">
                  <c:v>10.070499999999999</c:v>
                </c:pt>
                <c:pt idx="1579">
                  <c:v>10.5581</c:v>
                </c:pt>
                <c:pt idx="1580">
                  <c:v>10.164999999999999</c:v>
                </c:pt>
                <c:pt idx="1581">
                  <c:v>9.5253300000000003</c:v>
                </c:pt>
                <c:pt idx="1582">
                  <c:v>9.6664499999999993</c:v>
                </c:pt>
                <c:pt idx="1583">
                  <c:v>9.2924600000000002</c:v>
                </c:pt>
                <c:pt idx="1584">
                  <c:v>9.2156199999999995</c:v>
                </c:pt>
                <c:pt idx="1585">
                  <c:v>9.6249900000000004</c:v>
                </c:pt>
                <c:pt idx="1586">
                  <c:v>9.6630400000000005</c:v>
                </c:pt>
                <c:pt idx="1587">
                  <c:v>9.50671</c:v>
                </c:pt>
                <c:pt idx="1588">
                  <c:v>9.7546300000000006</c:v>
                </c:pt>
                <c:pt idx="1589">
                  <c:v>9.7406299999999995</c:v>
                </c:pt>
                <c:pt idx="1590">
                  <c:v>9.5121500000000001</c:v>
                </c:pt>
                <c:pt idx="1591">
                  <c:v>9.6480700000000006</c:v>
                </c:pt>
                <c:pt idx="1592">
                  <c:v>9.4060900000000007</c:v>
                </c:pt>
                <c:pt idx="1593">
                  <c:v>9.3992299999999993</c:v>
                </c:pt>
                <c:pt idx="1594">
                  <c:v>10.082800000000001</c:v>
                </c:pt>
                <c:pt idx="1595">
                  <c:v>9.9514499999999995</c:v>
                </c:pt>
                <c:pt idx="1596">
                  <c:v>9.2671700000000001</c:v>
                </c:pt>
                <c:pt idx="1597">
                  <c:v>9.3494100000000007</c:v>
                </c:pt>
                <c:pt idx="1598">
                  <c:v>9.4544899999999998</c:v>
                </c:pt>
                <c:pt idx="1599">
                  <c:v>9.7469699999999992</c:v>
                </c:pt>
                <c:pt idx="1600">
                  <c:v>9.6540499999999998</c:v>
                </c:pt>
                <c:pt idx="1601">
                  <c:v>9.3720199999999991</c:v>
                </c:pt>
                <c:pt idx="1602">
                  <c:v>9.59727</c:v>
                </c:pt>
                <c:pt idx="1603">
                  <c:v>9.5705100000000005</c:v>
                </c:pt>
                <c:pt idx="1604">
                  <c:v>9.5233399999999993</c:v>
                </c:pt>
                <c:pt idx="1605">
                  <c:v>9.9908300000000008</c:v>
                </c:pt>
                <c:pt idx="1606">
                  <c:v>9.6174099999999996</c:v>
                </c:pt>
                <c:pt idx="1607">
                  <c:v>9.7294099999999997</c:v>
                </c:pt>
                <c:pt idx="1608">
                  <c:v>9.1532599999999995</c:v>
                </c:pt>
                <c:pt idx="1609">
                  <c:v>9.7421100000000003</c:v>
                </c:pt>
                <c:pt idx="1610">
                  <c:v>9.5736600000000003</c:v>
                </c:pt>
                <c:pt idx="1611">
                  <c:v>9.6758400000000009</c:v>
                </c:pt>
                <c:pt idx="1612">
                  <c:v>8.3873899999999999</c:v>
                </c:pt>
                <c:pt idx="1613">
                  <c:v>9.4042300000000001</c:v>
                </c:pt>
                <c:pt idx="1614">
                  <c:v>8.8166399999999996</c:v>
                </c:pt>
                <c:pt idx="1615">
                  <c:v>9.91174</c:v>
                </c:pt>
                <c:pt idx="1616">
                  <c:v>9.0967599999999997</c:v>
                </c:pt>
                <c:pt idx="1617">
                  <c:v>8.8937399999999993</c:v>
                </c:pt>
                <c:pt idx="1618">
                  <c:v>9.3194099999999995</c:v>
                </c:pt>
                <c:pt idx="1619">
                  <c:v>10.0413</c:v>
                </c:pt>
                <c:pt idx="1620">
                  <c:v>9.5772300000000001</c:v>
                </c:pt>
                <c:pt idx="1621">
                  <c:v>9.5478500000000004</c:v>
                </c:pt>
                <c:pt idx="1622">
                  <c:v>9.4544899999999998</c:v>
                </c:pt>
                <c:pt idx="1623">
                  <c:v>9.8524100000000008</c:v>
                </c:pt>
                <c:pt idx="1624">
                  <c:v>10.103899999999999</c:v>
                </c:pt>
                <c:pt idx="1625">
                  <c:v>9.9202100000000009</c:v>
                </c:pt>
                <c:pt idx="1626">
                  <c:v>10.151899999999999</c:v>
                </c:pt>
                <c:pt idx="1627">
                  <c:v>8.9348200000000002</c:v>
                </c:pt>
                <c:pt idx="1628">
                  <c:v>8.9500799999999998</c:v>
                </c:pt>
                <c:pt idx="1629">
                  <c:v>9.1890699999999992</c:v>
                </c:pt>
                <c:pt idx="1630">
                  <c:v>9.3075399999999995</c:v>
                </c:pt>
                <c:pt idx="1631">
                  <c:v>9.5134100000000004</c:v>
                </c:pt>
                <c:pt idx="1632">
                  <c:v>9.5776400000000006</c:v>
                </c:pt>
                <c:pt idx="1633">
                  <c:v>9.3341200000000004</c:v>
                </c:pt>
                <c:pt idx="1634">
                  <c:v>9.5777999999999999</c:v>
                </c:pt>
                <c:pt idx="1635">
                  <c:v>9.4449799999999993</c:v>
                </c:pt>
                <c:pt idx="1636">
                  <c:v>8.3702900000000007</c:v>
                </c:pt>
                <c:pt idx="1637">
                  <c:v>9.1138499999999993</c:v>
                </c:pt>
                <c:pt idx="1638">
                  <c:v>8.8882100000000008</c:v>
                </c:pt>
                <c:pt idx="1639">
                  <c:v>9.3107399999999991</c:v>
                </c:pt>
                <c:pt idx="1640">
                  <c:v>10.3241</c:v>
                </c:pt>
                <c:pt idx="1641">
                  <c:v>9.7298600000000004</c:v>
                </c:pt>
                <c:pt idx="1642">
                  <c:v>9.4815299999999993</c:v>
                </c:pt>
                <c:pt idx="1643">
                  <c:v>9.9471000000000007</c:v>
                </c:pt>
                <c:pt idx="1644">
                  <c:v>9.5835100000000004</c:v>
                </c:pt>
                <c:pt idx="1645">
                  <c:v>9.7219599999999993</c:v>
                </c:pt>
                <c:pt idx="1646">
                  <c:v>10.2377</c:v>
                </c:pt>
                <c:pt idx="1647">
                  <c:v>9.3835999999999995</c:v>
                </c:pt>
                <c:pt idx="1648">
                  <c:v>9.3600200000000005</c:v>
                </c:pt>
                <c:pt idx="1649">
                  <c:v>10.351100000000001</c:v>
                </c:pt>
                <c:pt idx="1650">
                  <c:v>9.8887499999999999</c:v>
                </c:pt>
                <c:pt idx="1651">
                  <c:v>9.1751199999999997</c:v>
                </c:pt>
                <c:pt idx="1652">
                  <c:v>8.9461099999999991</c:v>
                </c:pt>
                <c:pt idx="1653">
                  <c:v>10.519</c:v>
                </c:pt>
                <c:pt idx="1654">
                  <c:v>9.6454000000000004</c:v>
                </c:pt>
                <c:pt idx="1655">
                  <c:v>9.3162400000000005</c:v>
                </c:pt>
                <c:pt idx="1656">
                  <c:v>9.7334200000000006</c:v>
                </c:pt>
                <c:pt idx="1657">
                  <c:v>10.036899999999999</c:v>
                </c:pt>
                <c:pt idx="1658">
                  <c:v>9.3877400000000009</c:v>
                </c:pt>
                <c:pt idx="1659">
                  <c:v>9.6312200000000008</c:v>
                </c:pt>
                <c:pt idx="1660">
                  <c:v>9.4950600000000005</c:v>
                </c:pt>
                <c:pt idx="1661">
                  <c:v>9.4903200000000005</c:v>
                </c:pt>
                <c:pt idx="1662">
                  <c:v>9.3973899999999997</c:v>
                </c:pt>
                <c:pt idx="1663">
                  <c:v>9.1758500000000005</c:v>
                </c:pt>
                <c:pt idx="1664">
                  <c:v>9.6430000000000007</c:v>
                </c:pt>
                <c:pt idx="1665">
                  <c:v>9.0645299999999995</c:v>
                </c:pt>
                <c:pt idx="1666">
                  <c:v>9.0203399999999991</c:v>
                </c:pt>
                <c:pt idx="1667">
                  <c:v>10.2163</c:v>
                </c:pt>
                <c:pt idx="1668">
                  <c:v>9.5764099999999992</c:v>
                </c:pt>
                <c:pt idx="1669">
                  <c:v>9.6385400000000008</c:v>
                </c:pt>
                <c:pt idx="1670">
                  <c:v>9.8795300000000008</c:v>
                </c:pt>
                <c:pt idx="1671">
                  <c:v>9.5932899999999997</c:v>
                </c:pt>
                <c:pt idx="1672">
                  <c:v>9.1297599999999992</c:v>
                </c:pt>
                <c:pt idx="1673">
                  <c:v>9.4335100000000001</c:v>
                </c:pt>
                <c:pt idx="1674">
                  <c:v>9.1308399999999992</c:v>
                </c:pt>
                <c:pt idx="1675">
                  <c:v>9.0813299999999995</c:v>
                </c:pt>
                <c:pt idx="1676">
                  <c:v>8.8803999999999998</c:v>
                </c:pt>
                <c:pt idx="1677">
                  <c:v>8.9149200000000004</c:v>
                </c:pt>
                <c:pt idx="1678">
                  <c:v>9.8343799999999995</c:v>
                </c:pt>
                <c:pt idx="1679">
                  <c:v>10.2584</c:v>
                </c:pt>
                <c:pt idx="1680">
                  <c:v>9.5701000000000001</c:v>
                </c:pt>
                <c:pt idx="1681">
                  <c:v>9.6440199999999994</c:v>
                </c:pt>
                <c:pt idx="1682">
                  <c:v>9.59056</c:v>
                </c:pt>
                <c:pt idx="1683">
                  <c:v>10.0952</c:v>
                </c:pt>
                <c:pt idx="1684">
                  <c:v>9.6983800000000002</c:v>
                </c:pt>
                <c:pt idx="1685">
                  <c:v>8.98306</c:v>
                </c:pt>
                <c:pt idx="1686">
                  <c:v>8.7168299999999999</c:v>
                </c:pt>
                <c:pt idx="1687">
                  <c:v>9.4383900000000001</c:v>
                </c:pt>
                <c:pt idx="1688">
                  <c:v>9.0875199999999996</c:v>
                </c:pt>
                <c:pt idx="1689">
                  <c:v>9.1377799999999993</c:v>
                </c:pt>
                <c:pt idx="1690">
                  <c:v>9.7575699999999994</c:v>
                </c:pt>
                <c:pt idx="1691">
                  <c:v>9.4801199999999994</c:v>
                </c:pt>
                <c:pt idx="1692">
                  <c:v>9.4995600000000007</c:v>
                </c:pt>
                <c:pt idx="1693">
                  <c:v>9.8786500000000004</c:v>
                </c:pt>
                <c:pt idx="1694">
                  <c:v>9.7558299999999996</c:v>
                </c:pt>
                <c:pt idx="1695">
                  <c:v>9.9938099999999999</c:v>
                </c:pt>
                <c:pt idx="1696">
                  <c:v>9.6493400000000005</c:v>
                </c:pt>
                <c:pt idx="1697">
                  <c:v>9.3545800000000003</c:v>
                </c:pt>
                <c:pt idx="1698">
                  <c:v>9.8723500000000008</c:v>
                </c:pt>
                <c:pt idx="1699">
                  <c:v>9.5832599999999992</c:v>
                </c:pt>
                <c:pt idx="1700">
                  <c:v>9.3630899999999997</c:v>
                </c:pt>
                <c:pt idx="1701">
                  <c:v>9.4246599999999994</c:v>
                </c:pt>
                <c:pt idx="1702">
                  <c:v>9.4153000000000002</c:v>
                </c:pt>
                <c:pt idx="1703">
                  <c:v>9.2796599999999998</c:v>
                </c:pt>
                <c:pt idx="1704">
                  <c:v>8.9915599999999998</c:v>
                </c:pt>
                <c:pt idx="1705">
                  <c:v>9.2540899999999997</c:v>
                </c:pt>
                <c:pt idx="1706">
                  <c:v>9.2771299999999997</c:v>
                </c:pt>
                <c:pt idx="1707">
                  <c:v>8.9002599999999994</c:v>
                </c:pt>
                <c:pt idx="1708">
                  <c:v>9.3677100000000006</c:v>
                </c:pt>
                <c:pt idx="1709">
                  <c:v>9.3767899999999997</c:v>
                </c:pt>
                <c:pt idx="1710">
                  <c:v>9.6580600000000008</c:v>
                </c:pt>
                <c:pt idx="1711">
                  <c:v>9.2750900000000005</c:v>
                </c:pt>
                <c:pt idx="1712">
                  <c:v>9.5234799999999993</c:v>
                </c:pt>
                <c:pt idx="1713">
                  <c:v>9.2322299999999995</c:v>
                </c:pt>
                <c:pt idx="1714">
                  <c:v>8.57226</c:v>
                </c:pt>
                <c:pt idx="1715">
                  <c:v>9.6392299999999995</c:v>
                </c:pt>
                <c:pt idx="1716">
                  <c:v>9.2219899999999999</c:v>
                </c:pt>
                <c:pt idx="1717">
                  <c:v>9.1348099999999999</c:v>
                </c:pt>
                <c:pt idx="1718">
                  <c:v>9.1222999999999992</c:v>
                </c:pt>
                <c:pt idx="1719">
                  <c:v>9.7400300000000009</c:v>
                </c:pt>
                <c:pt idx="1720">
                  <c:v>9.5515100000000004</c:v>
                </c:pt>
                <c:pt idx="1721">
                  <c:v>10.110799999999999</c:v>
                </c:pt>
                <c:pt idx="1722">
                  <c:v>9.7167499999999993</c:v>
                </c:pt>
                <c:pt idx="1723">
                  <c:v>9.7980999999999998</c:v>
                </c:pt>
                <c:pt idx="1724">
                  <c:v>9.4924300000000006</c:v>
                </c:pt>
                <c:pt idx="1725">
                  <c:v>9.3479600000000005</c:v>
                </c:pt>
                <c:pt idx="1726">
                  <c:v>10.1229</c:v>
                </c:pt>
                <c:pt idx="1727">
                  <c:v>9.5901200000000006</c:v>
                </c:pt>
                <c:pt idx="1728">
                  <c:v>9.1176600000000008</c:v>
                </c:pt>
                <c:pt idx="1729">
                  <c:v>9.4855800000000006</c:v>
                </c:pt>
                <c:pt idx="1730">
                  <c:v>9.3491</c:v>
                </c:pt>
                <c:pt idx="1731">
                  <c:v>9.6588899999999995</c:v>
                </c:pt>
                <c:pt idx="1732">
                  <c:v>9.6713299999999993</c:v>
                </c:pt>
                <c:pt idx="1733">
                  <c:v>9.6996599999999997</c:v>
                </c:pt>
                <c:pt idx="1734">
                  <c:v>9.2546199999999992</c:v>
                </c:pt>
                <c:pt idx="1735">
                  <c:v>9.2264300000000006</c:v>
                </c:pt>
                <c:pt idx="1736">
                  <c:v>9.0808999999999997</c:v>
                </c:pt>
                <c:pt idx="1737">
                  <c:v>9.0499799999999997</c:v>
                </c:pt>
                <c:pt idx="1738">
                  <c:v>8.7003000000000004</c:v>
                </c:pt>
                <c:pt idx="1739">
                  <c:v>8.72715</c:v>
                </c:pt>
                <c:pt idx="1740">
                  <c:v>9.5098800000000008</c:v>
                </c:pt>
                <c:pt idx="1741">
                  <c:v>9.2194299999999991</c:v>
                </c:pt>
                <c:pt idx="1742">
                  <c:v>9.1605799999999995</c:v>
                </c:pt>
                <c:pt idx="1743">
                  <c:v>9.5660699999999999</c:v>
                </c:pt>
                <c:pt idx="1744">
                  <c:v>10.264900000000001</c:v>
                </c:pt>
                <c:pt idx="1745">
                  <c:v>9.35623</c:v>
                </c:pt>
                <c:pt idx="1746">
                  <c:v>9.3812800000000003</c:v>
                </c:pt>
                <c:pt idx="1747">
                  <c:v>8.9062199999999994</c:v>
                </c:pt>
                <c:pt idx="1748">
                  <c:v>8.33765</c:v>
                </c:pt>
                <c:pt idx="1749">
                  <c:v>9.5843100000000003</c:v>
                </c:pt>
                <c:pt idx="1750">
                  <c:v>7.4534500000000001</c:v>
                </c:pt>
                <c:pt idx="1751">
                  <c:v>8.8591300000000004</c:v>
                </c:pt>
                <c:pt idx="1752">
                  <c:v>9.85182</c:v>
                </c:pt>
                <c:pt idx="1753">
                  <c:v>9.8875899999999994</c:v>
                </c:pt>
                <c:pt idx="1754">
                  <c:v>10.009600000000001</c:v>
                </c:pt>
                <c:pt idx="1755">
                  <c:v>9.4611900000000002</c:v>
                </c:pt>
                <c:pt idx="1756">
                  <c:v>9.2406199999999998</c:v>
                </c:pt>
                <c:pt idx="1757">
                  <c:v>9.6208299999999998</c:v>
                </c:pt>
                <c:pt idx="1758">
                  <c:v>9.5741599999999991</c:v>
                </c:pt>
                <c:pt idx="1759">
                  <c:v>10.0669</c:v>
                </c:pt>
                <c:pt idx="1760">
                  <c:v>10.6233</c:v>
                </c:pt>
                <c:pt idx="1761">
                  <c:v>9.8275299999999994</c:v>
                </c:pt>
                <c:pt idx="1762">
                  <c:v>10.3393</c:v>
                </c:pt>
                <c:pt idx="1763">
                  <c:v>9.2224199999999996</c:v>
                </c:pt>
                <c:pt idx="1764">
                  <c:v>9.1657799999999998</c:v>
                </c:pt>
                <c:pt idx="1765">
                  <c:v>9.6308199999999999</c:v>
                </c:pt>
                <c:pt idx="1766">
                  <c:v>9.3517600000000005</c:v>
                </c:pt>
                <c:pt idx="1767">
                  <c:v>9.65733</c:v>
                </c:pt>
                <c:pt idx="1768">
                  <c:v>10.3996</c:v>
                </c:pt>
                <c:pt idx="1769">
                  <c:v>9.7972800000000007</c:v>
                </c:pt>
                <c:pt idx="1770">
                  <c:v>9.7604500000000005</c:v>
                </c:pt>
                <c:pt idx="1771">
                  <c:v>9.5169499999999996</c:v>
                </c:pt>
                <c:pt idx="1772">
                  <c:v>10.078200000000001</c:v>
                </c:pt>
                <c:pt idx="1773">
                  <c:v>10.0829</c:v>
                </c:pt>
                <c:pt idx="1774">
                  <c:v>10.1288</c:v>
                </c:pt>
                <c:pt idx="1775">
                  <c:v>9.1213300000000004</c:v>
                </c:pt>
                <c:pt idx="1776">
                  <c:v>9.5771300000000004</c:v>
                </c:pt>
                <c:pt idx="1777">
                  <c:v>9.3316199999999991</c:v>
                </c:pt>
                <c:pt idx="1778">
                  <c:v>9.1166699999999992</c:v>
                </c:pt>
                <c:pt idx="1779">
                  <c:v>9.9934600000000007</c:v>
                </c:pt>
                <c:pt idx="1780">
                  <c:v>9.7965599999999995</c:v>
                </c:pt>
                <c:pt idx="1781">
                  <c:v>9.3141300000000005</c:v>
                </c:pt>
                <c:pt idx="1782">
                  <c:v>9.7833699999999997</c:v>
                </c:pt>
                <c:pt idx="1783">
                  <c:v>9.6260200000000005</c:v>
                </c:pt>
                <c:pt idx="1784">
                  <c:v>9.7670499999999993</c:v>
                </c:pt>
                <c:pt idx="1785">
                  <c:v>9.9039999999999999</c:v>
                </c:pt>
                <c:pt idx="1786">
                  <c:v>9.9762799999999991</c:v>
                </c:pt>
                <c:pt idx="1787">
                  <c:v>10.026899999999999</c:v>
                </c:pt>
                <c:pt idx="1788">
                  <c:v>9.0836400000000008</c:v>
                </c:pt>
                <c:pt idx="1789">
                  <c:v>9.6100700000000003</c:v>
                </c:pt>
                <c:pt idx="1790">
                  <c:v>9.5662000000000003</c:v>
                </c:pt>
                <c:pt idx="1791">
                  <c:v>9.0384799999999998</c:v>
                </c:pt>
                <c:pt idx="1792">
                  <c:v>9.4284400000000002</c:v>
                </c:pt>
                <c:pt idx="1793">
                  <c:v>9.4435500000000001</c:v>
                </c:pt>
                <c:pt idx="1794">
                  <c:v>9.86294</c:v>
                </c:pt>
                <c:pt idx="1795">
                  <c:v>9.2024299999999997</c:v>
                </c:pt>
                <c:pt idx="1796">
                  <c:v>9.9484899999999996</c:v>
                </c:pt>
                <c:pt idx="1797">
                  <c:v>9.2379499999999997</c:v>
                </c:pt>
                <c:pt idx="1798">
                  <c:v>9.5679999999999996</c:v>
                </c:pt>
                <c:pt idx="1799">
                  <c:v>9.1678300000000004</c:v>
                </c:pt>
                <c:pt idx="1800">
                  <c:v>9.7594700000000003</c:v>
                </c:pt>
                <c:pt idx="1801">
                  <c:v>8.9205799999999993</c:v>
                </c:pt>
                <c:pt idx="1802">
                  <c:v>9.0038</c:v>
                </c:pt>
                <c:pt idx="1803">
                  <c:v>9.8943899999999996</c:v>
                </c:pt>
                <c:pt idx="1804">
                  <c:v>8.9751700000000003</c:v>
                </c:pt>
                <c:pt idx="1805">
                  <c:v>9.4354499999999994</c:v>
                </c:pt>
                <c:pt idx="1806">
                  <c:v>10.167899999999999</c:v>
                </c:pt>
                <c:pt idx="1807">
                  <c:v>9.9696599999999993</c:v>
                </c:pt>
                <c:pt idx="1808">
                  <c:v>9.98719</c:v>
                </c:pt>
                <c:pt idx="1809">
                  <c:v>9.8021899999999995</c:v>
                </c:pt>
                <c:pt idx="1810">
                  <c:v>9.4008699999999994</c:v>
                </c:pt>
                <c:pt idx="1811">
                  <c:v>9.6367200000000004</c:v>
                </c:pt>
                <c:pt idx="1812">
                  <c:v>9.39039</c:v>
                </c:pt>
                <c:pt idx="1813">
                  <c:v>9.4211799999999997</c:v>
                </c:pt>
                <c:pt idx="1814">
                  <c:v>9.8543299999999991</c:v>
                </c:pt>
                <c:pt idx="1815">
                  <c:v>8.9542400000000004</c:v>
                </c:pt>
                <c:pt idx="1816">
                  <c:v>9.8920999999999992</c:v>
                </c:pt>
                <c:pt idx="1817">
                  <c:v>10.6265</c:v>
                </c:pt>
                <c:pt idx="1818">
                  <c:v>9.96495</c:v>
                </c:pt>
                <c:pt idx="1819">
                  <c:v>9.5290900000000001</c:v>
                </c:pt>
                <c:pt idx="1820">
                  <c:v>9.0052199999999996</c:v>
                </c:pt>
                <c:pt idx="1821">
                  <c:v>9.17286</c:v>
                </c:pt>
                <c:pt idx="1822">
                  <c:v>9.6466200000000004</c:v>
                </c:pt>
                <c:pt idx="1823">
                  <c:v>9.3041800000000006</c:v>
                </c:pt>
                <c:pt idx="1824">
                  <c:v>9.1737599999999997</c:v>
                </c:pt>
                <c:pt idx="1825">
                  <c:v>8.9587000000000003</c:v>
                </c:pt>
                <c:pt idx="1826">
                  <c:v>9.3961299999999994</c:v>
                </c:pt>
                <c:pt idx="1827">
                  <c:v>9.0527599999999993</c:v>
                </c:pt>
                <c:pt idx="1828">
                  <c:v>9.0763099999999994</c:v>
                </c:pt>
                <c:pt idx="1829">
                  <c:v>9.37974</c:v>
                </c:pt>
                <c:pt idx="1830">
                  <c:v>9.5733499999999996</c:v>
                </c:pt>
                <c:pt idx="1831">
                  <c:v>9.7156500000000001</c:v>
                </c:pt>
                <c:pt idx="1832">
                  <c:v>9.2077200000000001</c:v>
                </c:pt>
                <c:pt idx="1833">
                  <c:v>9.1856100000000005</c:v>
                </c:pt>
                <c:pt idx="1834">
                  <c:v>9.3238699999999994</c:v>
                </c:pt>
                <c:pt idx="1835">
                  <c:v>8.5314300000000003</c:v>
                </c:pt>
                <c:pt idx="1836">
                  <c:v>9.3623899999999995</c:v>
                </c:pt>
                <c:pt idx="1837">
                  <c:v>9.5568399999999993</c:v>
                </c:pt>
                <c:pt idx="1838">
                  <c:v>9.8581599999999998</c:v>
                </c:pt>
                <c:pt idx="1839">
                  <c:v>9.3755600000000001</c:v>
                </c:pt>
                <c:pt idx="1840">
                  <c:v>10.023400000000001</c:v>
                </c:pt>
                <c:pt idx="1841">
                  <c:v>9.9533799999999992</c:v>
                </c:pt>
                <c:pt idx="1842">
                  <c:v>9.5489700000000006</c:v>
                </c:pt>
                <c:pt idx="1843">
                  <c:v>9.8354499999999998</c:v>
                </c:pt>
                <c:pt idx="1844">
                  <c:v>9.6661699999999993</c:v>
                </c:pt>
                <c:pt idx="1845">
                  <c:v>9.2326499999999996</c:v>
                </c:pt>
                <c:pt idx="1846">
                  <c:v>9.7044899999999998</c:v>
                </c:pt>
                <c:pt idx="1847">
                  <c:v>8.9283199999999994</c:v>
                </c:pt>
                <c:pt idx="1848">
                  <c:v>9.4826499999999996</c:v>
                </c:pt>
                <c:pt idx="1849">
                  <c:v>8.8461300000000005</c:v>
                </c:pt>
                <c:pt idx="1850">
                  <c:v>9.2291799999999995</c:v>
                </c:pt>
                <c:pt idx="1851">
                  <c:v>9.03383</c:v>
                </c:pt>
                <c:pt idx="1852">
                  <c:v>9.3551199999999994</c:v>
                </c:pt>
                <c:pt idx="1853">
                  <c:v>10.0604</c:v>
                </c:pt>
                <c:pt idx="1854">
                  <c:v>8.7702799999999996</c:v>
                </c:pt>
                <c:pt idx="1855">
                  <c:v>8.9602299999999993</c:v>
                </c:pt>
                <c:pt idx="1856">
                  <c:v>9.8023299999999995</c:v>
                </c:pt>
                <c:pt idx="1857">
                  <c:v>9.5545799999999996</c:v>
                </c:pt>
                <c:pt idx="1858">
                  <c:v>8.8899699999999999</c:v>
                </c:pt>
                <c:pt idx="1859">
                  <c:v>9.3746200000000002</c:v>
                </c:pt>
                <c:pt idx="1860">
                  <c:v>9.2943800000000003</c:v>
                </c:pt>
                <c:pt idx="1861">
                  <c:v>9.3419600000000003</c:v>
                </c:pt>
                <c:pt idx="1862">
                  <c:v>9.4350299999999994</c:v>
                </c:pt>
                <c:pt idx="1863">
                  <c:v>9.5398800000000001</c:v>
                </c:pt>
                <c:pt idx="1864">
                  <c:v>10.0321</c:v>
                </c:pt>
                <c:pt idx="1865">
                  <c:v>9.3392999999999997</c:v>
                </c:pt>
                <c:pt idx="1866">
                  <c:v>8.8245799999999992</c:v>
                </c:pt>
                <c:pt idx="1867">
                  <c:v>9.1603499999999993</c:v>
                </c:pt>
                <c:pt idx="1868">
                  <c:v>9.2096699999999991</c:v>
                </c:pt>
                <c:pt idx="1869">
                  <c:v>9.5079399999999996</c:v>
                </c:pt>
                <c:pt idx="1870">
                  <c:v>9.4119600000000005</c:v>
                </c:pt>
                <c:pt idx="1871">
                  <c:v>9.3510600000000004</c:v>
                </c:pt>
                <c:pt idx="1872">
                  <c:v>9.9122299999999992</c:v>
                </c:pt>
                <c:pt idx="1873">
                  <c:v>9.5097000000000005</c:v>
                </c:pt>
                <c:pt idx="1874">
                  <c:v>10.2361</c:v>
                </c:pt>
                <c:pt idx="1875">
                  <c:v>10.0448</c:v>
                </c:pt>
                <c:pt idx="1876">
                  <c:v>9.6259300000000003</c:v>
                </c:pt>
                <c:pt idx="1877">
                  <c:v>9.6778700000000004</c:v>
                </c:pt>
                <c:pt idx="1878">
                  <c:v>10.178900000000001</c:v>
                </c:pt>
                <c:pt idx="1879">
                  <c:v>9.6306799999999999</c:v>
                </c:pt>
                <c:pt idx="1880">
                  <c:v>9.6903799999999993</c:v>
                </c:pt>
                <c:pt idx="1881">
                  <c:v>9.7761899999999997</c:v>
                </c:pt>
                <c:pt idx="1882">
                  <c:v>9.8949999999999996</c:v>
                </c:pt>
                <c:pt idx="1883">
                  <c:v>9.7071500000000004</c:v>
                </c:pt>
                <c:pt idx="1884">
                  <c:v>9.3586399999999994</c:v>
                </c:pt>
                <c:pt idx="1885">
                  <c:v>9.8858099999999993</c:v>
                </c:pt>
                <c:pt idx="1886">
                  <c:v>9.2482299999999995</c:v>
                </c:pt>
                <c:pt idx="1887">
                  <c:v>9.1366899999999998</c:v>
                </c:pt>
                <c:pt idx="1888">
                  <c:v>9.6544100000000004</c:v>
                </c:pt>
                <c:pt idx="1889">
                  <c:v>9.5392399999999995</c:v>
                </c:pt>
                <c:pt idx="1890">
                  <c:v>10.329599999999999</c:v>
                </c:pt>
                <c:pt idx="1891">
                  <c:v>9.4217300000000002</c:v>
                </c:pt>
                <c:pt idx="1892">
                  <c:v>9.7903699999999994</c:v>
                </c:pt>
                <c:pt idx="1893">
                  <c:v>8.9762900000000005</c:v>
                </c:pt>
                <c:pt idx="1894">
                  <c:v>9.2696699999999996</c:v>
                </c:pt>
                <c:pt idx="1895">
                  <c:v>10.0372</c:v>
                </c:pt>
                <c:pt idx="1896">
                  <c:v>9.0585500000000003</c:v>
                </c:pt>
                <c:pt idx="1897">
                  <c:v>9.8597000000000001</c:v>
                </c:pt>
                <c:pt idx="1898">
                  <c:v>9.3940000000000001</c:v>
                </c:pt>
                <c:pt idx="1899">
                  <c:v>9.4039599999999997</c:v>
                </c:pt>
                <c:pt idx="1900">
                  <c:v>8.4961900000000004</c:v>
                </c:pt>
                <c:pt idx="1901">
                  <c:v>10.0732</c:v>
                </c:pt>
                <c:pt idx="1902">
                  <c:v>9.2168399999999995</c:v>
                </c:pt>
                <c:pt idx="1903">
                  <c:v>9.2547499999999996</c:v>
                </c:pt>
                <c:pt idx="1904">
                  <c:v>9.4616299999999995</c:v>
                </c:pt>
                <c:pt idx="1905">
                  <c:v>10.042899999999999</c:v>
                </c:pt>
                <c:pt idx="1906">
                  <c:v>10.2705</c:v>
                </c:pt>
                <c:pt idx="1907">
                  <c:v>10.430199999999999</c:v>
                </c:pt>
                <c:pt idx="1908">
                  <c:v>9.9311299999999996</c:v>
                </c:pt>
                <c:pt idx="1909">
                  <c:v>9.5192800000000002</c:v>
                </c:pt>
                <c:pt idx="1910">
                  <c:v>9.4757599999999993</c:v>
                </c:pt>
                <c:pt idx="1911">
                  <c:v>9.4112399999999994</c:v>
                </c:pt>
                <c:pt idx="1912">
                  <c:v>10.207000000000001</c:v>
                </c:pt>
                <c:pt idx="1913">
                  <c:v>9.3140800000000006</c:v>
                </c:pt>
                <c:pt idx="1914">
                  <c:v>9.0054800000000004</c:v>
                </c:pt>
                <c:pt idx="1915">
                  <c:v>9.2636099999999999</c:v>
                </c:pt>
                <c:pt idx="1916">
                  <c:v>9.6531099999999999</c:v>
                </c:pt>
                <c:pt idx="1917">
                  <c:v>9.3380600000000005</c:v>
                </c:pt>
                <c:pt idx="1918">
                  <c:v>9.3747299999999996</c:v>
                </c:pt>
                <c:pt idx="1919">
                  <c:v>9.5475499999999993</c:v>
                </c:pt>
                <c:pt idx="1920">
                  <c:v>9.5319199999999995</c:v>
                </c:pt>
                <c:pt idx="1921">
                  <c:v>9.6127699999999994</c:v>
                </c:pt>
                <c:pt idx="1922">
                  <c:v>9.6655800000000003</c:v>
                </c:pt>
                <c:pt idx="1923">
                  <c:v>9.9292099999999994</c:v>
                </c:pt>
                <c:pt idx="1924">
                  <c:v>9.8702699999999997</c:v>
                </c:pt>
                <c:pt idx="1925">
                  <c:v>9.3383199999999995</c:v>
                </c:pt>
                <c:pt idx="1926">
                  <c:v>8.9690999999999992</c:v>
                </c:pt>
                <c:pt idx="1927">
                  <c:v>9.1629000000000005</c:v>
                </c:pt>
                <c:pt idx="1928">
                  <c:v>9.8004800000000003</c:v>
                </c:pt>
                <c:pt idx="1929">
                  <c:v>9.3262699999999992</c:v>
                </c:pt>
                <c:pt idx="1930">
                  <c:v>10.4887</c:v>
                </c:pt>
                <c:pt idx="1931">
                  <c:v>10.297499999999999</c:v>
                </c:pt>
                <c:pt idx="1932">
                  <c:v>9.0034299999999998</c:v>
                </c:pt>
                <c:pt idx="1933">
                  <c:v>9.0205000000000002</c:v>
                </c:pt>
                <c:pt idx="1934">
                  <c:v>8.4762299999999993</c:v>
                </c:pt>
                <c:pt idx="1935">
                  <c:v>9.18797</c:v>
                </c:pt>
                <c:pt idx="1936">
                  <c:v>9.4592299999999998</c:v>
                </c:pt>
                <c:pt idx="1937">
                  <c:v>10.143000000000001</c:v>
                </c:pt>
                <c:pt idx="1938">
                  <c:v>8.2662499999999994</c:v>
                </c:pt>
                <c:pt idx="1939">
                  <c:v>10.0709</c:v>
                </c:pt>
                <c:pt idx="1940">
                  <c:v>10.4596</c:v>
                </c:pt>
                <c:pt idx="1941">
                  <c:v>10.5457</c:v>
                </c:pt>
                <c:pt idx="1942">
                  <c:v>9.1180000000000003</c:v>
                </c:pt>
                <c:pt idx="1943">
                  <c:v>9.2935499999999998</c:v>
                </c:pt>
                <c:pt idx="1944">
                  <c:v>9.4428199999999993</c:v>
                </c:pt>
                <c:pt idx="1945">
                  <c:v>10.1549</c:v>
                </c:pt>
                <c:pt idx="1946">
                  <c:v>9.9046099999999999</c:v>
                </c:pt>
                <c:pt idx="1947">
                  <c:v>9.3206000000000007</c:v>
                </c:pt>
                <c:pt idx="1948">
                  <c:v>9.7104400000000002</c:v>
                </c:pt>
                <c:pt idx="1949">
                  <c:v>9.7232699999999994</c:v>
                </c:pt>
                <c:pt idx="1950">
                  <c:v>9.5792000000000002</c:v>
                </c:pt>
                <c:pt idx="1951">
                  <c:v>9.47255</c:v>
                </c:pt>
                <c:pt idx="1952">
                  <c:v>9.6630400000000005</c:v>
                </c:pt>
                <c:pt idx="1953">
                  <c:v>9.4212299999999995</c:v>
                </c:pt>
                <c:pt idx="1954">
                  <c:v>9.8409899999999997</c:v>
                </c:pt>
                <c:pt idx="1955">
                  <c:v>9.71556</c:v>
                </c:pt>
                <c:pt idx="1956">
                  <c:v>9.7217500000000001</c:v>
                </c:pt>
                <c:pt idx="1957">
                  <c:v>9.9708100000000002</c:v>
                </c:pt>
                <c:pt idx="1958">
                  <c:v>9.8320100000000004</c:v>
                </c:pt>
                <c:pt idx="1959">
                  <c:v>10.010199999999999</c:v>
                </c:pt>
                <c:pt idx="1960">
                  <c:v>9.8055800000000009</c:v>
                </c:pt>
                <c:pt idx="1961">
                  <c:v>9.4767600000000005</c:v>
                </c:pt>
                <c:pt idx="1962">
                  <c:v>9.06311</c:v>
                </c:pt>
                <c:pt idx="1963">
                  <c:v>8.7953499999999991</c:v>
                </c:pt>
                <c:pt idx="1964">
                  <c:v>9.93797</c:v>
                </c:pt>
                <c:pt idx="1965">
                  <c:v>9.4661000000000008</c:v>
                </c:pt>
                <c:pt idx="1966">
                  <c:v>9.9821299999999997</c:v>
                </c:pt>
                <c:pt idx="1967">
                  <c:v>9.2144399999999997</c:v>
                </c:pt>
                <c:pt idx="1968">
                  <c:v>9.4501299999999997</c:v>
                </c:pt>
                <c:pt idx="1969">
                  <c:v>9.9090000000000007</c:v>
                </c:pt>
                <c:pt idx="1970">
                  <c:v>10.089399999999999</c:v>
                </c:pt>
                <c:pt idx="1971">
                  <c:v>9.9430300000000003</c:v>
                </c:pt>
                <c:pt idx="1972">
                  <c:v>9.1867800000000006</c:v>
                </c:pt>
                <c:pt idx="1973">
                  <c:v>9.0646100000000001</c:v>
                </c:pt>
                <c:pt idx="1974">
                  <c:v>9.6805599999999998</c:v>
                </c:pt>
                <c:pt idx="1975">
                  <c:v>9.7610600000000005</c:v>
                </c:pt>
                <c:pt idx="1976">
                  <c:v>9.76173</c:v>
                </c:pt>
                <c:pt idx="1977">
                  <c:v>9.7851099999999995</c:v>
                </c:pt>
                <c:pt idx="1978">
                  <c:v>9.58657</c:v>
                </c:pt>
                <c:pt idx="1979">
                  <c:v>10.2151</c:v>
                </c:pt>
                <c:pt idx="1980">
                  <c:v>10.8278</c:v>
                </c:pt>
                <c:pt idx="1981">
                  <c:v>10.6113</c:v>
                </c:pt>
                <c:pt idx="1982">
                  <c:v>9.0752100000000002</c:v>
                </c:pt>
                <c:pt idx="1983">
                  <c:v>8.6641100000000009</c:v>
                </c:pt>
                <c:pt idx="1984">
                  <c:v>9.5383099999999992</c:v>
                </c:pt>
                <c:pt idx="1985">
                  <c:v>9.6768000000000001</c:v>
                </c:pt>
                <c:pt idx="1986">
                  <c:v>9.94909</c:v>
                </c:pt>
                <c:pt idx="1987">
                  <c:v>10.4651</c:v>
                </c:pt>
                <c:pt idx="1988">
                  <c:v>10.1586</c:v>
                </c:pt>
                <c:pt idx="1989">
                  <c:v>10.080500000000001</c:v>
                </c:pt>
                <c:pt idx="1990">
                  <c:v>9.9879300000000004</c:v>
                </c:pt>
                <c:pt idx="1991">
                  <c:v>9.4401200000000003</c:v>
                </c:pt>
                <c:pt idx="1992">
                  <c:v>9.3079499999999999</c:v>
                </c:pt>
                <c:pt idx="1993">
                  <c:v>10.3611</c:v>
                </c:pt>
                <c:pt idx="1994">
                  <c:v>9.9041499999999996</c:v>
                </c:pt>
                <c:pt idx="1995">
                  <c:v>8.7468900000000005</c:v>
                </c:pt>
                <c:pt idx="1996">
                  <c:v>9.0813900000000007</c:v>
                </c:pt>
                <c:pt idx="1997">
                  <c:v>9.8006399999999996</c:v>
                </c:pt>
                <c:pt idx="1998">
                  <c:v>9.5659200000000002</c:v>
                </c:pt>
                <c:pt idx="1999">
                  <c:v>9.6637599999999999</c:v>
                </c:pt>
                <c:pt idx="2000">
                  <c:v>9.4795700000000007</c:v>
                </c:pt>
                <c:pt idx="2001">
                  <c:v>9.6014800000000005</c:v>
                </c:pt>
                <c:pt idx="2002">
                  <c:v>9.5029199999999996</c:v>
                </c:pt>
                <c:pt idx="2003">
                  <c:v>9.3511799999999994</c:v>
                </c:pt>
                <c:pt idx="2004">
                  <c:v>8.9645899999999994</c:v>
                </c:pt>
                <c:pt idx="2005">
                  <c:v>9.0817399999999999</c:v>
                </c:pt>
                <c:pt idx="2006">
                  <c:v>8.8511500000000005</c:v>
                </c:pt>
                <c:pt idx="2007">
                  <c:v>9.4277599999999993</c:v>
                </c:pt>
                <c:pt idx="2008">
                  <c:v>9.5909499999999994</c:v>
                </c:pt>
                <c:pt idx="2009">
                  <c:v>9.2024699999999999</c:v>
                </c:pt>
                <c:pt idx="2010">
                  <c:v>9.1495099999999994</c:v>
                </c:pt>
                <c:pt idx="2011">
                  <c:v>10.0039</c:v>
                </c:pt>
                <c:pt idx="2012">
                  <c:v>9.74085</c:v>
                </c:pt>
                <c:pt idx="2013">
                  <c:v>10.064299999999999</c:v>
                </c:pt>
                <c:pt idx="2014">
                  <c:v>9.6556499999999996</c:v>
                </c:pt>
                <c:pt idx="2015">
                  <c:v>9.7183399999999995</c:v>
                </c:pt>
                <c:pt idx="2016">
                  <c:v>10.16</c:v>
                </c:pt>
                <c:pt idx="2017">
                  <c:v>10.9611</c:v>
                </c:pt>
                <c:pt idx="2018">
                  <c:v>9.4819200000000006</c:v>
                </c:pt>
                <c:pt idx="2019">
                  <c:v>8.7081999999999997</c:v>
                </c:pt>
                <c:pt idx="2020">
                  <c:v>8.8812300000000004</c:v>
                </c:pt>
                <c:pt idx="2021">
                  <c:v>9.8736099999999993</c:v>
                </c:pt>
                <c:pt idx="2022">
                  <c:v>9.8583999999999996</c:v>
                </c:pt>
                <c:pt idx="2023">
                  <c:v>10.060499999999999</c:v>
                </c:pt>
                <c:pt idx="2024">
                  <c:v>10.4991</c:v>
                </c:pt>
                <c:pt idx="2025">
                  <c:v>10.215199999999999</c:v>
                </c:pt>
                <c:pt idx="2026">
                  <c:v>9.6241900000000005</c:v>
                </c:pt>
                <c:pt idx="2027">
                  <c:v>9.5926500000000008</c:v>
                </c:pt>
                <c:pt idx="2028">
                  <c:v>9.72729</c:v>
                </c:pt>
                <c:pt idx="2029">
                  <c:v>9.5766799999999996</c:v>
                </c:pt>
                <c:pt idx="2030">
                  <c:v>8.9470399999999994</c:v>
                </c:pt>
                <c:pt idx="2031">
                  <c:v>8.8893500000000003</c:v>
                </c:pt>
                <c:pt idx="2032">
                  <c:v>9.2474399999999992</c:v>
                </c:pt>
                <c:pt idx="2033">
                  <c:v>10.038500000000001</c:v>
                </c:pt>
                <c:pt idx="2034">
                  <c:v>9.7475699999999996</c:v>
                </c:pt>
                <c:pt idx="2035">
                  <c:v>9.5803899999999995</c:v>
                </c:pt>
                <c:pt idx="2036">
                  <c:v>9.6758000000000006</c:v>
                </c:pt>
                <c:pt idx="2037">
                  <c:v>9.9104600000000005</c:v>
                </c:pt>
                <c:pt idx="2038">
                  <c:v>9.8951899999999995</c:v>
                </c:pt>
                <c:pt idx="2039">
                  <c:v>10.015599999999999</c:v>
                </c:pt>
                <c:pt idx="2040">
                  <c:v>9.6866199999999996</c:v>
                </c:pt>
                <c:pt idx="2041">
                  <c:v>9.9882200000000001</c:v>
                </c:pt>
                <c:pt idx="2042">
                  <c:v>9.3989200000000004</c:v>
                </c:pt>
                <c:pt idx="2043">
                  <c:v>9.3359799999999993</c:v>
                </c:pt>
                <c:pt idx="2044">
                  <c:v>10.310700000000001</c:v>
                </c:pt>
                <c:pt idx="2045">
                  <c:v>9.6040600000000005</c:v>
                </c:pt>
                <c:pt idx="2046">
                  <c:v>9.3055800000000009</c:v>
                </c:pt>
                <c:pt idx="2047">
                  <c:v>9.2131799999999995</c:v>
                </c:pt>
                <c:pt idx="2048">
                  <c:v>9.8905899999999995</c:v>
                </c:pt>
                <c:pt idx="2049">
                  <c:v>10.0307</c:v>
                </c:pt>
                <c:pt idx="2050">
                  <c:v>9.1013000000000002</c:v>
                </c:pt>
                <c:pt idx="2051">
                  <c:v>9.4936199999999999</c:v>
                </c:pt>
                <c:pt idx="2052">
                  <c:v>9.1388300000000005</c:v>
                </c:pt>
                <c:pt idx="2053">
                  <c:v>9.4431499999999993</c:v>
                </c:pt>
                <c:pt idx="2054">
                  <c:v>9.2147400000000008</c:v>
                </c:pt>
                <c:pt idx="2055">
                  <c:v>9.3604500000000002</c:v>
                </c:pt>
                <c:pt idx="2056">
                  <c:v>9.3076600000000003</c:v>
                </c:pt>
                <c:pt idx="2057">
                  <c:v>9.0768699999999995</c:v>
                </c:pt>
                <c:pt idx="2058">
                  <c:v>9.5235900000000004</c:v>
                </c:pt>
                <c:pt idx="2059">
                  <c:v>9.6478000000000002</c:v>
                </c:pt>
                <c:pt idx="2060">
                  <c:v>10.2051</c:v>
                </c:pt>
                <c:pt idx="2061">
                  <c:v>9.9216599999999993</c:v>
                </c:pt>
                <c:pt idx="2062">
                  <c:v>8.7736999999999998</c:v>
                </c:pt>
                <c:pt idx="2063">
                  <c:v>8.0692500000000003</c:v>
                </c:pt>
                <c:pt idx="2064">
                  <c:v>9.5838300000000007</c:v>
                </c:pt>
                <c:pt idx="2065">
                  <c:v>9.9842300000000002</c:v>
                </c:pt>
                <c:pt idx="2066">
                  <c:v>9.4741900000000001</c:v>
                </c:pt>
                <c:pt idx="2067">
                  <c:v>9.8890799999999999</c:v>
                </c:pt>
                <c:pt idx="2068">
                  <c:v>10.028700000000001</c:v>
                </c:pt>
                <c:pt idx="2069">
                  <c:v>8.8568800000000003</c:v>
                </c:pt>
                <c:pt idx="2070">
                  <c:v>7.8779300000000001</c:v>
                </c:pt>
                <c:pt idx="2071">
                  <c:v>9.0365699999999993</c:v>
                </c:pt>
                <c:pt idx="2072">
                  <c:v>9.5432299999999994</c:v>
                </c:pt>
                <c:pt idx="2073">
                  <c:v>9.6302699999999994</c:v>
                </c:pt>
                <c:pt idx="2074">
                  <c:v>9.4550599999999996</c:v>
                </c:pt>
                <c:pt idx="2075">
                  <c:v>9.2271900000000002</c:v>
                </c:pt>
                <c:pt idx="2076">
                  <c:v>9.3700799999999997</c:v>
                </c:pt>
                <c:pt idx="2077">
                  <c:v>8.1301500000000004</c:v>
                </c:pt>
                <c:pt idx="2078">
                  <c:v>8.4417500000000008</c:v>
                </c:pt>
                <c:pt idx="2079">
                  <c:v>9.3422199999999993</c:v>
                </c:pt>
                <c:pt idx="2080">
                  <c:v>9.1141100000000002</c:v>
                </c:pt>
                <c:pt idx="2081">
                  <c:v>9.3439300000000003</c:v>
                </c:pt>
                <c:pt idx="2082">
                  <c:v>9.2100600000000004</c:v>
                </c:pt>
                <c:pt idx="2083">
                  <c:v>9.5591799999999996</c:v>
                </c:pt>
                <c:pt idx="2084">
                  <c:v>9.8755400000000009</c:v>
                </c:pt>
                <c:pt idx="2085">
                  <c:v>10.065799999999999</c:v>
                </c:pt>
                <c:pt idx="2086">
                  <c:v>9.8545200000000008</c:v>
                </c:pt>
                <c:pt idx="2087">
                  <c:v>9.6313899999999997</c:v>
                </c:pt>
                <c:pt idx="2088">
                  <c:v>9.9453200000000006</c:v>
                </c:pt>
                <c:pt idx="2089">
                  <c:v>9.6064699999999998</c:v>
                </c:pt>
                <c:pt idx="2090">
                  <c:v>9.9993200000000009</c:v>
                </c:pt>
                <c:pt idx="2091">
                  <c:v>9.8143200000000004</c:v>
                </c:pt>
                <c:pt idx="2092">
                  <c:v>9.2311499999999995</c:v>
                </c:pt>
                <c:pt idx="2093">
                  <c:v>8.9028600000000004</c:v>
                </c:pt>
                <c:pt idx="2094">
                  <c:v>9.9342799999999993</c:v>
                </c:pt>
                <c:pt idx="2095">
                  <c:v>9.8827700000000007</c:v>
                </c:pt>
                <c:pt idx="2096">
                  <c:v>9.7262299999999993</c:v>
                </c:pt>
                <c:pt idx="2097">
                  <c:v>9.3400300000000005</c:v>
                </c:pt>
                <c:pt idx="2098">
                  <c:v>10.096500000000001</c:v>
                </c:pt>
                <c:pt idx="2099">
                  <c:v>10.116199999999999</c:v>
                </c:pt>
                <c:pt idx="2100">
                  <c:v>10.273099999999999</c:v>
                </c:pt>
                <c:pt idx="2101">
                  <c:v>9.4984599999999997</c:v>
                </c:pt>
                <c:pt idx="2102">
                  <c:v>10.194000000000001</c:v>
                </c:pt>
                <c:pt idx="2103">
                  <c:v>10.087999999999999</c:v>
                </c:pt>
                <c:pt idx="2104">
                  <c:v>9.4323700000000006</c:v>
                </c:pt>
                <c:pt idx="2105">
                  <c:v>9.6177299999999999</c:v>
                </c:pt>
                <c:pt idx="2106">
                  <c:v>9.5659200000000002</c:v>
                </c:pt>
                <c:pt idx="2107">
                  <c:v>9.36463</c:v>
                </c:pt>
                <c:pt idx="2108">
                  <c:v>9.1633399999999998</c:v>
                </c:pt>
                <c:pt idx="2109">
                  <c:v>9.0300899999999995</c:v>
                </c:pt>
                <c:pt idx="2110">
                  <c:v>9.3573500000000003</c:v>
                </c:pt>
                <c:pt idx="2111">
                  <c:v>10.071999999999999</c:v>
                </c:pt>
                <c:pt idx="2112">
                  <c:v>9.9254700000000007</c:v>
                </c:pt>
                <c:pt idx="2113">
                  <c:v>9.3798700000000004</c:v>
                </c:pt>
                <c:pt idx="2114">
                  <c:v>9.7681199999999997</c:v>
                </c:pt>
                <c:pt idx="2115">
                  <c:v>10.0076</c:v>
                </c:pt>
                <c:pt idx="2116">
                  <c:v>9.5596700000000006</c:v>
                </c:pt>
                <c:pt idx="2117">
                  <c:v>9.3177400000000006</c:v>
                </c:pt>
                <c:pt idx="2118">
                  <c:v>9.2710100000000004</c:v>
                </c:pt>
                <c:pt idx="2119">
                  <c:v>9.5459200000000006</c:v>
                </c:pt>
                <c:pt idx="2120">
                  <c:v>9.74315</c:v>
                </c:pt>
                <c:pt idx="2121">
                  <c:v>9.7492900000000002</c:v>
                </c:pt>
                <c:pt idx="2122">
                  <c:v>7.9061000000000003</c:v>
                </c:pt>
                <c:pt idx="2123">
                  <c:v>10.2073</c:v>
                </c:pt>
                <c:pt idx="2124">
                  <c:v>9.6907599999999992</c:v>
                </c:pt>
                <c:pt idx="2125">
                  <c:v>9.4131999999999998</c:v>
                </c:pt>
                <c:pt idx="2126">
                  <c:v>9.5664400000000001</c:v>
                </c:pt>
                <c:pt idx="2127">
                  <c:v>9.1929099999999995</c:v>
                </c:pt>
                <c:pt idx="2128">
                  <c:v>10.0077</c:v>
                </c:pt>
                <c:pt idx="2129">
                  <c:v>9.8427600000000002</c:v>
                </c:pt>
                <c:pt idx="2130">
                  <c:v>9.8048199999999994</c:v>
                </c:pt>
                <c:pt idx="2131">
                  <c:v>9.5945900000000002</c:v>
                </c:pt>
                <c:pt idx="2132">
                  <c:v>10.2677</c:v>
                </c:pt>
                <c:pt idx="2133">
                  <c:v>9.8450699999999998</c:v>
                </c:pt>
                <c:pt idx="2134">
                  <c:v>9.0339700000000001</c:v>
                </c:pt>
                <c:pt idx="2135">
                  <c:v>8.9354499999999994</c:v>
                </c:pt>
                <c:pt idx="2136">
                  <c:v>8.9528300000000005</c:v>
                </c:pt>
                <c:pt idx="2137">
                  <c:v>9.5249199999999998</c:v>
                </c:pt>
                <c:pt idx="2138">
                  <c:v>9.7379599999999993</c:v>
                </c:pt>
                <c:pt idx="2139">
                  <c:v>9.1263100000000001</c:v>
                </c:pt>
                <c:pt idx="2140">
                  <c:v>8.9801300000000008</c:v>
                </c:pt>
                <c:pt idx="2141">
                  <c:v>9.7162900000000008</c:v>
                </c:pt>
                <c:pt idx="2142">
                  <c:v>9.4285999999999994</c:v>
                </c:pt>
                <c:pt idx="2143">
                  <c:v>9.4050899999999995</c:v>
                </c:pt>
                <c:pt idx="2144">
                  <c:v>9.6072799999999994</c:v>
                </c:pt>
                <c:pt idx="2145">
                  <c:v>9.7471300000000003</c:v>
                </c:pt>
                <c:pt idx="2146">
                  <c:v>9.3310499999999994</c:v>
                </c:pt>
                <c:pt idx="2147">
                  <c:v>9.4988700000000001</c:v>
                </c:pt>
                <c:pt idx="2148">
                  <c:v>9.71129</c:v>
                </c:pt>
                <c:pt idx="2149">
                  <c:v>10.0093</c:v>
                </c:pt>
                <c:pt idx="2150">
                  <c:v>9.4113799999999994</c:v>
                </c:pt>
                <c:pt idx="2151">
                  <c:v>9.3394399999999997</c:v>
                </c:pt>
                <c:pt idx="2152">
                  <c:v>9.7247900000000005</c:v>
                </c:pt>
                <c:pt idx="2153">
                  <c:v>9.9257899999999992</c:v>
                </c:pt>
                <c:pt idx="2154">
                  <c:v>8.9993999999999996</c:v>
                </c:pt>
                <c:pt idx="2155">
                  <c:v>9.6136599999999994</c:v>
                </c:pt>
                <c:pt idx="2156">
                  <c:v>8.45458</c:v>
                </c:pt>
                <c:pt idx="2157">
                  <c:v>9.7322299999999995</c:v>
                </c:pt>
                <c:pt idx="2158">
                  <c:v>9.5450300000000006</c:v>
                </c:pt>
                <c:pt idx="2159">
                  <c:v>9.3083200000000001</c:v>
                </c:pt>
                <c:pt idx="2160">
                  <c:v>9.3572600000000001</c:v>
                </c:pt>
                <c:pt idx="2161">
                  <c:v>9.5817599999999992</c:v>
                </c:pt>
                <c:pt idx="2162">
                  <c:v>9.6158900000000003</c:v>
                </c:pt>
                <c:pt idx="2163">
                  <c:v>9.7330500000000004</c:v>
                </c:pt>
                <c:pt idx="2164">
                  <c:v>10.0555</c:v>
                </c:pt>
                <c:pt idx="2165">
                  <c:v>9.3147699999999993</c:v>
                </c:pt>
                <c:pt idx="2166">
                  <c:v>9.5864600000000006</c:v>
                </c:pt>
                <c:pt idx="2167">
                  <c:v>9.7317800000000005</c:v>
                </c:pt>
                <c:pt idx="2168">
                  <c:v>9.5286600000000004</c:v>
                </c:pt>
                <c:pt idx="2169">
                  <c:v>9.3439499999999995</c:v>
                </c:pt>
                <c:pt idx="2170">
                  <c:v>9.3090600000000006</c:v>
                </c:pt>
                <c:pt idx="2171">
                  <c:v>9.3180200000000006</c:v>
                </c:pt>
                <c:pt idx="2172">
                  <c:v>9.9402100000000004</c:v>
                </c:pt>
                <c:pt idx="2173">
                  <c:v>10.0245</c:v>
                </c:pt>
                <c:pt idx="2174">
                  <c:v>10.006500000000001</c:v>
                </c:pt>
                <c:pt idx="2175">
                  <c:v>9.6063500000000008</c:v>
                </c:pt>
                <c:pt idx="2176">
                  <c:v>9.4087499999999995</c:v>
                </c:pt>
                <c:pt idx="2177">
                  <c:v>9.5052900000000005</c:v>
                </c:pt>
                <c:pt idx="2178">
                  <c:v>9.4977599999999995</c:v>
                </c:pt>
                <c:pt idx="2179">
                  <c:v>10.0306</c:v>
                </c:pt>
                <c:pt idx="2180">
                  <c:v>9.6757100000000005</c:v>
                </c:pt>
                <c:pt idx="2181">
                  <c:v>9.6721199999999996</c:v>
                </c:pt>
                <c:pt idx="2182">
                  <c:v>9.63842</c:v>
                </c:pt>
                <c:pt idx="2183">
                  <c:v>8.9728100000000008</c:v>
                </c:pt>
                <c:pt idx="2184">
                  <c:v>8.9883500000000005</c:v>
                </c:pt>
                <c:pt idx="2185">
                  <c:v>9.2999700000000001</c:v>
                </c:pt>
                <c:pt idx="2186">
                  <c:v>9.1868800000000004</c:v>
                </c:pt>
                <c:pt idx="2187">
                  <c:v>9.9534400000000005</c:v>
                </c:pt>
                <c:pt idx="2188">
                  <c:v>9.4826499999999996</c:v>
                </c:pt>
                <c:pt idx="2189">
                  <c:v>9.6771100000000008</c:v>
                </c:pt>
                <c:pt idx="2190">
                  <c:v>9.0489899999999999</c:v>
                </c:pt>
                <c:pt idx="2191">
                  <c:v>8.8279200000000007</c:v>
                </c:pt>
                <c:pt idx="2192">
                  <c:v>9.5649300000000004</c:v>
                </c:pt>
                <c:pt idx="2193">
                  <c:v>9.2290100000000006</c:v>
                </c:pt>
                <c:pt idx="2194">
                  <c:v>10.273099999999999</c:v>
                </c:pt>
                <c:pt idx="2195">
                  <c:v>9.3929100000000005</c:v>
                </c:pt>
                <c:pt idx="2196">
                  <c:v>9.2091999999999992</c:v>
                </c:pt>
                <c:pt idx="2197">
                  <c:v>9.5069599999999994</c:v>
                </c:pt>
                <c:pt idx="2198">
                  <c:v>10.051600000000001</c:v>
                </c:pt>
                <c:pt idx="2199">
                  <c:v>9.5160599999999995</c:v>
                </c:pt>
                <c:pt idx="2200">
                  <c:v>9.9662000000000006</c:v>
                </c:pt>
                <c:pt idx="2201">
                  <c:v>9.4991199999999996</c:v>
                </c:pt>
                <c:pt idx="2202">
                  <c:v>9.2971699999999995</c:v>
                </c:pt>
                <c:pt idx="2203">
                  <c:v>10.2037</c:v>
                </c:pt>
                <c:pt idx="2204">
                  <c:v>9.29467</c:v>
                </c:pt>
                <c:pt idx="2205">
                  <c:v>10.0062</c:v>
                </c:pt>
                <c:pt idx="2206">
                  <c:v>9.2975899999999996</c:v>
                </c:pt>
                <c:pt idx="2207">
                  <c:v>9.3392999999999997</c:v>
                </c:pt>
                <c:pt idx="2208">
                  <c:v>10.049300000000001</c:v>
                </c:pt>
                <c:pt idx="2209">
                  <c:v>9.6304200000000009</c:v>
                </c:pt>
                <c:pt idx="2210">
                  <c:v>9.6046399999999998</c:v>
                </c:pt>
                <c:pt idx="2211">
                  <c:v>9.4250900000000009</c:v>
                </c:pt>
                <c:pt idx="2212">
                  <c:v>9.9773399999999999</c:v>
                </c:pt>
                <c:pt idx="2213">
                  <c:v>9.6540900000000001</c:v>
                </c:pt>
                <c:pt idx="2214">
                  <c:v>10.022500000000001</c:v>
                </c:pt>
                <c:pt idx="2215">
                  <c:v>9.7751199999999994</c:v>
                </c:pt>
                <c:pt idx="2216">
                  <c:v>10.536</c:v>
                </c:pt>
                <c:pt idx="2217">
                  <c:v>9.6515400000000007</c:v>
                </c:pt>
                <c:pt idx="2218">
                  <c:v>9.5034799999999997</c:v>
                </c:pt>
                <c:pt idx="2219">
                  <c:v>8.8407099999999996</c:v>
                </c:pt>
                <c:pt idx="2220">
                  <c:v>9.1331699999999998</c:v>
                </c:pt>
                <c:pt idx="2221">
                  <c:v>9.9739900000000006</c:v>
                </c:pt>
                <c:pt idx="2222">
                  <c:v>10.2949</c:v>
                </c:pt>
                <c:pt idx="2223">
                  <c:v>10.0085</c:v>
                </c:pt>
                <c:pt idx="2224">
                  <c:v>9.1667199999999998</c:v>
                </c:pt>
                <c:pt idx="2225">
                  <c:v>9.5180699999999998</c:v>
                </c:pt>
                <c:pt idx="2226">
                  <c:v>9.3814399999999996</c:v>
                </c:pt>
                <c:pt idx="2227">
                  <c:v>9.6239799999999995</c:v>
                </c:pt>
                <c:pt idx="2228">
                  <c:v>9.1395199999999992</c:v>
                </c:pt>
                <c:pt idx="2229">
                  <c:v>8.9768699999999999</c:v>
                </c:pt>
                <c:pt idx="2230">
                  <c:v>9.5153999999999996</c:v>
                </c:pt>
                <c:pt idx="2231">
                  <c:v>7.6797399999999998</c:v>
                </c:pt>
                <c:pt idx="2232">
                  <c:v>9.1355799999999991</c:v>
                </c:pt>
                <c:pt idx="2233">
                  <c:v>9.5451300000000003</c:v>
                </c:pt>
                <c:pt idx="2234">
                  <c:v>9.7180700000000009</c:v>
                </c:pt>
                <c:pt idx="2235">
                  <c:v>9.8103099999999994</c:v>
                </c:pt>
                <c:pt idx="2236">
                  <c:v>9.1168300000000002</c:v>
                </c:pt>
                <c:pt idx="2237">
                  <c:v>9.2760300000000004</c:v>
                </c:pt>
                <c:pt idx="2238">
                  <c:v>9.8730799999999999</c:v>
                </c:pt>
                <c:pt idx="2239">
                  <c:v>9.9738799999999994</c:v>
                </c:pt>
                <c:pt idx="2240">
                  <c:v>8.9789399999999997</c:v>
                </c:pt>
                <c:pt idx="2241">
                  <c:v>9.5962899999999998</c:v>
                </c:pt>
                <c:pt idx="2242">
                  <c:v>9.2555300000000003</c:v>
                </c:pt>
                <c:pt idx="2243">
                  <c:v>9.50305</c:v>
                </c:pt>
                <c:pt idx="2244">
                  <c:v>9.8482599999999998</c:v>
                </c:pt>
                <c:pt idx="2245">
                  <c:v>10.602</c:v>
                </c:pt>
                <c:pt idx="2246">
                  <c:v>9.8501399999999997</c:v>
                </c:pt>
                <c:pt idx="2247">
                  <c:v>10.0198</c:v>
                </c:pt>
                <c:pt idx="2248">
                  <c:v>9.3031600000000001</c:v>
                </c:pt>
                <c:pt idx="2249">
                  <c:v>9.0107700000000008</c:v>
                </c:pt>
                <c:pt idx="2250">
                  <c:v>10.013299999999999</c:v>
                </c:pt>
                <c:pt idx="2251">
                  <c:v>10.3345</c:v>
                </c:pt>
                <c:pt idx="2252">
                  <c:v>9.5462699999999998</c:v>
                </c:pt>
                <c:pt idx="2253">
                  <c:v>9.9269499999999997</c:v>
                </c:pt>
                <c:pt idx="2254">
                  <c:v>9.1493400000000005</c:v>
                </c:pt>
                <c:pt idx="2255">
                  <c:v>8.6475899999999992</c:v>
                </c:pt>
                <c:pt idx="2256">
                  <c:v>8.9807000000000006</c:v>
                </c:pt>
                <c:pt idx="2257">
                  <c:v>10.247199999999999</c:v>
                </c:pt>
                <c:pt idx="2258">
                  <c:v>10.292299999999999</c:v>
                </c:pt>
                <c:pt idx="2259">
                  <c:v>9.5627099999999992</c:v>
                </c:pt>
                <c:pt idx="2260">
                  <c:v>9.7111400000000003</c:v>
                </c:pt>
                <c:pt idx="2261">
                  <c:v>9.7842199999999995</c:v>
                </c:pt>
                <c:pt idx="2262">
                  <c:v>9.7543500000000005</c:v>
                </c:pt>
                <c:pt idx="2263">
                  <c:v>10.427</c:v>
                </c:pt>
                <c:pt idx="2264">
                  <c:v>10.046900000000001</c:v>
                </c:pt>
                <c:pt idx="2265">
                  <c:v>9.2373899999999995</c:v>
                </c:pt>
                <c:pt idx="2266">
                  <c:v>8.8146199999999997</c:v>
                </c:pt>
                <c:pt idx="2267">
                  <c:v>9.0610400000000002</c:v>
                </c:pt>
                <c:pt idx="2268">
                  <c:v>8.9379500000000007</c:v>
                </c:pt>
                <c:pt idx="2269">
                  <c:v>9.53064</c:v>
                </c:pt>
                <c:pt idx="2270">
                  <c:v>9.5372299999999992</c:v>
                </c:pt>
                <c:pt idx="2271">
                  <c:v>9.0543099999999992</c:v>
                </c:pt>
                <c:pt idx="2272">
                  <c:v>9.5560899999999993</c:v>
                </c:pt>
                <c:pt idx="2273">
                  <c:v>8.4306000000000001</c:v>
                </c:pt>
                <c:pt idx="2274">
                  <c:v>8.8076000000000008</c:v>
                </c:pt>
                <c:pt idx="2275">
                  <c:v>9.0158299999999993</c:v>
                </c:pt>
                <c:pt idx="2276">
                  <c:v>9.84802</c:v>
                </c:pt>
                <c:pt idx="2277">
                  <c:v>9.9449900000000007</c:v>
                </c:pt>
                <c:pt idx="2278">
                  <c:v>9.8739799999999995</c:v>
                </c:pt>
                <c:pt idx="2279">
                  <c:v>10.064500000000001</c:v>
                </c:pt>
                <c:pt idx="2280">
                  <c:v>9.6292000000000009</c:v>
                </c:pt>
                <c:pt idx="2281">
                  <c:v>9.4016900000000003</c:v>
                </c:pt>
                <c:pt idx="2282">
                  <c:v>9.1887000000000008</c:v>
                </c:pt>
                <c:pt idx="2283">
                  <c:v>9.7465100000000007</c:v>
                </c:pt>
                <c:pt idx="2284">
                  <c:v>9.8808799999999994</c:v>
                </c:pt>
                <c:pt idx="2285">
                  <c:v>9.7070100000000004</c:v>
                </c:pt>
                <c:pt idx="2286">
                  <c:v>9.26919</c:v>
                </c:pt>
                <c:pt idx="2287">
                  <c:v>10.280099999999999</c:v>
                </c:pt>
                <c:pt idx="2288">
                  <c:v>9.3886900000000004</c:v>
                </c:pt>
                <c:pt idx="2289">
                  <c:v>8.8862400000000008</c:v>
                </c:pt>
                <c:pt idx="2290">
                  <c:v>8.5888100000000005</c:v>
                </c:pt>
                <c:pt idx="2291">
                  <c:v>9.1669199999999993</c:v>
                </c:pt>
                <c:pt idx="2292">
                  <c:v>9.6235999999999997</c:v>
                </c:pt>
                <c:pt idx="2293">
                  <c:v>9.4891000000000005</c:v>
                </c:pt>
                <c:pt idx="2294">
                  <c:v>9.6997699999999991</c:v>
                </c:pt>
                <c:pt idx="2295">
                  <c:v>9.6544000000000008</c:v>
                </c:pt>
                <c:pt idx="2296">
                  <c:v>9.9118300000000001</c:v>
                </c:pt>
                <c:pt idx="2297">
                  <c:v>9.0054800000000004</c:v>
                </c:pt>
                <c:pt idx="2298">
                  <c:v>9.3507700000000007</c:v>
                </c:pt>
                <c:pt idx="2299">
                  <c:v>9.1625700000000005</c:v>
                </c:pt>
                <c:pt idx="2300">
                  <c:v>8.5888000000000009</c:v>
                </c:pt>
                <c:pt idx="2301">
                  <c:v>8.9293099999999992</c:v>
                </c:pt>
                <c:pt idx="2302">
                  <c:v>9.7481000000000009</c:v>
                </c:pt>
                <c:pt idx="2303">
                  <c:v>8.9127899999999993</c:v>
                </c:pt>
                <c:pt idx="2304">
                  <c:v>9.20913</c:v>
                </c:pt>
                <c:pt idx="2305">
                  <c:v>9.7021300000000004</c:v>
                </c:pt>
                <c:pt idx="2306">
                  <c:v>9.8585999999999991</c:v>
                </c:pt>
                <c:pt idx="2307">
                  <c:v>9.5664099999999994</c:v>
                </c:pt>
                <c:pt idx="2308">
                  <c:v>9.8917400000000004</c:v>
                </c:pt>
                <c:pt idx="2309">
                  <c:v>9.5965799999999994</c:v>
                </c:pt>
                <c:pt idx="2310">
                  <c:v>9.3154599999999999</c:v>
                </c:pt>
                <c:pt idx="2311">
                  <c:v>8.6834399999999992</c:v>
                </c:pt>
                <c:pt idx="2312">
                  <c:v>9.51065</c:v>
                </c:pt>
                <c:pt idx="2313">
                  <c:v>9.0384899999999995</c:v>
                </c:pt>
                <c:pt idx="2314">
                  <c:v>10.331200000000001</c:v>
                </c:pt>
                <c:pt idx="2315">
                  <c:v>9.7075499999999995</c:v>
                </c:pt>
                <c:pt idx="2316">
                  <c:v>9.1536100000000005</c:v>
                </c:pt>
                <c:pt idx="2317">
                  <c:v>9.6560600000000001</c:v>
                </c:pt>
                <c:pt idx="2318">
                  <c:v>8.7783800000000003</c:v>
                </c:pt>
                <c:pt idx="2319">
                  <c:v>9.3247400000000003</c:v>
                </c:pt>
                <c:pt idx="2320">
                  <c:v>10.1686</c:v>
                </c:pt>
                <c:pt idx="2321">
                  <c:v>9.7009000000000007</c:v>
                </c:pt>
                <c:pt idx="2322">
                  <c:v>9.3457299999999996</c:v>
                </c:pt>
                <c:pt idx="2323">
                  <c:v>9.3113399999999995</c:v>
                </c:pt>
                <c:pt idx="2324">
                  <c:v>9.8030799999999996</c:v>
                </c:pt>
                <c:pt idx="2325">
                  <c:v>9.2953899999999994</c:v>
                </c:pt>
                <c:pt idx="2326">
                  <c:v>9.6130399999999998</c:v>
                </c:pt>
                <c:pt idx="2327">
                  <c:v>10.0511</c:v>
                </c:pt>
                <c:pt idx="2328">
                  <c:v>8.8266100000000005</c:v>
                </c:pt>
                <c:pt idx="2329">
                  <c:v>8.9727499999999996</c:v>
                </c:pt>
                <c:pt idx="2330">
                  <c:v>8.99573</c:v>
                </c:pt>
                <c:pt idx="2331">
                  <c:v>9.51173</c:v>
                </c:pt>
                <c:pt idx="2332">
                  <c:v>9.1463999999999999</c:v>
                </c:pt>
                <c:pt idx="2333">
                  <c:v>8.9054800000000007</c:v>
                </c:pt>
                <c:pt idx="2334">
                  <c:v>9.5468899999999994</c:v>
                </c:pt>
                <c:pt idx="2335">
                  <c:v>9.5159300000000009</c:v>
                </c:pt>
                <c:pt idx="2336">
                  <c:v>9.4166899999999991</c:v>
                </c:pt>
                <c:pt idx="2337">
                  <c:v>9.6869399999999999</c:v>
                </c:pt>
                <c:pt idx="2338">
                  <c:v>9.3926400000000001</c:v>
                </c:pt>
                <c:pt idx="2339">
                  <c:v>9.5920799999999993</c:v>
                </c:pt>
                <c:pt idx="2340">
                  <c:v>9.2896000000000001</c:v>
                </c:pt>
                <c:pt idx="2341">
                  <c:v>9.17164</c:v>
                </c:pt>
                <c:pt idx="2342">
                  <c:v>9.0316200000000002</c:v>
                </c:pt>
                <c:pt idx="2343">
                  <c:v>9.0221800000000005</c:v>
                </c:pt>
                <c:pt idx="2344">
                  <c:v>10.151300000000001</c:v>
                </c:pt>
                <c:pt idx="2345">
                  <c:v>10.035600000000001</c:v>
                </c:pt>
                <c:pt idx="2346">
                  <c:v>9.50962</c:v>
                </c:pt>
                <c:pt idx="2347">
                  <c:v>9.6320599999999992</c:v>
                </c:pt>
                <c:pt idx="2348">
                  <c:v>10.2521</c:v>
                </c:pt>
                <c:pt idx="2349">
                  <c:v>9.8560700000000008</c:v>
                </c:pt>
                <c:pt idx="2350">
                  <c:v>9.1954799999999999</c:v>
                </c:pt>
                <c:pt idx="2351">
                  <c:v>9.9397599999999997</c:v>
                </c:pt>
                <c:pt idx="2352">
                  <c:v>10.0844</c:v>
                </c:pt>
                <c:pt idx="2353">
                  <c:v>9.8749800000000008</c:v>
                </c:pt>
                <c:pt idx="2354">
                  <c:v>9.9757599999999993</c:v>
                </c:pt>
                <c:pt idx="2355">
                  <c:v>9.3478399999999997</c:v>
                </c:pt>
                <c:pt idx="2356">
                  <c:v>9.2691800000000004</c:v>
                </c:pt>
                <c:pt idx="2357">
                  <c:v>9.1740100000000009</c:v>
                </c:pt>
                <c:pt idx="2358">
                  <c:v>9.6833299999999998</c:v>
                </c:pt>
                <c:pt idx="2359">
                  <c:v>9.8262999999999998</c:v>
                </c:pt>
                <c:pt idx="2360">
                  <c:v>9.6522199999999998</c:v>
                </c:pt>
                <c:pt idx="2361">
                  <c:v>9.1938899999999997</c:v>
                </c:pt>
                <c:pt idx="2362">
                  <c:v>9.8654399999999995</c:v>
                </c:pt>
                <c:pt idx="2363">
                  <c:v>10.2218</c:v>
                </c:pt>
                <c:pt idx="2364">
                  <c:v>9.7429600000000001</c:v>
                </c:pt>
                <c:pt idx="2365">
                  <c:v>9.1830499999999997</c:v>
                </c:pt>
                <c:pt idx="2366">
                  <c:v>9.4913000000000007</c:v>
                </c:pt>
                <c:pt idx="2367">
                  <c:v>9.6876300000000004</c:v>
                </c:pt>
                <c:pt idx="2368">
                  <c:v>9.7668999999999997</c:v>
                </c:pt>
                <c:pt idx="2369">
                  <c:v>9.64635</c:v>
                </c:pt>
                <c:pt idx="2370">
                  <c:v>10.191599999999999</c:v>
                </c:pt>
                <c:pt idx="2371">
                  <c:v>10.6851</c:v>
                </c:pt>
                <c:pt idx="2372">
                  <c:v>9.9097899999999992</c:v>
                </c:pt>
                <c:pt idx="2373">
                  <c:v>9.6073500000000003</c:v>
                </c:pt>
                <c:pt idx="2374">
                  <c:v>9.6417800000000007</c:v>
                </c:pt>
                <c:pt idx="2375">
                  <c:v>9.4002999999999997</c:v>
                </c:pt>
                <c:pt idx="2376">
                  <c:v>9.3134099999999993</c:v>
                </c:pt>
                <c:pt idx="2377">
                  <c:v>8.9445899999999998</c:v>
                </c:pt>
                <c:pt idx="2378">
                  <c:v>9.4497499999999999</c:v>
                </c:pt>
                <c:pt idx="2379">
                  <c:v>10.2729</c:v>
                </c:pt>
                <c:pt idx="2380">
                  <c:v>10.672700000000001</c:v>
                </c:pt>
                <c:pt idx="2381">
                  <c:v>9.9603800000000007</c:v>
                </c:pt>
                <c:pt idx="2382">
                  <c:v>9.5095100000000006</c:v>
                </c:pt>
                <c:pt idx="2383">
                  <c:v>8.7574199999999998</c:v>
                </c:pt>
                <c:pt idx="2384">
                  <c:v>9.2972599999999996</c:v>
                </c:pt>
                <c:pt idx="2385">
                  <c:v>9.3213799999999996</c:v>
                </c:pt>
                <c:pt idx="2386">
                  <c:v>9.3421000000000003</c:v>
                </c:pt>
                <c:pt idx="2387">
                  <c:v>10.0534</c:v>
                </c:pt>
                <c:pt idx="2388">
                  <c:v>9.9026899999999998</c:v>
                </c:pt>
                <c:pt idx="2389">
                  <c:v>10.026300000000001</c:v>
                </c:pt>
                <c:pt idx="2390">
                  <c:v>8.7653099999999995</c:v>
                </c:pt>
                <c:pt idx="2391">
                  <c:v>9.6932299999999998</c:v>
                </c:pt>
                <c:pt idx="2392">
                  <c:v>9.3531499999999994</c:v>
                </c:pt>
                <c:pt idx="2393">
                  <c:v>10.095700000000001</c:v>
                </c:pt>
                <c:pt idx="2394">
                  <c:v>9.1896699999999996</c:v>
                </c:pt>
                <c:pt idx="2395">
                  <c:v>9.5320199999999993</c:v>
                </c:pt>
                <c:pt idx="2396">
                  <c:v>9.5446200000000001</c:v>
                </c:pt>
                <c:pt idx="2397">
                  <c:v>8.9531700000000001</c:v>
                </c:pt>
                <c:pt idx="2398">
                  <c:v>9.6087299999999995</c:v>
                </c:pt>
                <c:pt idx="2399">
                  <c:v>9.31677</c:v>
                </c:pt>
                <c:pt idx="2400">
                  <c:v>9.7944800000000001</c:v>
                </c:pt>
                <c:pt idx="2401">
                  <c:v>10.041600000000001</c:v>
                </c:pt>
                <c:pt idx="2402">
                  <c:v>9.2656799999999997</c:v>
                </c:pt>
                <c:pt idx="2403">
                  <c:v>9.3306199999999997</c:v>
                </c:pt>
                <c:pt idx="2404">
                  <c:v>8.5263799999999996</c:v>
                </c:pt>
                <c:pt idx="2405">
                  <c:v>9.6652799999999992</c:v>
                </c:pt>
                <c:pt idx="2406">
                  <c:v>9.1207899999999995</c:v>
                </c:pt>
                <c:pt idx="2407">
                  <c:v>9.2266200000000005</c:v>
                </c:pt>
                <c:pt idx="2408">
                  <c:v>9.7667800000000007</c:v>
                </c:pt>
                <c:pt idx="2409">
                  <c:v>9.6721599999999999</c:v>
                </c:pt>
                <c:pt idx="2410">
                  <c:v>9.9870800000000006</c:v>
                </c:pt>
                <c:pt idx="2411">
                  <c:v>9.8635699999999993</c:v>
                </c:pt>
                <c:pt idx="2412">
                  <c:v>9.8191699999999997</c:v>
                </c:pt>
                <c:pt idx="2413">
                  <c:v>9.6713000000000005</c:v>
                </c:pt>
                <c:pt idx="2414">
                  <c:v>9.2249300000000005</c:v>
                </c:pt>
                <c:pt idx="2415">
                  <c:v>9.9689399999999999</c:v>
                </c:pt>
                <c:pt idx="2416">
                  <c:v>9.68628</c:v>
                </c:pt>
                <c:pt idx="2417">
                  <c:v>9.6759199999999996</c:v>
                </c:pt>
                <c:pt idx="2418">
                  <c:v>8.7649299999999997</c:v>
                </c:pt>
                <c:pt idx="2419">
                  <c:v>9.2412299999999998</c:v>
                </c:pt>
                <c:pt idx="2420">
                  <c:v>9.1934900000000006</c:v>
                </c:pt>
                <c:pt idx="2421">
                  <c:v>9.3496299999999994</c:v>
                </c:pt>
                <c:pt idx="2422">
                  <c:v>9.0460799999999999</c:v>
                </c:pt>
                <c:pt idx="2423">
                  <c:v>9.3097899999999996</c:v>
                </c:pt>
                <c:pt idx="2424">
                  <c:v>10.245100000000001</c:v>
                </c:pt>
                <c:pt idx="2425">
                  <c:v>8.9801300000000008</c:v>
                </c:pt>
                <c:pt idx="2426">
                  <c:v>9.5689600000000006</c:v>
                </c:pt>
                <c:pt idx="2427">
                  <c:v>9.8211600000000008</c:v>
                </c:pt>
                <c:pt idx="2428">
                  <c:v>9.3219499999999993</c:v>
                </c:pt>
                <c:pt idx="2429">
                  <c:v>8.99953</c:v>
                </c:pt>
                <c:pt idx="2430">
                  <c:v>9.2678100000000008</c:v>
                </c:pt>
                <c:pt idx="2431">
                  <c:v>8.9745000000000008</c:v>
                </c:pt>
                <c:pt idx="2432">
                  <c:v>10.4002</c:v>
                </c:pt>
                <c:pt idx="2433">
                  <c:v>9.6965199999999996</c:v>
                </c:pt>
                <c:pt idx="2434">
                  <c:v>9.7262599999999999</c:v>
                </c:pt>
                <c:pt idx="2435">
                  <c:v>10.1592</c:v>
                </c:pt>
                <c:pt idx="2436">
                  <c:v>9.7731499999999993</c:v>
                </c:pt>
                <c:pt idx="2437">
                  <c:v>9.8247999999999998</c:v>
                </c:pt>
                <c:pt idx="2438">
                  <c:v>9.7512500000000006</c:v>
                </c:pt>
                <c:pt idx="2439">
                  <c:v>9.6804299999999994</c:v>
                </c:pt>
                <c:pt idx="2440">
                  <c:v>9.4819800000000001</c:v>
                </c:pt>
                <c:pt idx="2441">
                  <c:v>9.5355600000000003</c:v>
                </c:pt>
                <c:pt idx="2442">
                  <c:v>9.7740899999999993</c:v>
                </c:pt>
                <c:pt idx="2443">
                  <c:v>10.771699999999999</c:v>
                </c:pt>
                <c:pt idx="2444">
                  <c:v>9.2363599999999995</c:v>
                </c:pt>
                <c:pt idx="2445">
                  <c:v>9.1674000000000007</c:v>
                </c:pt>
                <c:pt idx="2446">
                  <c:v>10.180999999999999</c:v>
                </c:pt>
                <c:pt idx="2447">
                  <c:v>9.3660399999999999</c:v>
                </c:pt>
                <c:pt idx="2448">
                  <c:v>9.1316900000000008</c:v>
                </c:pt>
                <c:pt idx="2449">
                  <c:v>10.1455</c:v>
                </c:pt>
                <c:pt idx="2450">
                  <c:v>9.9441699999999997</c:v>
                </c:pt>
                <c:pt idx="2451">
                  <c:v>9.5196000000000005</c:v>
                </c:pt>
                <c:pt idx="2452">
                  <c:v>9.7854399999999995</c:v>
                </c:pt>
                <c:pt idx="2453">
                  <c:v>10.166499999999999</c:v>
                </c:pt>
                <c:pt idx="2454">
                  <c:v>9.5965299999999996</c:v>
                </c:pt>
                <c:pt idx="2455">
                  <c:v>9.2669599999999992</c:v>
                </c:pt>
                <c:pt idx="2456">
                  <c:v>9.3910800000000005</c:v>
                </c:pt>
                <c:pt idx="2457">
                  <c:v>9.5569900000000008</c:v>
                </c:pt>
                <c:pt idx="2458">
                  <c:v>9.3619699999999995</c:v>
                </c:pt>
                <c:pt idx="2459">
                  <c:v>9.7262299999999993</c:v>
                </c:pt>
                <c:pt idx="2460">
                  <c:v>9.4390800000000006</c:v>
                </c:pt>
                <c:pt idx="2461">
                  <c:v>9.4363100000000006</c:v>
                </c:pt>
                <c:pt idx="2462">
                  <c:v>9.7911900000000003</c:v>
                </c:pt>
                <c:pt idx="2463">
                  <c:v>10.1212</c:v>
                </c:pt>
                <c:pt idx="2464">
                  <c:v>9.3163699999999992</c:v>
                </c:pt>
                <c:pt idx="2465">
                  <c:v>10.055300000000001</c:v>
                </c:pt>
                <c:pt idx="2466">
                  <c:v>9.5769000000000002</c:v>
                </c:pt>
                <c:pt idx="2467">
                  <c:v>9.6893999999999991</c:v>
                </c:pt>
                <c:pt idx="2468">
                  <c:v>9.9105000000000008</c:v>
                </c:pt>
                <c:pt idx="2469">
                  <c:v>9.7886399999999991</c:v>
                </c:pt>
                <c:pt idx="2470">
                  <c:v>10.360200000000001</c:v>
                </c:pt>
                <c:pt idx="2471">
                  <c:v>10.2859</c:v>
                </c:pt>
                <c:pt idx="2472">
                  <c:v>10.330399999999999</c:v>
                </c:pt>
                <c:pt idx="2473">
                  <c:v>9.5900200000000009</c:v>
                </c:pt>
                <c:pt idx="2474">
                  <c:v>9.9430300000000003</c:v>
                </c:pt>
                <c:pt idx="2475">
                  <c:v>9.4949499999999993</c:v>
                </c:pt>
                <c:pt idx="2476">
                  <c:v>9.7325499999999998</c:v>
                </c:pt>
                <c:pt idx="2477">
                  <c:v>9.0166699999999995</c:v>
                </c:pt>
                <c:pt idx="2478">
                  <c:v>9.3601600000000005</c:v>
                </c:pt>
                <c:pt idx="2479">
                  <c:v>9.3843599999999991</c:v>
                </c:pt>
                <c:pt idx="2480">
                  <c:v>9.2193400000000008</c:v>
                </c:pt>
                <c:pt idx="2481">
                  <c:v>9.1796199999999999</c:v>
                </c:pt>
                <c:pt idx="2482">
                  <c:v>9.8599800000000002</c:v>
                </c:pt>
                <c:pt idx="2483">
                  <c:v>10.291499999999999</c:v>
                </c:pt>
                <c:pt idx="2484">
                  <c:v>9.92652</c:v>
                </c:pt>
                <c:pt idx="2485">
                  <c:v>9.7381499999999992</c:v>
                </c:pt>
                <c:pt idx="2486">
                  <c:v>8.7697299999999991</c:v>
                </c:pt>
                <c:pt idx="2487">
                  <c:v>9.2773000000000003</c:v>
                </c:pt>
                <c:pt idx="2488">
                  <c:v>9.4324600000000007</c:v>
                </c:pt>
                <c:pt idx="2489">
                  <c:v>11.068300000000001</c:v>
                </c:pt>
                <c:pt idx="2490">
                  <c:v>9.3268699999999995</c:v>
                </c:pt>
                <c:pt idx="2491">
                  <c:v>9.4193599999999993</c:v>
                </c:pt>
                <c:pt idx="2492">
                  <c:v>10.5283</c:v>
                </c:pt>
                <c:pt idx="2493">
                  <c:v>10.129799999999999</c:v>
                </c:pt>
                <c:pt idx="2494">
                  <c:v>9.8808900000000008</c:v>
                </c:pt>
                <c:pt idx="2495">
                  <c:v>7.8459399999999997</c:v>
                </c:pt>
                <c:pt idx="2496">
                  <c:v>8.7096400000000003</c:v>
                </c:pt>
                <c:pt idx="2497">
                  <c:v>9.2392099999999999</c:v>
                </c:pt>
                <c:pt idx="2498">
                  <c:v>8.8980499999999996</c:v>
                </c:pt>
                <c:pt idx="2499">
                  <c:v>9.5423100000000005</c:v>
                </c:pt>
                <c:pt idx="2500">
                  <c:v>10.076499999999999</c:v>
                </c:pt>
                <c:pt idx="2501">
                  <c:v>9.47377</c:v>
                </c:pt>
                <c:pt idx="2502">
                  <c:v>9.0396000000000001</c:v>
                </c:pt>
                <c:pt idx="2503">
                  <c:v>10.416399999999999</c:v>
                </c:pt>
                <c:pt idx="2504">
                  <c:v>9.3869000000000007</c:v>
                </c:pt>
                <c:pt idx="2505">
                  <c:v>8.9687800000000006</c:v>
                </c:pt>
                <c:pt idx="2506">
                  <c:v>8.4932599999999994</c:v>
                </c:pt>
                <c:pt idx="2507">
                  <c:v>9.5552799999999998</c:v>
                </c:pt>
                <c:pt idx="2508">
                  <c:v>9.1663399999999999</c:v>
                </c:pt>
                <c:pt idx="2509">
                  <c:v>9.3617000000000008</c:v>
                </c:pt>
                <c:pt idx="2510">
                  <c:v>9.4931400000000004</c:v>
                </c:pt>
                <c:pt idx="2511">
                  <c:v>9.3458900000000007</c:v>
                </c:pt>
                <c:pt idx="2512">
                  <c:v>9.4467999999999996</c:v>
                </c:pt>
                <c:pt idx="2513">
                  <c:v>8.8747100000000003</c:v>
                </c:pt>
                <c:pt idx="2514">
                  <c:v>9.47898</c:v>
                </c:pt>
                <c:pt idx="2515">
                  <c:v>10.030799999999999</c:v>
                </c:pt>
                <c:pt idx="2516">
                  <c:v>10.2805</c:v>
                </c:pt>
                <c:pt idx="2517">
                  <c:v>10.063000000000001</c:v>
                </c:pt>
                <c:pt idx="2518">
                  <c:v>9.9315899999999999</c:v>
                </c:pt>
                <c:pt idx="2519">
                  <c:v>9.8050999999999995</c:v>
                </c:pt>
                <c:pt idx="2520">
                  <c:v>9.7201699999999995</c:v>
                </c:pt>
                <c:pt idx="2521">
                  <c:v>9.9593000000000007</c:v>
                </c:pt>
                <c:pt idx="2522">
                  <c:v>10.237299999999999</c:v>
                </c:pt>
                <c:pt idx="2523">
                  <c:v>9.9054500000000001</c:v>
                </c:pt>
                <c:pt idx="2524">
                  <c:v>9.7469099999999997</c:v>
                </c:pt>
                <c:pt idx="2525">
                  <c:v>9.6594099999999994</c:v>
                </c:pt>
                <c:pt idx="2526">
                  <c:v>10.1045</c:v>
                </c:pt>
                <c:pt idx="2527">
                  <c:v>9.9589700000000008</c:v>
                </c:pt>
                <c:pt idx="2528">
                  <c:v>9.7882300000000004</c:v>
                </c:pt>
                <c:pt idx="2529">
                  <c:v>9.41</c:v>
                </c:pt>
                <c:pt idx="2530">
                  <c:v>9.5121699999999993</c:v>
                </c:pt>
                <c:pt idx="2531">
                  <c:v>9.2182499999999994</c:v>
                </c:pt>
                <c:pt idx="2532">
                  <c:v>9.4063300000000005</c:v>
                </c:pt>
                <c:pt idx="2533">
                  <c:v>9.6333500000000001</c:v>
                </c:pt>
                <c:pt idx="2534">
                  <c:v>9.4754900000000006</c:v>
                </c:pt>
                <c:pt idx="2535">
                  <c:v>9.9551800000000004</c:v>
                </c:pt>
                <c:pt idx="2536">
                  <c:v>9.5698899999999991</c:v>
                </c:pt>
                <c:pt idx="2537">
                  <c:v>9.0442099999999996</c:v>
                </c:pt>
                <c:pt idx="2538">
                  <c:v>9.8135100000000008</c:v>
                </c:pt>
                <c:pt idx="2539">
                  <c:v>9.0070499999999996</c:v>
                </c:pt>
                <c:pt idx="2540">
                  <c:v>8.7963100000000001</c:v>
                </c:pt>
                <c:pt idx="2541">
                  <c:v>9.0270600000000005</c:v>
                </c:pt>
                <c:pt idx="2542">
                  <c:v>9.4151699999999998</c:v>
                </c:pt>
                <c:pt idx="2543">
                  <c:v>9.5389199999999992</c:v>
                </c:pt>
                <c:pt idx="2544">
                  <c:v>9.9651599999999991</c:v>
                </c:pt>
                <c:pt idx="2545">
                  <c:v>9.6635299999999997</c:v>
                </c:pt>
                <c:pt idx="2546">
                  <c:v>9.4721299999999999</c:v>
                </c:pt>
                <c:pt idx="2547">
                  <c:v>9.3842099999999995</c:v>
                </c:pt>
                <c:pt idx="2548">
                  <c:v>9.0430799999999998</c:v>
                </c:pt>
                <c:pt idx="2549">
                  <c:v>9.4049700000000005</c:v>
                </c:pt>
                <c:pt idx="2550">
                  <c:v>9.9674600000000009</c:v>
                </c:pt>
                <c:pt idx="2551">
                  <c:v>9.1619399999999995</c:v>
                </c:pt>
                <c:pt idx="2552">
                  <c:v>9.57193</c:v>
                </c:pt>
                <c:pt idx="2553">
                  <c:v>9.8874700000000004</c:v>
                </c:pt>
                <c:pt idx="2554">
                  <c:v>9.9115199999999994</c:v>
                </c:pt>
                <c:pt idx="2555">
                  <c:v>9.9414499999999997</c:v>
                </c:pt>
                <c:pt idx="2556">
                  <c:v>10.1624</c:v>
                </c:pt>
                <c:pt idx="2557">
                  <c:v>9.7384400000000007</c:v>
                </c:pt>
                <c:pt idx="2558">
                  <c:v>9.6518899999999999</c:v>
                </c:pt>
                <c:pt idx="2559">
                  <c:v>9.3983699999999999</c:v>
                </c:pt>
                <c:pt idx="2560">
                  <c:v>9.3524200000000004</c:v>
                </c:pt>
                <c:pt idx="2561">
                  <c:v>9.24146</c:v>
                </c:pt>
                <c:pt idx="2562">
                  <c:v>9.7796500000000002</c:v>
                </c:pt>
                <c:pt idx="2563">
                  <c:v>10.2475</c:v>
                </c:pt>
                <c:pt idx="2564">
                  <c:v>9.0897199999999998</c:v>
                </c:pt>
                <c:pt idx="2565">
                  <c:v>10.0306</c:v>
                </c:pt>
                <c:pt idx="2566">
                  <c:v>9.8457500000000007</c:v>
                </c:pt>
                <c:pt idx="2567">
                  <c:v>10.0869</c:v>
                </c:pt>
                <c:pt idx="2568">
                  <c:v>9.7362400000000004</c:v>
                </c:pt>
                <c:pt idx="2569">
                  <c:v>9.4841599999999993</c:v>
                </c:pt>
                <c:pt idx="2570">
                  <c:v>9.6013699999999993</c:v>
                </c:pt>
                <c:pt idx="2571">
                  <c:v>9.7927800000000005</c:v>
                </c:pt>
                <c:pt idx="2572">
                  <c:v>9.2544799999999992</c:v>
                </c:pt>
                <c:pt idx="2573">
                  <c:v>10.0274</c:v>
                </c:pt>
                <c:pt idx="2574">
                  <c:v>9.7334700000000005</c:v>
                </c:pt>
                <c:pt idx="2575">
                  <c:v>9.3054100000000002</c:v>
                </c:pt>
                <c:pt idx="2576">
                  <c:v>9.8757300000000008</c:v>
                </c:pt>
                <c:pt idx="2577">
                  <c:v>10.4915</c:v>
                </c:pt>
                <c:pt idx="2578">
                  <c:v>10.2105</c:v>
                </c:pt>
                <c:pt idx="2579">
                  <c:v>9.1780299999999997</c:v>
                </c:pt>
                <c:pt idx="2580">
                  <c:v>9.5625300000000006</c:v>
                </c:pt>
                <c:pt idx="2581">
                  <c:v>10.2936</c:v>
                </c:pt>
                <c:pt idx="2582">
                  <c:v>10.0474</c:v>
                </c:pt>
                <c:pt idx="2583">
                  <c:v>9.2819199999999995</c:v>
                </c:pt>
                <c:pt idx="2584">
                  <c:v>9.7698199999999993</c:v>
                </c:pt>
                <c:pt idx="2585">
                  <c:v>10.0078</c:v>
                </c:pt>
                <c:pt idx="2586">
                  <c:v>9.6874000000000002</c:v>
                </c:pt>
                <c:pt idx="2587">
                  <c:v>9.3328100000000003</c:v>
                </c:pt>
                <c:pt idx="2588">
                  <c:v>8.2639300000000002</c:v>
                </c:pt>
                <c:pt idx="2589">
                  <c:v>9.0595199999999991</c:v>
                </c:pt>
                <c:pt idx="2590">
                  <c:v>9.8342700000000001</c:v>
                </c:pt>
                <c:pt idx="2591">
                  <c:v>9.7510399999999997</c:v>
                </c:pt>
                <c:pt idx="2592">
                  <c:v>10.0649</c:v>
                </c:pt>
                <c:pt idx="2593">
                  <c:v>9.7608700000000006</c:v>
                </c:pt>
                <c:pt idx="2594">
                  <c:v>9.6425000000000001</c:v>
                </c:pt>
                <c:pt idx="2595">
                  <c:v>10.3207</c:v>
                </c:pt>
                <c:pt idx="2596">
                  <c:v>9.3276800000000009</c:v>
                </c:pt>
                <c:pt idx="2597">
                  <c:v>9.8557000000000006</c:v>
                </c:pt>
                <c:pt idx="2598">
                  <c:v>9.3901400000000006</c:v>
                </c:pt>
                <c:pt idx="2599">
                  <c:v>8.9565000000000001</c:v>
                </c:pt>
                <c:pt idx="2600">
                  <c:v>9.1225900000000006</c:v>
                </c:pt>
                <c:pt idx="2601">
                  <c:v>9.0759699999999999</c:v>
                </c:pt>
                <c:pt idx="2602">
                  <c:v>9.7703799999999994</c:v>
                </c:pt>
                <c:pt idx="2603">
                  <c:v>9.8132699999999993</c:v>
                </c:pt>
                <c:pt idx="2604">
                  <c:v>10.7491</c:v>
                </c:pt>
                <c:pt idx="2605">
                  <c:v>9.91371</c:v>
                </c:pt>
                <c:pt idx="2606">
                  <c:v>10.0924</c:v>
                </c:pt>
                <c:pt idx="2607">
                  <c:v>9.4732599999999998</c:v>
                </c:pt>
                <c:pt idx="2608">
                  <c:v>9.2680399999999992</c:v>
                </c:pt>
                <c:pt idx="2609">
                  <c:v>10.1096</c:v>
                </c:pt>
                <c:pt idx="2610">
                  <c:v>8.7855600000000003</c:v>
                </c:pt>
                <c:pt idx="2611">
                  <c:v>8.7667400000000004</c:v>
                </c:pt>
                <c:pt idx="2612">
                  <c:v>8.8759099999999993</c:v>
                </c:pt>
                <c:pt idx="2613">
                  <c:v>10.071300000000001</c:v>
                </c:pt>
                <c:pt idx="2614">
                  <c:v>9.3440300000000001</c:v>
                </c:pt>
                <c:pt idx="2615">
                  <c:v>10.116899999999999</c:v>
                </c:pt>
                <c:pt idx="2616">
                  <c:v>11.882899999999999</c:v>
                </c:pt>
                <c:pt idx="2617">
                  <c:v>10.7921</c:v>
                </c:pt>
                <c:pt idx="2618">
                  <c:v>11.4956</c:v>
                </c:pt>
                <c:pt idx="2619">
                  <c:v>9.0760000000000005</c:v>
                </c:pt>
                <c:pt idx="2620">
                  <c:v>9.9767899999999994</c:v>
                </c:pt>
                <c:pt idx="2621">
                  <c:v>10.369</c:v>
                </c:pt>
                <c:pt idx="2622">
                  <c:v>9.1153300000000002</c:v>
                </c:pt>
                <c:pt idx="2623">
                  <c:v>9.5979500000000009</c:v>
                </c:pt>
                <c:pt idx="2624">
                  <c:v>9.0124300000000002</c:v>
                </c:pt>
                <c:pt idx="2625">
                  <c:v>8.7133599999999998</c:v>
                </c:pt>
                <c:pt idx="2626">
                  <c:v>9.5777999999999999</c:v>
                </c:pt>
                <c:pt idx="2627">
                  <c:v>9.5096500000000006</c:v>
                </c:pt>
                <c:pt idx="2628">
                  <c:v>9.41</c:v>
                </c:pt>
                <c:pt idx="2629">
                  <c:v>9.6775400000000005</c:v>
                </c:pt>
                <c:pt idx="2630">
                  <c:v>10.464700000000001</c:v>
                </c:pt>
                <c:pt idx="2631">
                  <c:v>9.0011100000000006</c:v>
                </c:pt>
                <c:pt idx="2632">
                  <c:v>10.630599999999999</c:v>
                </c:pt>
                <c:pt idx="2633">
                  <c:v>9.4888300000000001</c:v>
                </c:pt>
                <c:pt idx="2634">
                  <c:v>10.0961</c:v>
                </c:pt>
                <c:pt idx="2635">
                  <c:v>9.5471699999999995</c:v>
                </c:pt>
                <c:pt idx="2636">
                  <c:v>9.3825500000000002</c:v>
                </c:pt>
                <c:pt idx="2637">
                  <c:v>9.3029100000000007</c:v>
                </c:pt>
                <c:pt idx="2638">
                  <c:v>9.08568</c:v>
                </c:pt>
                <c:pt idx="2639">
                  <c:v>8.8992500000000003</c:v>
                </c:pt>
                <c:pt idx="2640">
                  <c:v>8.8585200000000004</c:v>
                </c:pt>
                <c:pt idx="2641">
                  <c:v>9.1985899999999994</c:v>
                </c:pt>
                <c:pt idx="2642">
                  <c:v>10.033899999999999</c:v>
                </c:pt>
                <c:pt idx="2643">
                  <c:v>9.2729400000000002</c:v>
                </c:pt>
                <c:pt idx="2644">
                  <c:v>9.1949000000000005</c:v>
                </c:pt>
                <c:pt idx="2645">
                  <c:v>9.4044000000000008</c:v>
                </c:pt>
                <c:pt idx="2646">
                  <c:v>9.6363199999999996</c:v>
                </c:pt>
                <c:pt idx="2647">
                  <c:v>9.6546099999999999</c:v>
                </c:pt>
                <c:pt idx="2648">
                  <c:v>9.5871200000000005</c:v>
                </c:pt>
                <c:pt idx="2649">
                  <c:v>9.3072599999999994</c:v>
                </c:pt>
                <c:pt idx="2650">
                  <c:v>9.2326499999999996</c:v>
                </c:pt>
                <c:pt idx="2651">
                  <c:v>9.4866899999999994</c:v>
                </c:pt>
                <c:pt idx="2652">
                  <c:v>9.7426999999999992</c:v>
                </c:pt>
                <c:pt idx="2653">
                  <c:v>9.6716099999999994</c:v>
                </c:pt>
                <c:pt idx="2654">
                  <c:v>9.5957100000000004</c:v>
                </c:pt>
                <c:pt idx="2655">
                  <c:v>9.8177099999999999</c:v>
                </c:pt>
                <c:pt idx="2656">
                  <c:v>9.8396399999999993</c:v>
                </c:pt>
                <c:pt idx="2657">
                  <c:v>10.085000000000001</c:v>
                </c:pt>
                <c:pt idx="2658">
                  <c:v>9.8863099999999999</c:v>
                </c:pt>
                <c:pt idx="2659">
                  <c:v>9.2870100000000004</c:v>
                </c:pt>
                <c:pt idx="2660">
                  <c:v>10.2347</c:v>
                </c:pt>
                <c:pt idx="2661">
                  <c:v>10.144</c:v>
                </c:pt>
                <c:pt idx="2662">
                  <c:v>9.6422899999999991</c:v>
                </c:pt>
                <c:pt idx="2663">
                  <c:v>9.3904200000000007</c:v>
                </c:pt>
                <c:pt idx="2664">
                  <c:v>9.6571599999999993</c:v>
                </c:pt>
                <c:pt idx="2665">
                  <c:v>10.2629</c:v>
                </c:pt>
                <c:pt idx="2666">
                  <c:v>9.5176599999999993</c:v>
                </c:pt>
                <c:pt idx="2667">
                  <c:v>9.8759800000000002</c:v>
                </c:pt>
                <c:pt idx="2668">
                  <c:v>9.5540199999999995</c:v>
                </c:pt>
                <c:pt idx="2669">
                  <c:v>8.8105100000000007</c:v>
                </c:pt>
                <c:pt idx="2670">
                  <c:v>8.5261800000000001</c:v>
                </c:pt>
                <c:pt idx="2671">
                  <c:v>8.7904599999999995</c:v>
                </c:pt>
                <c:pt idx="2672">
                  <c:v>10.098599999999999</c:v>
                </c:pt>
                <c:pt idx="2673">
                  <c:v>9.6790699999999994</c:v>
                </c:pt>
                <c:pt idx="2674">
                  <c:v>9.4099599999999999</c:v>
                </c:pt>
                <c:pt idx="2675">
                  <c:v>9.8162699999999994</c:v>
                </c:pt>
                <c:pt idx="2676">
                  <c:v>9.3964300000000005</c:v>
                </c:pt>
                <c:pt idx="2677">
                  <c:v>9.6791</c:v>
                </c:pt>
                <c:pt idx="2678">
                  <c:v>10.1104</c:v>
                </c:pt>
                <c:pt idx="2679">
                  <c:v>10.0784</c:v>
                </c:pt>
                <c:pt idx="2680">
                  <c:v>9.8917000000000002</c:v>
                </c:pt>
                <c:pt idx="2681">
                  <c:v>9.1511899999999997</c:v>
                </c:pt>
                <c:pt idx="2682">
                  <c:v>9.3128399999999996</c:v>
                </c:pt>
                <c:pt idx="2683">
                  <c:v>9.5968300000000006</c:v>
                </c:pt>
                <c:pt idx="2684">
                  <c:v>9.0550300000000004</c:v>
                </c:pt>
                <c:pt idx="2685">
                  <c:v>9.1888799999999993</c:v>
                </c:pt>
                <c:pt idx="2686">
                  <c:v>9.4759100000000007</c:v>
                </c:pt>
                <c:pt idx="2687">
                  <c:v>8.91798</c:v>
                </c:pt>
                <c:pt idx="2688">
                  <c:v>9.4677600000000002</c:v>
                </c:pt>
                <c:pt idx="2689">
                  <c:v>9.94726</c:v>
                </c:pt>
                <c:pt idx="2690">
                  <c:v>10.1371</c:v>
                </c:pt>
                <c:pt idx="2691">
                  <c:v>9.5519400000000001</c:v>
                </c:pt>
                <c:pt idx="2692">
                  <c:v>9.7694100000000006</c:v>
                </c:pt>
                <c:pt idx="2693">
                  <c:v>9.3757000000000001</c:v>
                </c:pt>
                <c:pt idx="2694">
                  <c:v>10.2766</c:v>
                </c:pt>
                <c:pt idx="2695">
                  <c:v>10.150399999999999</c:v>
                </c:pt>
                <c:pt idx="2696">
                  <c:v>9.5391600000000007</c:v>
                </c:pt>
                <c:pt idx="2697">
                  <c:v>9.8086300000000008</c:v>
                </c:pt>
                <c:pt idx="2698">
                  <c:v>10.996499999999999</c:v>
                </c:pt>
                <c:pt idx="2699">
                  <c:v>10.1922</c:v>
                </c:pt>
                <c:pt idx="2700">
                  <c:v>9.5101899999999997</c:v>
                </c:pt>
                <c:pt idx="2701">
                  <c:v>9.3528900000000004</c:v>
                </c:pt>
                <c:pt idx="2702">
                  <c:v>9.4109599999999993</c:v>
                </c:pt>
                <c:pt idx="2703">
                  <c:v>9.9500200000000003</c:v>
                </c:pt>
                <c:pt idx="2704">
                  <c:v>9.9647299999999994</c:v>
                </c:pt>
                <c:pt idx="2705">
                  <c:v>10.004200000000001</c:v>
                </c:pt>
                <c:pt idx="2706">
                  <c:v>9.4788300000000003</c:v>
                </c:pt>
                <c:pt idx="2707">
                  <c:v>9.9061699999999995</c:v>
                </c:pt>
                <c:pt idx="2708">
                  <c:v>9.5811600000000006</c:v>
                </c:pt>
                <c:pt idx="2709">
                  <c:v>9.5884599999999995</c:v>
                </c:pt>
                <c:pt idx="2710">
                  <c:v>10.0845</c:v>
                </c:pt>
                <c:pt idx="2711">
                  <c:v>10.212400000000001</c:v>
                </c:pt>
                <c:pt idx="2712">
                  <c:v>10.0099</c:v>
                </c:pt>
                <c:pt idx="2713">
                  <c:v>10.0823</c:v>
                </c:pt>
                <c:pt idx="2714">
                  <c:v>9.2265300000000003</c:v>
                </c:pt>
                <c:pt idx="2715">
                  <c:v>9.8759599999999992</c:v>
                </c:pt>
                <c:pt idx="2716">
                  <c:v>9.1342999999999996</c:v>
                </c:pt>
                <c:pt idx="2717">
                  <c:v>9.5372000000000003</c:v>
                </c:pt>
                <c:pt idx="2718">
                  <c:v>9.1828199999999995</c:v>
                </c:pt>
                <c:pt idx="2719">
                  <c:v>9.9523700000000002</c:v>
                </c:pt>
                <c:pt idx="2720">
                  <c:v>9.8256899999999998</c:v>
                </c:pt>
                <c:pt idx="2721">
                  <c:v>9.6659000000000006</c:v>
                </c:pt>
                <c:pt idx="2722">
                  <c:v>9.1864899999999992</c:v>
                </c:pt>
                <c:pt idx="2723">
                  <c:v>9.9902599999999993</c:v>
                </c:pt>
                <c:pt idx="2724">
                  <c:v>9.7758699999999994</c:v>
                </c:pt>
                <c:pt idx="2725">
                  <c:v>9.3710699999999996</c:v>
                </c:pt>
                <c:pt idx="2726">
                  <c:v>8.8002599999999997</c:v>
                </c:pt>
                <c:pt idx="2727">
                  <c:v>9.6742000000000008</c:v>
                </c:pt>
                <c:pt idx="2728">
                  <c:v>9.3443699999999996</c:v>
                </c:pt>
                <c:pt idx="2729">
                  <c:v>9.7372899999999998</c:v>
                </c:pt>
                <c:pt idx="2730">
                  <c:v>9.8796300000000006</c:v>
                </c:pt>
                <c:pt idx="2731">
                  <c:v>9.9296699999999998</c:v>
                </c:pt>
                <c:pt idx="2732">
                  <c:v>9.84971</c:v>
                </c:pt>
                <c:pt idx="2733">
                  <c:v>9.6620000000000008</c:v>
                </c:pt>
                <c:pt idx="2734">
                  <c:v>9.8343900000000009</c:v>
                </c:pt>
                <c:pt idx="2735">
                  <c:v>10.515599999999999</c:v>
                </c:pt>
                <c:pt idx="2736">
                  <c:v>9.8716600000000003</c:v>
                </c:pt>
                <c:pt idx="2737">
                  <c:v>9.2754700000000003</c:v>
                </c:pt>
                <c:pt idx="2738">
                  <c:v>9.9070499999999999</c:v>
                </c:pt>
                <c:pt idx="2739">
                  <c:v>9.6137099999999993</c:v>
                </c:pt>
                <c:pt idx="2740">
                  <c:v>10.2418</c:v>
                </c:pt>
                <c:pt idx="2741">
                  <c:v>9.6244099999999992</c:v>
                </c:pt>
                <c:pt idx="2742">
                  <c:v>8.9137799999999991</c:v>
                </c:pt>
                <c:pt idx="2743">
                  <c:v>9.5524799999999992</c:v>
                </c:pt>
                <c:pt idx="2744">
                  <c:v>10.315</c:v>
                </c:pt>
                <c:pt idx="2745">
                  <c:v>9.4948700000000006</c:v>
                </c:pt>
                <c:pt idx="2746">
                  <c:v>9.9210799999999999</c:v>
                </c:pt>
                <c:pt idx="2747">
                  <c:v>8.8673099999999998</c:v>
                </c:pt>
                <c:pt idx="2748">
                  <c:v>8.2913999999999994</c:v>
                </c:pt>
                <c:pt idx="2749">
                  <c:v>8.3205799999999996</c:v>
                </c:pt>
                <c:pt idx="2750">
                  <c:v>10.281499999999999</c:v>
                </c:pt>
                <c:pt idx="2751">
                  <c:v>9.5960400000000003</c:v>
                </c:pt>
                <c:pt idx="2752">
                  <c:v>9.1963899999999992</c:v>
                </c:pt>
                <c:pt idx="2753">
                  <c:v>9.39208</c:v>
                </c:pt>
                <c:pt idx="2754">
                  <c:v>9.9099799999999991</c:v>
                </c:pt>
                <c:pt idx="2755">
                  <c:v>9.8172700000000006</c:v>
                </c:pt>
                <c:pt idx="2756">
                  <c:v>9.5230800000000002</c:v>
                </c:pt>
                <c:pt idx="2757">
                  <c:v>9.5833999999999993</c:v>
                </c:pt>
                <c:pt idx="2758">
                  <c:v>9.6941600000000001</c:v>
                </c:pt>
                <c:pt idx="2759">
                  <c:v>10.428599999999999</c:v>
                </c:pt>
                <c:pt idx="2760">
                  <c:v>9.8510899999999992</c:v>
                </c:pt>
                <c:pt idx="2761">
                  <c:v>9.7029200000000007</c:v>
                </c:pt>
                <c:pt idx="2762">
                  <c:v>9.4266799999999993</c:v>
                </c:pt>
                <c:pt idx="2763">
                  <c:v>9.6811299999999996</c:v>
                </c:pt>
                <c:pt idx="2764">
                  <c:v>9.1397700000000004</c:v>
                </c:pt>
                <c:pt idx="2765">
                  <c:v>8.9157700000000002</c:v>
                </c:pt>
                <c:pt idx="2766">
                  <c:v>8.95078</c:v>
                </c:pt>
                <c:pt idx="2767">
                  <c:v>9.5658700000000003</c:v>
                </c:pt>
                <c:pt idx="2768">
                  <c:v>10.262499999999999</c:v>
                </c:pt>
                <c:pt idx="2769">
                  <c:v>9.2627799999999993</c:v>
                </c:pt>
                <c:pt idx="2770">
                  <c:v>9.2505500000000005</c:v>
                </c:pt>
                <c:pt idx="2771">
                  <c:v>10.5128</c:v>
                </c:pt>
                <c:pt idx="2772">
                  <c:v>9.3703699999999994</c:v>
                </c:pt>
                <c:pt idx="2773">
                  <c:v>9.8093900000000005</c:v>
                </c:pt>
                <c:pt idx="2774">
                  <c:v>10.066599999999999</c:v>
                </c:pt>
                <c:pt idx="2775">
                  <c:v>9.0367599999999992</c:v>
                </c:pt>
                <c:pt idx="2776">
                  <c:v>9.2195400000000003</c:v>
                </c:pt>
                <c:pt idx="2777">
                  <c:v>9.8872800000000005</c:v>
                </c:pt>
                <c:pt idx="2778">
                  <c:v>9.2943899999999999</c:v>
                </c:pt>
                <c:pt idx="2779">
                  <c:v>9.9875299999999996</c:v>
                </c:pt>
                <c:pt idx="2780">
                  <c:v>9.9112200000000001</c:v>
                </c:pt>
                <c:pt idx="2781">
                  <c:v>9.2543699999999998</c:v>
                </c:pt>
                <c:pt idx="2782">
                  <c:v>8.7963699999999996</c:v>
                </c:pt>
                <c:pt idx="2783">
                  <c:v>9.2854600000000005</c:v>
                </c:pt>
                <c:pt idx="2784">
                  <c:v>9.0535200000000007</c:v>
                </c:pt>
                <c:pt idx="2785">
                  <c:v>9.0012799999999995</c:v>
                </c:pt>
                <c:pt idx="2786">
                  <c:v>8.8526799999999994</c:v>
                </c:pt>
                <c:pt idx="2787">
                  <c:v>9.4833700000000007</c:v>
                </c:pt>
                <c:pt idx="2788">
                  <c:v>10.3109</c:v>
                </c:pt>
                <c:pt idx="2789">
                  <c:v>10.061199999999999</c:v>
                </c:pt>
                <c:pt idx="2790">
                  <c:v>9.4025599999999994</c:v>
                </c:pt>
                <c:pt idx="2791">
                  <c:v>8.8630899999999997</c:v>
                </c:pt>
                <c:pt idx="2792">
                  <c:v>8.8038299999999996</c:v>
                </c:pt>
                <c:pt idx="2793">
                  <c:v>9.2935300000000005</c:v>
                </c:pt>
                <c:pt idx="2794">
                  <c:v>9.5643399999999996</c:v>
                </c:pt>
                <c:pt idx="2795">
                  <c:v>9.4676500000000008</c:v>
                </c:pt>
                <c:pt idx="2796">
                  <c:v>10.082100000000001</c:v>
                </c:pt>
                <c:pt idx="2797">
                  <c:v>9.98048</c:v>
                </c:pt>
                <c:pt idx="2798">
                  <c:v>8.8572199999999999</c:v>
                </c:pt>
                <c:pt idx="2799">
                  <c:v>9.5984400000000001</c:v>
                </c:pt>
                <c:pt idx="2800">
                  <c:v>9.6807300000000005</c:v>
                </c:pt>
                <c:pt idx="2801">
                  <c:v>10.0397</c:v>
                </c:pt>
                <c:pt idx="2802">
                  <c:v>11.7682</c:v>
                </c:pt>
                <c:pt idx="2803">
                  <c:v>10.4489</c:v>
                </c:pt>
                <c:pt idx="2804">
                  <c:v>9.52224</c:v>
                </c:pt>
                <c:pt idx="2805">
                  <c:v>9.0066000000000006</c:v>
                </c:pt>
                <c:pt idx="2806">
                  <c:v>9.2750900000000005</c:v>
                </c:pt>
                <c:pt idx="2807">
                  <c:v>9.94679</c:v>
                </c:pt>
                <c:pt idx="2808">
                  <c:v>8.8959600000000005</c:v>
                </c:pt>
                <c:pt idx="2809">
                  <c:v>9.6472700000000007</c:v>
                </c:pt>
                <c:pt idx="2810">
                  <c:v>9.5838599999999996</c:v>
                </c:pt>
                <c:pt idx="2811">
                  <c:v>9.1216899999999992</c:v>
                </c:pt>
                <c:pt idx="2812">
                  <c:v>10.102</c:v>
                </c:pt>
                <c:pt idx="2813">
                  <c:v>9.4991500000000002</c:v>
                </c:pt>
                <c:pt idx="2814">
                  <c:v>9.6345600000000005</c:v>
                </c:pt>
                <c:pt idx="2815">
                  <c:v>9.8112899999999996</c:v>
                </c:pt>
                <c:pt idx="2816">
                  <c:v>10.414199999999999</c:v>
                </c:pt>
                <c:pt idx="2817">
                  <c:v>10.505599999999999</c:v>
                </c:pt>
                <c:pt idx="2818">
                  <c:v>9.7238600000000002</c:v>
                </c:pt>
                <c:pt idx="2819">
                  <c:v>9.2194900000000004</c:v>
                </c:pt>
                <c:pt idx="2820">
                  <c:v>9.0818700000000003</c:v>
                </c:pt>
                <c:pt idx="2821">
                  <c:v>9.1880000000000006</c:v>
                </c:pt>
                <c:pt idx="2822">
                  <c:v>9.8957999999999995</c:v>
                </c:pt>
                <c:pt idx="2823">
                  <c:v>10.0488</c:v>
                </c:pt>
                <c:pt idx="2824">
                  <c:v>10.257400000000001</c:v>
                </c:pt>
                <c:pt idx="2825">
                  <c:v>9.8428000000000004</c:v>
                </c:pt>
                <c:pt idx="2826">
                  <c:v>10.0563</c:v>
                </c:pt>
                <c:pt idx="2827">
                  <c:v>10.3795</c:v>
                </c:pt>
                <c:pt idx="2828">
                  <c:v>8.8250100000000007</c:v>
                </c:pt>
                <c:pt idx="2829">
                  <c:v>9.2753300000000003</c:v>
                </c:pt>
                <c:pt idx="2830">
                  <c:v>9.3099299999999996</c:v>
                </c:pt>
                <c:pt idx="2831">
                  <c:v>9.4249600000000004</c:v>
                </c:pt>
                <c:pt idx="2832">
                  <c:v>9.2096699999999991</c:v>
                </c:pt>
                <c:pt idx="2833">
                  <c:v>10.1737</c:v>
                </c:pt>
                <c:pt idx="2834">
                  <c:v>9.7537099999999999</c:v>
                </c:pt>
                <c:pt idx="2835">
                  <c:v>9.5149500000000007</c:v>
                </c:pt>
                <c:pt idx="2836">
                  <c:v>9.3530200000000008</c:v>
                </c:pt>
                <c:pt idx="2837">
                  <c:v>9.4577100000000005</c:v>
                </c:pt>
                <c:pt idx="2838">
                  <c:v>9.6347400000000007</c:v>
                </c:pt>
                <c:pt idx="2839">
                  <c:v>9.5272699999999997</c:v>
                </c:pt>
                <c:pt idx="2840">
                  <c:v>9.5702400000000001</c:v>
                </c:pt>
                <c:pt idx="2841">
                  <c:v>9.6995799999999992</c:v>
                </c:pt>
                <c:pt idx="2842">
                  <c:v>9.4218899999999994</c:v>
                </c:pt>
                <c:pt idx="2843">
                  <c:v>9.4686500000000002</c:v>
                </c:pt>
                <c:pt idx="2844">
                  <c:v>9.2143200000000007</c:v>
                </c:pt>
                <c:pt idx="2845">
                  <c:v>8.8971499999999999</c:v>
                </c:pt>
                <c:pt idx="2846">
                  <c:v>8.6106099999999994</c:v>
                </c:pt>
                <c:pt idx="2847">
                  <c:v>9.2969100000000005</c:v>
                </c:pt>
                <c:pt idx="2848">
                  <c:v>10.031000000000001</c:v>
                </c:pt>
                <c:pt idx="2849">
                  <c:v>9.9018800000000002</c:v>
                </c:pt>
                <c:pt idx="2850">
                  <c:v>9.4381199999999996</c:v>
                </c:pt>
                <c:pt idx="2851">
                  <c:v>8.9186499999999995</c:v>
                </c:pt>
                <c:pt idx="2852">
                  <c:v>8.9048400000000001</c:v>
                </c:pt>
                <c:pt idx="2853">
                  <c:v>10.043799999999999</c:v>
                </c:pt>
                <c:pt idx="2854">
                  <c:v>9.3292199999999994</c:v>
                </c:pt>
                <c:pt idx="2855">
                  <c:v>9.6371900000000004</c:v>
                </c:pt>
                <c:pt idx="2856">
                  <c:v>9.0320300000000007</c:v>
                </c:pt>
                <c:pt idx="2857">
                  <c:v>10.3385</c:v>
                </c:pt>
                <c:pt idx="2858">
                  <c:v>9.9235600000000002</c:v>
                </c:pt>
                <c:pt idx="2859">
                  <c:v>9.0045699999999993</c:v>
                </c:pt>
                <c:pt idx="2860">
                  <c:v>9.0738400000000006</c:v>
                </c:pt>
                <c:pt idx="2861">
                  <c:v>9.8467500000000001</c:v>
                </c:pt>
                <c:pt idx="2862">
                  <c:v>9.4180899999999994</c:v>
                </c:pt>
                <c:pt idx="2863">
                  <c:v>9.2439699999999991</c:v>
                </c:pt>
                <c:pt idx="2864">
                  <c:v>9.8862799999999993</c:v>
                </c:pt>
                <c:pt idx="2865">
                  <c:v>9.6640899999999998</c:v>
                </c:pt>
                <c:pt idx="2866">
                  <c:v>9.3191500000000005</c:v>
                </c:pt>
                <c:pt idx="2867">
                  <c:v>9.9344000000000001</c:v>
                </c:pt>
                <c:pt idx="2868">
                  <c:v>10.095700000000001</c:v>
                </c:pt>
                <c:pt idx="2869">
                  <c:v>10.178100000000001</c:v>
                </c:pt>
                <c:pt idx="2870">
                  <c:v>9.6251999999999995</c:v>
                </c:pt>
                <c:pt idx="2871">
                  <c:v>8.6167300000000004</c:v>
                </c:pt>
                <c:pt idx="2872">
                  <c:v>7.7498199999999997</c:v>
                </c:pt>
                <c:pt idx="2873">
                  <c:v>9.3095999999999997</c:v>
                </c:pt>
                <c:pt idx="2874">
                  <c:v>10.944100000000001</c:v>
                </c:pt>
                <c:pt idx="2875">
                  <c:v>10.4391</c:v>
                </c:pt>
                <c:pt idx="2876">
                  <c:v>8.1299799999999998</c:v>
                </c:pt>
                <c:pt idx="2877">
                  <c:v>8.9771300000000007</c:v>
                </c:pt>
                <c:pt idx="2878">
                  <c:v>9.5022699999999993</c:v>
                </c:pt>
                <c:pt idx="2879">
                  <c:v>9.9256600000000006</c:v>
                </c:pt>
                <c:pt idx="2880">
                  <c:v>10.186999999999999</c:v>
                </c:pt>
                <c:pt idx="2881">
                  <c:v>9.5343999999999998</c:v>
                </c:pt>
                <c:pt idx="2882">
                  <c:v>9.3076600000000003</c:v>
                </c:pt>
                <c:pt idx="2883">
                  <c:v>9.2627199999999998</c:v>
                </c:pt>
                <c:pt idx="2884">
                  <c:v>9.4235500000000005</c:v>
                </c:pt>
                <c:pt idx="2885">
                  <c:v>9.6438799999999993</c:v>
                </c:pt>
                <c:pt idx="2886">
                  <c:v>10.1922</c:v>
                </c:pt>
                <c:pt idx="2887">
                  <c:v>9.5748899999999999</c:v>
                </c:pt>
                <c:pt idx="2888">
                  <c:v>9.1976499999999994</c:v>
                </c:pt>
                <c:pt idx="2889">
                  <c:v>9.4451099999999997</c:v>
                </c:pt>
                <c:pt idx="2890">
                  <c:v>9.0604800000000001</c:v>
                </c:pt>
                <c:pt idx="2891">
                  <c:v>9.0160599999999995</c:v>
                </c:pt>
                <c:pt idx="2892">
                  <c:v>8.8876200000000001</c:v>
                </c:pt>
                <c:pt idx="2893">
                  <c:v>9.9025099999999995</c:v>
                </c:pt>
                <c:pt idx="2894">
                  <c:v>9.8260500000000004</c:v>
                </c:pt>
                <c:pt idx="2895">
                  <c:v>9.9525600000000001</c:v>
                </c:pt>
                <c:pt idx="2896">
                  <c:v>10.297499999999999</c:v>
                </c:pt>
                <c:pt idx="2897">
                  <c:v>9.8070500000000003</c:v>
                </c:pt>
                <c:pt idx="2898">
                  <c:v>10.068199999999999</c:v>
                </c:pt>
                <c:pt idx="2899">
                  <c:v>9.5457199999999993</c:v>
                </c:pt>
                <c:pt idx="2900">
                  <c:v>9.6769700000000007</c:v>
                </c:pt>
                <c:pt idx="2901">
                  <c:v>9.2392500000000002</c:v>
                </c:pt>
                <c:pt idx="2902">
                  <c:v>9.5502300000000009</c:v>
                </c:pt>
                <c:pt idx="2903">
                  <c:v>10.0863</c:v>
                </c:pt>
                <c:pt idx="2904">
                  <c:v>9.0594800000000006</c:v>
                </c:pt>
                <c:pt idx="2905">
                  <c:v>9.7974099999999993</c:v>
                </c:pt>
                <c:pt idx="2906">
                  <c:v>9.4680999999999997</c:v>
                </c:pt>
                <c:pt idx="2907">
                  <c:v>9.7509499999999996</c:v>
                </c:pt>
                <c:pt idx="2908">
                  <c:v>9.4487199999999998</c:v>
                </c:pt>
                <c:pt idx="2909">
                  <c:v>10.0709</c:v>
                </c:pt>
                <c:pt idx="2910">
                  <c:v>9.67469</c:v>
                </c:pt>
                <c:pt idx="2911">
                  <c:v>9.2041299999999993</c:v>
                </c:pt>
                <c:pt idx="2912">
                  <c:v>9.0516699999999997</c:v>
                </c:pt>
                <c:pt idx="2913">
                  <c:v>10.1151</c:v>
                </c:pt>
                <c:pt idx="2914">
                  <c:v>10.154199999999999</c:v>
                </c:pt>
                <c:pt idx="2915">
                  <c:v>10.9481</c:v>
                </c:pt>
                <c:pt idx="2916">
                  <c:v>9.8714200000000005</c:v>
                </c:pt>
                <c:pt idx="2917">
                  <c:v>10.7235</c:v>
                </c:pt>
                <c:pt idx="2918">
                  <c:v>9.4847300000000008</c:v>
                </c:pt>
                <c:pt idx="2919">
                  <c:v>9.3306400000000007</c:v>
                </c:pt>
                <c:pt idx="2920">
                  <c:v>9.5927399999999992</c:v>
                </c:pt>
                <c:pt idx="2921">
                  <c:v>10.454800000000001</c:v>
                </c:pt>
                <c:pt idx="2922">
                  <c:v>10.598599999999999</c:v>
                </c:pt>
                <c:pt idx="2923">
                  <c:v>9.2261900000000008</c:v>
                </c:pt>
                <c:pt idx="2924">
                  <c:v>10.353300000000001</c:v>
                </c:pt>
                <c:pt idx="2925">
                  <c:v>9.46204</c:v>
                </c:pt>
                <c:pt idx="2926">
                  <c:v>10.040100000000001</c:v>
                </c:pt>
                <c:pt idx="2927">
                  <c:v>9.2613699999999994</c:v>
                </c:pt>
                <c:pt idx="2928">
                  <c:v>8.5047499999999996</c:v>
                </c:pt>
                <c:pt idx="2929">
                  <c:v>10.336399999999999</c:v>
                </c:pt>
                <c:pt idx="2930">
                  <c:v>9.4156899999999997</c:v>
                </c:pt>
                <c:pt idx="2931">
                  <c:v>9.6633099999999992</c:v>
                </c:pt>
                <c:pt idx="2932">
                  <c:v>9.9903700000000004</c:v>
                </c:pt>
                <c:pt idx="2933">
                  <c:v>9.4677799999999994</c:v>
                </c:pt>
                <c:pt idx="2934">
                  <c:v>9.3735800000000005</c:v>
                </c:pt>
                <c:pt idx="2935">
                  <c:v>10.710100000000001</c:v>
                </c:pt>
                <c:pt idx="2936">
                  <c:v>9.5989100000000001</c:v>
                </c:pt>
                <c:pt idx="2937">
                  <c:v>10.3055</c:v>
                </c:pt>
                <c:pt idx="2938">
                  <c:v>10.161199999999999</c:v>
                </c:pt>
                <c:pt idx="2939">
                  <c:v>10.414400000000001</c:v>
                </c:pt>
                <c:pt idx="2940">
                  <c:v>10.0352</c:v>
                </c:pt>
                <c:pt idx="2941">
                  <c:v>9.9884699999999995</c:v>
                </c:pt>
                <c:pt idx="2942">
                  <c:v>9.8616700000000002</c:v>
                </c:pt>
                <c:pt idx="2943">
                  <c:v>10.219799999999999</c:v>
                </c:pt>
                <c:pt idx="2944">
                  <c:v>9.7517099999999992</c:v>
                </c:pt>
                <c:pt idx="2945">
                  <c:v>9.7235300000000002</c:v>
                </c:pt>
                <c:pt idx="2946">
                  <c:v>9.7864799999999992</c:v>
                </c:pt>
                <c:pt idx="2947">
                  <c:v>9.8350299999999997</c:v>
                </c:pt>
                <c:pt idx="2948">
                  <c:v>9.5447699999999998</c:v>
                </c:pt>
                <c:pt idx="2949">
                  <c:v>9.9962999999999997</c:v>
                </c:pt>
                <c:pt idx="2950">
                  <c:v>10.3263</c:v>
                </c:pt>
                <c:pt idx="2951">
                  <c:v>10.257300000000001</c:v>
                </c:pt>
                <c:pt idx="2952">
                  <c:v>10.325900000000001</c:v>
                </c:pt>
                <c:pt idx="2953">
                  <c:v>9.4938699999999994</c:v>
                </c:pt>
                <c:pt idx="2954">
                  <c:v>9.6260999999999992</c:v>
                </c:pt>
                <c:pt idx="2955">
                  <c:v>9.7118199999999995</c:v>
                </c:pt>
                <c:pt idx="2956">
                  <c:v>9.9607399999999995</c:v>
                </c:pt>
                <c:pt idx="2957">
                  <c:v>9.6233199999999997</c:v>
                </c:pt>
                <c:pt idx="2958">
                  <c:v>9.0404</c:v>
                </c:pt>
                <c:pt idx="2959">
                  <c:v>9.5894499999999994</c:v>
                </c:pt>
                <c:pt idx="2960">
                  <c:v>9.6103199999999998</c:v>
                </c:pt>
                <c:pt idx="2961">
                  <c:v>9.9484999999999992</c:v>
                </c:pt>
                <c:pt idx="2962">
                  <c:v>10.0114</c:v>
                </c:pt>
                <c:pt idx="2963">
                  <c:v>9.4733800000000006</c:v>
                </c:pt>
                <c:pt idx="2964">
                  <c:v>9.5652000000000008</c:v>
                </c:pt>
                <c:pt idx="2965">
                  <c:v>9.3372200000000003</c:v>
                </c:pt>
                <c:pt idx="2966">
                  <c:v>9.7673699999999997</c:v>
                </c:pt>
                <c:pt idx="2967">
                  <c:v>9.2048199999999998</c:v>
                </c:pt>
                <c:pt idx="2968">
                  <c:v>9.5265599999999999</c:v>
                </c:pt>
                <c:pt idx="2969">
                  <c:v>8.9494699999999998</c:v>
                </c:pt>
                <c:pt idx="2970">
                  <c:v>9.7663100000000007</c:v>
                </c:pt>
                <c:pt idx="2971">
                  <c:v>9.7788400000000006</c:v>
                </c:pt>
                <c:pt idx="2972">
                  <c:v>9.1956100000000003</c:v>
                </c:pt>
                <c:pt idx="2973">
                  <c:v>9.4684899999999992</c:v>
                </c:pt>
                <c:pt idx="2974">
                  <c:v>9.4644399999999997</c:v>
                </c:pt>
                <c:pt idx="2975">
                  <c:v>10.1038</c:v>
                </c:pt>
                <c:pt idx="2976">
                  <c:v>9.9314499999999999</c:v>
                </c:pt>
                <c:pt idx="2977">
                  <c:v>9.2124900000000007</c:v>
                </c:pt>
                <c:pt idx="2978">
                  <c:v>9.5823699999999992</c:v>
                </c:pt>
                <c:pt idx="2979">
                  <c:v>9.7958700000000007</c:v>
                </c:pt>
                <c:pt idx="2980">
                  <c:v>9.6307200000000002</c:v>
                </c:pt>
                <c:pt idx="2981">
                  <c:v>9.7254400000000008</c:v>
                </c:pt>
                <c:pt idx="2982">
                  <c:v>9.5602999999999998</c:v>
                </c:pt>
                <c:pt idx="2983">
                  <c:v>9.3295200000000005</c:v>
                </c:pt>
                <c:pt idx="2984">
                  <c:v>9.3955699999999993</c:v>
                </c:pt>
                <c:pt idx="2985">
                  <c:v>8.86524</c:v>
                </c:pt>
                <c:pt idx="2986">
                  <c:v>8.6853700000000007</c:v>
                </c:pt>
                <c:pt idx="2987">
                  <c:v>8.9179099999999991</c:v>
                </c:pt>
                <c:pt idx="2988">
                  <c:v>9.2753300000000003</c:v>
                </c:pt>
                <c:pt idx="2989">
                  <c:v>9.3244799999999994</c:v>
                </c:pt>
                <c:pt idx="2990">
                  <c:v>9.7768300000000004</c:v>
                </c:pt>
                <c:pt idx="2991">
                  <c:v>9.6740200000000005</c:v>
                </c:pt>
                <c:pt idx="2992">
                  <c:v>10.0861</c:v>
                </c:pt>
                <c:pt idx="2993">
                  <c:v>10.1563</c:v>
                </c:pt>
                <c:pt idx="2994">
                  <c:v>9.5338700000000003</c:v>
                </c:pt>
                <c:pt idx="2995">
                  <c:v>9.4575999999999993</c:v>
                </c:pt>
                <c:pt idx="2996">
                  <c:v>9.4897899999999993</c:v>
                </c:pt>
                <c:pt idx="2997">
                  <c:v>10.2659</c:v>
                </c:pt>
                <c:pt idx="2998">
                  <c:v>9.2161100000000005</c:v>
                </c:pt>
                <c:pt idx="2999">
                  <c:v>9.8191699999999997</c:v>
                </c:pt>
                <c:pt idx="3000">
                  <c:v>9.4375699999999991</c:v>
                </c:pt>
                <c:pt idx="3001">
                  <c:v>9.8466900000000006</c:v>
                </c:pt>
                <c:pt idx="3002">
                  <c:v>9.3665299999999991</c:v>
                </c:pt>
                <c:pt idx="3003">
                  <c:v>9.5819600000000005</c:v>
                </c:pt>
                <c:pt idx="3004">
                  <c:v>9.4487500000000004</c:v>
                </c:pt>
                <c:pt idx="3005">
                  <c:v>9.2656200000000002</c:v>
                </c:pt>
                <c:pt idx="3006">
                  <c:v>10.679500000000001</c:v>
                </c:pt>
                <c:pt idx="3007">
                  <c:v>9.4328099999999999</c:v>
                </c:pt>
                <c:pt idx="3008">
                  <c:v>9.3398800000000008</c:v>
                </c:pt>
                <c:pt idx="3009">
                  <c:v>8.8551000000000002</c:v>
                </c:pt>
                <c:pt idx="3010">
                  <c:v>9.8595799999999993</c:v>
                </c:pt>
                <c:pt idx="3011">
                  <c:v>8.8877400000000009</c:v>
                </c:pt>
                <c:pt idx="3012">
                  <c:v>9.8730100000000007</c:v>
                </c:pt>
                <c:pt idx="3013">
                  <c:v>9.4404699999999995</c:v>
                </c:pt>
                <c:pt idx="3014">
                  <c:v>9.2931299999999997</c:v>
                </c:pt>
                <c:pt idx="3015">
                  <c:v>9.8257700000000003</c:v>
                </c:pt>
                <c:pt idx="3016">
                  <c:v>9.9993599999999994</c:v>
                </c:pt>
                <c:pt idx="3017">
                  <c:v>10.2944</c:v>
                </c:pt>
                <c:pt idx="3018">
                  <c:v>9.2428500000000007</c:v>
                </c:pt>
                <c:pt idx="3019">
                  <c:v>9.0287900000000008</c:v>
                </c:pt>
                <c:pt idx="3020">
                  <c:v>9.4928500000000007</c:v>
                </c:pt>
                <c:pt idx="3021">
                  <c:v>9.0787200000000006</c:v>
                </c:pt>
                <c:pt idx="3022">
                  <c:v>9.9083400000000008</c:v>
                </c:pt>
                <c:pt idx="3023">
                  <c:v>9.4777799999999992</c:v>
                </c:pt>
                <c:pt idx="3024">
                  <c:v>9.0720799999999997</c:v>
                </c:pt>
                <c:pt idx="3025">
                  <c:v>9.6720500000000005</c:v>
                </c:pt>
                <c:pt idx="3026">
                  <c:v>9.6440900000000003</c:v>
                </c:pt>
                <c:pt idx="3027">
                  <c:v>9.9799600000000002</c:v>
                </c:pt>
                <c:pt idx="3028">
                  <c:v>8.8727300000000007</c:v>
                </c:pt>
                <c:pt idx="3029">
                  <c:v>9.5658999999999992</c:v>
                </c:pt>
                <c:pt idx="3030">
                  <c:v>9.6760000000000002</c:v>
                </c:pt>
                <c:pt idx="3031">
                  <c:v>9.4890100000000004</c:v>
                </c:pt>
                <c:pt idx="3032">
                  <c:v>9.7639200000000006</c:v>
                </c:pt>
                <c:pt idx="3033">
                  <c:v>9.2161799999999996</c:v>
                </c:pt>
                <c:pt idx="3034">
                  <c:v>8.8296299999999999</c:v>
                </c:pt>
                <c:pt idx="3035">
                  <c:v>8.8747100000000003</c:v>
                </c:pt>
                <c:pt idx="3036">
                  <c:v>9.8521000000000001</c:v>
                </c:pt>
                <c:pt idx="3037">
                  <c:v>9.6297300000000003</c:v>
                </c:pt>
                <c:pt idx="3038">
                  <c:v>9.4240999999999993</c:v>
                </c:pt>
                <c:pt idx="3039">
                  <c:v>10.032400000000001</c:v>
                </c:pt>
                <c:pt idx="3040">
                  <c:v>9.2843199999999992</c:v>
                </c:pt>
                <c:pt idx="3041">
                  <c:v>9.3604400000000005</c:v>
                </c:pt>
                <c:pt idx="3042">
                  <c:v>9.5072600000000005</c:v>
                </c:pt>
                <c:pt idx="3043">
                  <c:v>9.3627000000000002</c:v>
                </c:pt>
                <c:pt idx="3044">
                  <c:v>9.7207100000000004</c:v>
                </c:pt>
                <c:pt idx="3045">
                  <c:v>9.9549900000000004</c:v>
                </c:pt>
                <c:pt idx="3046">
                  <c:v>9.4932499999999997</c:v>
                </c:pt>
                <c:pt idx="3047">
                  <c:v>9.5783799999999992</c:v>
                </c:pt>
                <c:pt idx="3048">
                  <c:v>9.0413399999999999</c:v>
                </c:pt>
                <c:pt idx="3049">
                  <c:v>9.5536899999999996</c:v>
                </c:pt>
                <c:pt idx="3050">
                  <c:v>10.373699999999999</c:v>
                </c:pt>
                <c:pt idx="3051">
                  <c:v>9.4918899999999997</c:v>
                </c:pt>
                <c:pt idx="3052">
                  <c:v>9.9078999999999997</c:v>
                </c:pt>
                <c:pt idx="3053">
                  <c:v>9.9198199999999996</c:v>
                </c:pt>
                <c:pt idx="3054">
                  <c:v>9.5372000000000003</c:v>
                </c:pt>
                <c:pt idx="3055">
                  <c:v>9.7333499999999997</c:v>
                </c:pt>
                <c:pt idx="3056">
                  <c:v>9.1795799999999996</c:v>
                </c:pt>
                <c:pt idx="3057">
                  <c:v>9.2654700000000005</c:v>
                </c:pt>
                <c:pt idx="3058">
                  <c:v>9.1981400000000004</c:v>
                </c:pt>
                <c:pt idx="3059">
                  <c:v>9.4085800000000006</c:v>
                </c:pt>
                <c:pt idx="3060">
                  <c:v>9.4536599999999993</c:v>
                </c:pt>
                <c:pt idx="3061">
                  <c:v>9.1816899999999997</c:v>
                </c:pt>
                <c:pt idx="3062">
                  <c:v>9.4266400000000008</c:v>
                </c:pt>
                <c:pt idx="3063">
                  <c:v>9.3722200000000004</c:v>
                </c:pt>
                <c:pt idx="3064">
                  <c:v>9.1037099999999995</c:v>
                </c:pt>
                <c:pt idx="3065">
                  <c:v>9.8692200000000003</c:v>
                </c:pt>
                <c:pt idx="3066">
                  <c:v>10.183999999999999</c:v>
                </c:pt>
                <c:pt idx="3067">
                  <c:v>9.7466500000000007</c:v>
                </c:pt>
                <c:pt idx="3068">
                  <c:v>9.8979599999999994</c:v>
                </c:pt>
                <c:pt idx="3069">
                  <c:v>9.1007999999999996</c:v>
                </c:pt>
                <c:pt idx="3070">
                  <c:v>9.3865800000000004</c:v>
                </c:pt>
                <c:pt idx="3071">
                  <c:v>10.2562</c:v>
                </c:pt>
                <c:pt idx="3072">
                  <c:v>9.5225200000000001</c:v>
                </c:pt>
                <c:pt idx="3073">
                  <c:v>9.8110099999999996</c:v>
                </c:pt>
                <c:pt idx="3074">
                  <c:v>9.0673200000000005</c:v>
                </c:pt>
                <c:pt idx="3075">
                  <c:v>9.9109999999999996</c:v>
                </c:pt>
                <c:pt idx="3076">
                  <c:v>10.0434</c:v>
                </c:pt>
                <c:pt idx="3077">
                  <c:v>10.222</c:v>
                </c:pt>
                <c:pt idx="3078">
                  <c:v>9.9835499999999993</c:v>
                </c:pt>
                <c:pt idx="3079">
                  <c:v>10.182600000000001</c:v>
                </c:pt>
                <c:pt idx="3080">
                  <c:v>9.8287200000000006</c:v>
                </c:pt>
                <c:pt idx="3081">
                  <c:v>9.4479100000000003</c:v>
                </c:pt>
                <c:pt idx="3082">
                  <c:v>9.6185399999999994</c:v>
                </c:pt>
                <c:pt idx="3083">
                  <c:v>10.088900000000001</c:v>
                </c:pt>
                <c:pt idx="3084">
                  <c:v>9.4148800000000001</c:v>
                </c:pt>
                <c:pt idx="3085">
                  <c:v>9.9661200000000001</c:v>
                </c:pt>
                <c:pt idx="3086">
                  <c:v>9.1740300000000001</c:v>
                </c:pt>
                <c:pt idx="3087">
                  <c:v>9.6371199999999995</c:v>
                </c:pt>
                <c:pt idx="3088">
                  <c:v>9.8376999999999999</c:v>
                </c:pt>
                <c:pt idx="3089">
                  <c:v>9.6181400000000004</c:v>
                </c:pt>
                <c:pt idx="3090">
                  <c:v>9.6823499999999996</c:v>
                </c:pt>
                <c:pt idx="3091">
                  <c:v>10.139799999999999</c:v>
                </c:pt>
                <c:pt idx="3092">
                  <c:v>10.011100000000001</c:v>
                </c:pt>
                <c:pt idx="3093">
                  <c:v>10.0398</c:v>
                </c:pt>
                <c:pt idx="3094">
                  <c:v>9.6941799999999994</c:v>
                </c:pt>
                <c:pt idx="3095">
                  <c:v>9.9490099999999995</c:v>
                </c:pt>
                <c:pt idx="3096">
                  <c:v>8.8565400000000007</c:v>
                </c:pt>
                <c:pt idx="3097">
                  <c:v>9.0476299999999998</c:v>
                </c:pt>
                <c:pt idx="3098">
                  <c:v>9.5379100000000001</c:v>
                </c:pt>
                <c:pt idx="3099">
                  <c:v>9.8946500000000004</c:v>
                </c:pt>
                <c:pt idx="3100">
                  <c:v>10.020099999999999</c:v>
                </c:pt>
                <c:pt idx="3101">
                  <c:v>9.7591400000000004</c:v>
                </c:pt>
                <c:pt idx="3102">
                  <c:v>9.2742400000000007</c:v>
                </c:pt>
                <c:pt idx="3103">
                  <c:v>8.8393499999999996</c:v>
                </c:pt>
                <c:pt idx="3104">
                  <c:v>9.4525600000000001</c:v>
                </c:pt>
                <c:pt idx="3105">
                  <c:v>9.7269400000000008</c:v>
                </c:pt>
                <c:pt idx="3106">
                  <c:v>10.6645</c:v>
                </c:pt>
                <c:pt idx="3107">
                  <c:v>9.0662199999999995</c:v>
                </c:pt>
                <c:pt idx="3108">
                  <c:v>9.6571999999999996</c:v>
                </c:pt>
                <c:pt idx="3109">
                  <c:v>9.0063200000000005</c:v>
                </c:pt>
                <c:pt idx="3110">
                  <c:v>9.2324900000000003</c:v>
                </c:pt>
                <c:pt idx="3111">
                  <c:v>10.1616</c:v>
                </c:pt>
                <c:pt idx="3112">
                  <c:v>9.56128</c:v>
                </c:pt>
                <c:pt idx="3113">
                  <c:v>9.2602100000000007</c:v>
                </c:pt>
                <c:pt idx="3114">
                  <c:v>9.6430299999999995</c:v>
                </c:pt>
                <c:pt idx="3115">
                  <c:v>10.0722</c:v>
                </c:pt>
                <c:pt idx="3116">
                  <c:v>9.8540100000000006</c:v>
                </c:pt>
                <c:pt idx="3117">
                  <c:v>9.5791000000000004</c:v>
                </c:pt>
                <c:pt idx="3118">
                  <c:v>9.3538499999999996</c:v>
                </c:pt>
                <c:pt idx="3119">
                  <c:v>9.6359399999999997</c:v>
                </c:pt>
                <c:pt idx="3120">
                  <c:v>9.4009</c:v>
                </c:pt>
                <c:pt idx="3121">
                  <c:v>9.9380199999999999</c:v>
                </c:pt>
                <c:pt idx="3122">
                  <c:v>9.5802600000000009</c:v>
                </c:pt>
                <c:pt idx="3123">
                  <c:v>10.097799999999999</c:v>
                </c:pt>
                <c:pt idx="3124">
                  <c:v>9.6694300000000002</c:v>
                </c:pt>
                <c:pt idx="3125">
                  <c:v>10.1401</c:v>
                </c:pt>
                <c:pt idx="3126">
                  <c:v>9.4095600000000008</c:v>
                </c:pt>
                <c:pt idx="3127">
                  <c:v>9.4828899999999994</c:v>
                </c:pt>
                <c:pt idx="3128">
                  <c:v>9.1292399999999994</c:v>
                </c:pt>
                <c:pt idx="3129">
                  <c:v>9.6377299999999995</c:v>
                </c:pt>
                <c:pt idx="3130">
                  <c:v>9.6943000000000001</c:v>
                </c:pt>
                <c:pt idx="3131">
                  <c:v>9.2161500000000007</c:v>
                </c:pt>
                <c:pt idx="3132">
                  <c:v>9.2615099999999995</c:v>
                </c:pt>
                <c:pt idx="3133">
                  <c:v>10.005800000000001</c:v>
                </c:pt>
                <c:pt idx="3134">
                  <c:v>9.5243300000000009</c:v>
                </c:pt>
                <c:pt idx="3135">
                  <c:v>9.6535600000000006</c:v>
                </c:pt>
                <c:pt idx="3136">
                  <c:v>9.3912200000000006</c:v>
                </c:pt>
                <c:pt idx="3137">
                  <c:v>9.5122900000000001</c:v>
                </c:pt>
                <c:pt idx="3138">
                  <c:v>8.6223500000000008</c:v>
                </c:pt>
                <c:pt idx="3139">
                  <c:v>9.4631799999999995</c:v>
                </c:pt>
                <c:pt idx="3140">
                  <c:v>9.6564599999999992</c:v>
                </c:pt>
                <c:pt idx="3141">
                  <c:v>10.0426</c:v>
                </c:pt>
                <c:pt idx="3142">
                  <c:v>9.2024699999999999</c:v>
                </c:pt>
                <c:pt idx="3143">
                  <c:v>9.7797400000000003</c:v>
                </c:pt>
                <c:pt idx="3144">
                  <c:v>10.1653</c:v>
                </c:pt>
                <c:pt idx="3145">
                  <c:v>9.5426500000000001</c:v>
                </c:pt>
                <c:pt idx="3146">
                  <c:v>9.7908200000000001</c:v>
                </c:pt>
                <c:pt idx="3147">
                  <c:v>9.33371</c:v>
                </c:pt>
                <c:pt idx="3148">
                  <c:v>9.5501000000000005</c:v>
                </c:pt>
                <c:pt idx="3149">
                  <c:v>9.4224399999999999</c:v>
                </c:pt>
                <c:pt idx="3150">
                  <c:v>9.9753000000000007</c:v>
                </c:pt>
                <c:pt idx="3151">
                  <c:v>10.0623</c:v>
                </c:pt>
                <c:pt idx="3152">
                  <c:v>9.5824499999999997</c:v>
                </c:pt>
                <c:pt idx="3153">
                  <c:v>9.5170399999999997</c:v>
                </c:pt>
                <c:pt idx="3154">
                  <c:v>9.4662799999999994</c:v>
                </c:pt>
                <c:pt idx="3155">
                  <c:v>9.2416800000000006</c:v>
                </c:pt>
                <c:pt idx="3156">
                  <c:v>9.45655</c:v>
                </c:pt>
                <c:pt idx="3157">
                  <c:v>9.1197199999999992</c:v>
                </c:pt>
                <c:pt idx="3158">
                  <c:v>9.59558</c:v>
                </c:pt>
                <c:pt idx="3159">
                  <c:v>9.4690799999999999</c:v>
                </c:pt>
                <c:pt idx="3160">
                  <c:v>9.15137</c:v>
                </c:pt>
                <c:pt idx="3161">
                  <c:v>9.32043</c:v>
                </c:pt>
                <c:pt idx="3162">
                  <c:v>9.70486</c:v>
                </c:pt>
                <c:pt idx="3163">
                  <c:v>9.2389299999999999</c:v>
                </c:pt>
                <c:pt idx="3164">
                  <c:v>9.2516200000000008</c:v>
                </c:pt>
                <c:pt idx="3165">
                  <c:v>10.051</c:v>
                </c:pt>
                <c:pt idx="3166">
                  <c:v>10.593299999999999</c:v>
                </c:pt>
                <c:pt idx="3167">
                  <c:v>10.102399999999999</c:v>
                </c:pt>
                <c:pt idx="3168">
                  <c:v>9.3042899999999999</c:v>
                </c:pt>
                <c:pt idx="3169">
                  <c:v>8.34497</c:v>
                </c:pt>
                <c:pt idx="3170">
                  <c:v>9.1881000000000004</c:v>
                </c:pt>
                <c:pt idx="3171">
                  <c:v>9.8033199999999994</c:v>
                </c:pt>
                <c:pt idx="3172">
                  <c:v>10.0176</c:v>
                </c:pt>
                <c:pt idx="3173">
                  <c:v>9.8952299999999997</c:v>
                </c:pt>
                <c:pt idx="3174">
                  <c:v>10.012</c:v>
                </c:pt>
                <c:pt idx="3175">
                  <c:v>9.9818499999999997</c:v>
                </c:pt>
                <c:pt idx="3176">
                  <c:v>9.9114199999999997</c:v>
                </c:pt>
                <c:pt idx="3177">
                  <c:v>9.8090600000000006</c:v>
                </c:pt>
                <c:pt idx="3178">
                  <c:v>8.9605499999999996</c:v>
                </c:pt>
                <c:pt idx="3179">
                  <c:v>9.3043099999999992</c:v>
                </c:pt>
                <c:pt idx="3180">
                  <c:v>9.5079700000000003</c:v>
                </c:pt>
                <c:pt idx="3181">
                  <c:v>8.9572000000000003</c:v>
                </c:pt>
                <c:pt idx="3182">
                  <c:v>9.2241499999999998</c:v>
                </c:pt>
                <c:pt idx="3183">
                  <c:v>9.8968399999999992</c:v>
                </c:pt>
                <c:pt idx="3184">
                  <c:v>9.8569399999999998</c:v>
                </c:pt>
                <c:pt idx="3185">
                  <c:v>10.093400000000001</c:v>
                </c:pt>
                <c:pt idx="3186">
                  <c:v>9.7733000000000008</c:v>
                </c:pt>
                <c:pt idx="3187">
                  <c:v>9.4546399999999995</c:v>
                </c:pt>
                <c:pt idx="3188">
                  <c:v>8.3382500000000004</c:v>
                </c:pt>
                <c:pt idx="3189">
                  <c:v>9.9672199999999993</c:v>
                </c:pt>
                <c:pt idx="3190">
                  <c:v>7.8915600000000001</c:v>
                </c:pt>
                <c:pt idx="3191">
                  <c:v>8.1746099999999995</c:v>
                </c:pt>
                <c:pt idx="3192">
                  <c:v>8.9086599999999994</c:v>
                </c:pt>
                <c:pt idx="3193">
                  <c:v>10.232200000000001</c:v>
                </c:pt>
                <c:pt idx="3194">
                  <c:v>9.2601800000000001</c:v>
                </c:pt>
                <c:pt idx="3195">
                  <c:v>9.6631999999999998</c:v>
                </c:pt>
                <c:pt idx="3196">
                  <c:v>10.226100000000001</c:v>
                </c:pt>
                <c:pt idx="3197">
                  <c:v>9.2202599999999997</c:v>
                </c:pt>
                <c:pt idx="3198">
                  <c:v>9.4431700000000003</c:v>
                </c:pt>
                <c:pt idx="3199">
                  <c:v>10.074</c:v>
                </c:pt>
                <c:pt idx="3200">
                  <c:v>10.284599999999999</c:v>
                </c:pt>
                <c:pt idx="3201">
                  <c:v>9.9385700000000003</c:v>
                </c:pt>
                <c:pt idx="3202">
                  <c:v>9.4594199999999997</c:v>
                </c:pt>
                <c:pt idx="3203">
                  <c:v>9.9298199999999994</c:v>
                </c:pt>
                <c:pt idx="3204">
                  <c:v>10.089399999999999</c:v>
                </c:pt>
                <c:pt idx="3205">
                  <c:v>9.8156199999999991</c:v>
                </c:pt>
                <c:pt idx="3206">
                  <c:v>9.7863199999999999</c:v>
                </c:pt>
                <c:pt idx="3207">
                  <c:v>9.3976600000000001</c:v>
                </c:pt>
                <c:pt idx="3208">
                  <c:v>9.0469399999999993</c:v>
                </c:pt>
                <c:pt idx="3209">
                  <c:v>9.3300800000000006</c:v>
                </c:pt>
                <c:pt idx="3210">
                  <c:v>10.0692</c:v>
                </c:pt>
                <c:pt idx="3211">
                  <c:v>9.2244299999999999</c:v>
                </c:pt>
                <c:pt idx="3212">
                  <c:v>10.0603</c:v>
                </c:pt>
                <c:pt idx="3213">
                  <c:v>9.4366199999999996</c:v>
                </c:pt>
                <c:pt idx="3214">
                  <c:v>9.5556900000000002</c:v>
                </c:pt>
                <c:pt idx="3215">
                  <c:v>8.9464299999999994</c:v>
                </c:pt>
                <c:pt idx="3216">
                  <c:v>9.7689599999999999</c:v>
                </c:pt>
                <c:pt idx="3217">
                  <c:v>9.74329</c:v>
                </c:pt>
                <c:pt idx="3218">
                  <c:v>10.1271</c:v>
                </c:pt>
                <c:pt idx="3219">
                  <c:v>9.6925899999999992</c:v>
                </c:pt>
                <c:pt idx="3220">
                  <c:v>9.8727900000000002</c:v>
                </c:pt>
                <c:pt idx="3221">
                  <c:v>10.4207</c:v>
                </c:pt>
                <c:pt idx="3222">
                  <c:v>9.1911000000000005</c:v>
                </c:pt>
                <c:pt idx="3223">
                  <c:v>8.8311399999999995</c:v>
                </c:pt>
                <c:pt idx="3224">
                  <c:v>9.2660800000000005</c:v>
                </c:pt>
                <c:pt idx="3225">
                  <c:v>9.7520600000000002</c:v>
                </c:pt>
                <c:pt idx="3226">
                  <c:v>9.5996799999999993</c:v>
                </c:pt>
                <c:pt idx="3227">
                  <c:v>9.3790200000000006</c:v>
                </c:pt>
                <c:pt idx="3228">
                  <c:v>9.2725299999999997</c:v>
                </c:pt>
                <c:pt idx="3229">
                  <c:v>9.7949900000000003</c:v>
                </c:pt>
                <c:pt idx="3230">
                  <c:v>9.8363399999999999</c:v>
                </c:pt>
                <c:pt idx="3231">
                  <c:v>9.9739799999999992</c:v>
                </c:pt>
                <c:pt idx="3232">
                  <c:v>9.6394900000000003</c:v>
                </c:pt>
                <c:pt idx="3233">
                  <c:v>10.0085</c:v>
                </c:pt>
                <c:pt idx="3234">
                  <c:v>9.9316800000000001</c:v>
                </c:pt>
                <c:pt idx="3235">
                  <c:v>9.8846500000000006</c:v>
                </c:pt>
                <c:pt idx="3236">
                  <c:v>9.3261599999999998</c:v>
                </c:pt>
                <c:pt idx="3237">
                  <c:v>8.6808700000000005</c:v>
                </c:pt>
                <c:pt idx="3238">
                  <c:v>9.8738299999999999</c:v>
                </c:pt>
                <c:pt idx="3239">
                  <c:v>9.1002200000000002</c:v>
                </c:pt>
                <c:pt idx="3240">
                  <c:v>8.7594999999999992</c:v>
                </c:pt>
                <c:pt idx="3241">
                  <c:v>8.6579999999999995</c:v>
                </c:pt>
                <c:pt idx="3242">
                  <c:v>9.5069599999999994</c:v>
                </c:pt>
                <c:pt idx="3243">
                  <c:v>9.3892699999999998</c:v>
                </c:pt>
                <c:pt idx="3244">
                  <c:v>8.9796800000000001</c:v>
                </c:pt>
                <c:pt idx="3245">
                  <c:v>9.2816500000000008</c:v>
                </c:pt>
                <c:pt idx="3246">
                  <c:v>9.6084700000000005</c:v>
                </c:pt>
                <c:pt idx="3247">
                  <c:v>9.2018500000000003</c:v>
                </c:pt>
                <c:pt idx="3248">
                  <c:v>9.0398700000000005</c:v>
                </c:pt>
                <c:pt idx="3249">
                  <c:v>9.1157599999999999</c:v>
                </c:pt>
                <c:pt idx="3250">
                  <c:v>10.026</c:v>
                </c:pt>
                <c:pt idx="3251">
                  <c:v>10.5566</c:v>
                </c:pt>
                <c:pt idx="3252">
                  <c:v>10.6027</c:v>
                </c:pt>
                <c:pt idx="3253">
                  <c:v>10.2133</c:v>
                </c:pt>
                <c:pt idx="3254">
                  <c:v>9.6852300000000007</c:v>
                </c:pt>
                <c:pt idx="3255">
                  <c:v>9.7569900000000001</c:v>
                </c:pt>
                <c:pt idx="3256">
                  <c:v>9.8516700000000004</c:v>
                </c:pt>
                <c:pt idx="3257">
                  <c:v>9.11233</c:v>
                </c:pt>
                <c:pt idx="3258">
                  <c:v>9.0497499999999995</c:v>
                </c:pt>
                <c:pt idx="3259">
                  <c:v>9.3617100000000004</c:v>
                </c:pt>
                <c:pt idx="3260">
                  <c:v>10.294</c:v>
                </c:pt>
                <c:pt idx="3261">
                  <c:v>10.059699999999999</c:v>
                </c:pt>
                <c:pt idx="3262">
                  <c:v>10.2386</c:v>
                </c:pt>
                <c:pt idx="3263">
                  <c:v>9.3980800000000002</c:v>
                </c:pt>
                <c:pt idx="3264">
                  <c:v>9.7133099999999999</c:v>
                </c:pt>
                <c:pt idx="3265">
                  <c:v>10.0817</c:v>
                </c:pt>
                <c:pt idx="3266">
                  <c:v>9.5863200000000006</c:v>
                </c:pt>
                <c:pt idx="3267">
                  <c:v>9.6394900000000003</c:v>
                </c:pt>
                <c:pt idx="3268">
                  <c:v>10.553000000000001</c:v>
                </c:pt>
                <c:pt idx="3269">
                  <c:v>9.3653099999999991</c:v>
                </c:pt>
                <c:pt idx="3270">
                  <c:v>9.7539700000000007</c:v>
                </c:pt>
                <c:pt idx="3271">
                  <c:v>9.6783099999999997</c:v>
                </c:pt>
                <c:pt idx="3272">
                  <c:v>9.2460799999999992</c:v>
                </c:pt>
                <c:pt idx="3273">
                  <c:v>9.4739500000000003</c:v>
                </c:pt>
                <c:pt idx="3274">
                  <c:v>9.6372999999999998</c:v>
                </c:pt>
                <c:pt idx="3275">
                  <c:v>9.7922600000000006</c:v>
                </c:pt>
                <c:pt idx="3276">
                  <c:v>9.8200199999999995</c:v>
                </c:pt>
                <c:pt idx="3277">
                  <c:v>9.0044699999999995</c:v>
                </c:pt>
                <c:pt idx="3278">
                  <c:v>9.6319800000000004</c:v>
                </c:pt>
                <c:pt idx="3279">
                  <c:v>9.0768900000000006</c:v>
                </c:pt>
                <c:pt idx="3280">
                  <c:v>8.7328600000000005</c:v>
                </c:pt>
                <c:pt idx="3281">
                  <c:v>8.9698600000000006</c:v>
                </c:pt>
                <c:pt idx="3282">
                  <c:v>10.143000000000001</c:v>
                </c:pt>
                <c:pt idx="3283">
                  <c:v>10.8309</c:v>
                </c:pt>
                <c:pt idx="3284">
                  <c:v>10.1242</c:v>
                </c:pt>
                <c:pt idx="3285">
                  <c:v>9.2749199999999998</c:v>
                </c:pt>
                <c:pt idx="3286">
                  <c:v>9.6628100000000003</c:v>
                </c:pt>
                <c:pt idx="3287">
                  <c:v>9.5506399999999996</c:v>
                </c:pt>
                <c:pt idx="3288">
                  <c:v>9.1548099999999994</c:v>
                </c:pt>
                <c:pt idx="3289">
                  <c:v>9.5611700000000006</c:v>
                </c:pt>
                <c:pt idx="3290">
                  <c:v>9.0861800000000006</c:v>
                </c:pt>
                <c:pt idx="3291">
                  <c:v>9.0707500000000003</c:v>
                </c:pt>
                <c:pt idx="3292">
                  <c:v>10.0204</c:v>
                </c:pt>
                <c:pt idx="3293">
                  <c:v>10.4251</c:v>
                </c:pt>
                <c:pt idx="3294">
                  <c:v>9.4855800000000006</c:v>
                </c:pt>
                <c:pt idx="3295">
                  <c:v>9.4756300000000007</c:v>
                </c:pt>
                <c:pt idx="3296">
                  <c:v>9.5280900000000006</c:v>
                </c:pt>
                <c:pt idx="3297">
                  <c:v>9.82864</c:v>
                </c:pt>
                <c:pt idx="3298">
                  <c:v>9.4927100000000006</c:v>
                </c:pt>
                <c:pt idx="3299">
                  <c:v>9.2260299999999997</c:v>
                </c:pt>
                <c:pt idx="3300">
                  <c:v>10.313000000000001</c:v>
                </c:pt>
                <c:pt idx="3301">
                  <c:v>9.8117999999999999</c:v>
                </c:pt>
                <c:pt idx="3302">
                  <c:v>9.2849799999999991</c:v>
                </c:pt>
                <c:pt idx="3303">
                  <c:v>9.7858599999999996</c:v>
                </c:pt>
                <c:pt idx="3304">
                  <c:v>9.3264099999999992</c:v>
                </c:pt>
                <c:pt idx="3305">
                  <c:v>8.8529</c:v>
                </c:pt>
                <c:pt idx="3306">
                  <c:v>9.3178800000000006</c:v>
                </c:pt>
                <c:pt idx="3307">
                  <c:v>9.8584200000000006</c:v>
                </c:pt>
                <c:pt idx="3308">
                  <c:v>9.6993200000000002</c:v>
                </c:pt>
                <c:pt idx="3309">
                  <c:v>9.5748300000000004</c:v>
                </c:pt>
                <c:pt idx="3310">
                  <c:v>8.9853299999999994</c:v>
                </c:pt>
                <c:pt idx="3311">
                  <c:v>9.2031600000000005</c:v>
                </c:pt>
                <c:pt idx="3312">
                  <c:v>9.0360200000000006</c:v>
                </c:pt>
                <c:pt idx="3313">
                  <c:v>9.6396200000000007</c:v>
                </c:pt>
                <c:pt idx="3314">
                  <c:v>9.98827</c:v>
                </c:pt>
                <c:pt idx="3315">
                  <c:v>9.2074499999999997</c:v>
                </c:pt>
                <c:pt idx="3316">
                  <c:v>10.0898</c:v>
                </c:pt>
                <c:pt idx="3317">
                  <c:v>9.4130099999999999</c:v>
                </c:pt>
                <c:pt idx="3318">
                  <c:v>9.8917699999999993</c:v>
                </c:pt>
                <c:pt idx="3319">
                  <c:v>9.8673199999999994</c:v>
                </c:pt>
                <c:pt idx="3320">
                  <c:v>10.2386</c:v>
                </c:pt>
                <c:pt idx="3321">
                  <c:v>9.5695099999999993</c:v>
                </c:pt>
                <c:pt idx="3322">
                  <c:v>9.4146199999999993</c:v>
                </c:pt>
                <c:pt idx="3323">
                  <c:v>9.6029699999999991</c:v>
                </c:pt>
                <c:pt idx="3324">
                  <c:v>9.5580099999999995</c:v>
                </c:pt>
                <c:pt idx="3325">
                  <c:v>9.6823499999999996</c:v>
                </c:pt>
                <c:pt idx="3326">
                  <c:v>9.7720400000000005</c:v>
                </c:pt>
                <c:pt idx="3327">
                  <c:v>9.2083600000000008</c:v>
                </c:pt>
                <c:pt idx="3328">
                  <c:v>10.336</c:v>
                </c:pt>
                <c:pt idx="3329">
                  <c:v>10.029</c:v>
                </c:pt>
                <c:pt idx="3330">
                  <c:v>9.9479399999999991</c:v>
                </c:pt>
                <c:pt idx="3331">
                  <c:v>9.8591499999999996</c:v>
                </c:pt>
                <c:pt idx="3332">
                  <c:v>8.8401200000000006</c:v>
                </c:pt>
                <c:pt idx="3333">
                  <c:v>9.4171200000000006</c:v>
                </c:pt>
                <c:pt idx="3334">
                  <c:v>9.0376100000000008</c:v>
                </c:pt>
                <c:pt idx="3335">
                  <c:v>9.1730199999999993</c:v>
                </c:pt>
                <c:pt idx="3336">
                  <c:v>10.9916</c:v>
                </c:pt>
                <c:pt idx="3337">
                  <c:v>9.8189700000000002</c:v>
                </c:pt>
                <c:pt idx="3338">
                  <c:v>8.74085</c:v>
                </c:pt>
                <c:pt idx="3339">
                  <c:v>7.9082999999999997</c:v>
                </c:pt>
                <c:pt idx="3340">
                  <c:v>9.2985100000000003</c:v>
                </c:pt>
                <c:pt idx="3341">
                  <c:v>9.2302400000000002</c:v>
                </c:pt>
                <c:pt idx="3342">
                  <c:v>9.6786300000000001</c:v>
                </c:pt>
                <c:pt idx="3343">
                  <c:v>10.4186</c:v>
                </c:pt>
                <c:pt idx="3344">
                  <c:v>9.5427</c:v>
                </c:pt>
                <c:pt idx="3345">
                  <c:v>9.0131499999999996</c:v>
                </c:pt>
                <c:pt idx="3346">
                  <c:v>9.3533000000000008</c:v>
                </c:pt>
                <c:pt idx="3347">
                  <c:v>9.3079699999999992</c:v>
                </c:pt>
                <c:pt idx="3348">
                  <c:v>9.3622999999999994</c:v>
                </c:pt>
                <c:pt idx="3349">
                  <c:v>10.582000000000001</c:v>
                </c:pt>
                <c:pt idx="3350">
                  <c:v>9.7663399999999996</c:v>
                </c:pt>
                <c:pt idx="3351">
                  <c:v>9.8919800000000002</c:v>
                </c:pt>
                <c:pt idx="3352">
                  <c:v>9.5228400000000004</c:v>
                </c:pt>
                <c:pt idx="3353">
                  <c:v>9.4859899999999993</c:v>
                </c:pt>
                <c:pt idx="3354">
                  <c:v>9.0215300000000003</c:v>
                </c:pt>
                <c:pt idx="3355">
                  <c:v>9.7238100000000003</c:v>
                </c:pt>
                <c:pt idx="3356">
                  <c:v>9.2258200000000006</c:v>
                </c:pt>
                <c:pt idx="3357">
                  <c:v>9.6405700000000003</c:v>
                </c:pt>
                <c:pt idx="3358">
                  <c:v>10.243499999999999</c:v>
                </c:pt>
                <c:pt idx="3359">
                  <c:v>10.5944</c:v>
                </c:pt>
                <c:pt idx="3360">
                  <c:v>9.7352600000000002</c:v>
                </c:pt>
                <c:pt idx="3361">
                  <c:v>9.5597399999999997</c:v>
                </c:pt>
                <c:pt idx="3362">
                  <c:v>9.6938099999999991</c:v>
                </c:pt>
                <c:pt idx="3363">
                  <c:v>9.7801799999999997</c:v>
                </c:pt>
                <c:pt idx="3364">
                  <c:v>9.8919200000000007</c:v>
                </c:pt>
                <c:pt idx="3365">
                  <c:v>9.1242800000000006</c:v>
                </c:pt>
                <c:pt idx="3366">
                  <c:v>10.2967</c:v>
                </c:pt>
                <c:pt idx="3367">
                  <c:v>9.6384699999999999</c:v>
                </c:pt>
                <c:pt idx="3368">
                  <c:v>10.072800000000001</c:v>
                </c:pt>
                <c:pt idx="3369">
                  <c:v>10.025700000000001</c:v>
                </c:pt>
                <c:pt idx="3370">
                  <c:v>9.41221</c:v>
                </c:pt>
                <c:pt idx="3371">
                  <c:v>9.4593799999999995</c:v>
                </c:pt>
                <c:pt idx="3372">
                  <c:v>9.4006299999999996</c:v>
                </c:pt>
                <c:pt idx="3373">
                  <c:v>9.4728200000000005</c:v>
                </c:pt>
                <c:pt idx="3374">
                  <c:v>9.6000499999999995</c:v>
                </c:pt>
                <c:pt idx="3375">
                  <c:v>9.2384000000000004</c:v>
                </c:pt>
                <c:pt idx="3376">
                  <c:v>9.3898399999999995</c:v>
                </c:pt>
                <c:pt idx="3377">
                  <c:v>9.2678999999999991</c:v>
                </c:pt>
                <c:pt idx="3378">
                  <c:v>9.4288799999999995</c:v>
                </c:pt>
                <c:pt idx="3379">
                  <c:v>9.4963300000000004</c:v>
                </c:pt>
                <c:pt idx="3380">
                  <c:v>10.2166</c:v>
                </c:pt>
                <c:pt idx="3381">
                  <c:v>9.4669399999999992</c:v>
                </c:pt>
                <c:pt idx="3382">
                  <c:v>10.067299999999999</c:v>
                </c:pt>
                <c:pt idx="3383">
                  <c:v>9.8582000000000001</c:v>
                </c:pt>
                <c:pt idx="3384">
                  <c:v>10.6858</c:v>
                </c:pt>
                <c:pt idx="3385">
                  <c:v>9.8127499999999994</c:v>
                </c:pt>
                <c:pt idx="3386">
                  <c:v>10.363899999999999</c:v>
                </c:pt>
                <c:pt idx="3387">
                  <c:v>9.7704900000000006</c:v>
                </c:pt>
                <c:pt idx="3388">
                  <c:v>8.8232300000000006</c:v>
                </c:pt>
                <c:pt idx="3389">
                  <c:v>9.1236499999999996</c:v>
                </c:pt>
                <c:pt idx="3390">
                  <c:v>9.7627000000000006</c:v>
                </c:pt>
                <c:pt idx="3391">
                  <c:v>10.1272</c:v>
                </c:pt>
                <c:pt idx="3392">
                  <c:v>9.2241900000000001</c:v>
                </c:pt>
                <c:pt idx="3393">
                  <c:v>9.3682400000000001</c:v>
                </c:pt>
                <c:pt idx="3394">
                  <c:v>9.1848799999999997</c:v>
                </c:pt>
                <c:pt idx="3395">
                  <c:v>9.1230600000000006</c:v>
                </c:pt>
                <c:pt idx="3396">
                  <c:v>8.7586899999999996</c:v>
                </c:pt>
                <c:pt idx="3397">
                  <c:v>9.4691799999999997</c:v>
                </c:pt>
                <c:pt idx="3398">
                  <c:v>9.8651300000000006</c:v>
                </c:pt>
                <c:pt idx="3399">
                  <c:v>9.6687700000000003</c:v>
                </c:pt>
                <c:pt idx="3400">
                  <c:v>9.1146200000000004</c:v>
                </c:pt>
                <c:pt idx="3401">
                  <c:v>9.1563400000000001</c:v>
                </c:pt>
                <c:pt idx="3402">
                  <c:v>9.3223599999999998</c:v>
                </c:pt>
                <c:pt idx="3403">
                  <c:v>9.4681999999999995</c:v>
                </c:pt>
                <c:pt idx="3404">
                  <c:v>9.3458900000000007</c:v>
                </c:pt>
                <c:pt idx="3405">
                  <c:v>9.4816400000000005</c:v>
                </c:pt>
                <c:pt idx="3406">
                  <c:v>9.3164999999999996</c:v>
                </c:pt>
                <c:pt idx="3407">
                  <c:v>9.7309400000000004</c:v>
                </c:pt>
                <c:pt idx="3408">
                  <c:v>9.4439799999999998</c:v>
                </c:pt>
                <c:pt idx="3409">
                  <c:v>9.1387499999999999</c:v>
                </c:pt>
                <c:pt idx="3410">
                  <c:v>9.2780000000000005</c:v>
                </c:pt>
                <c:pt idx="3411">
                  <c:v>9.4118099999999991</c:v>
                </c:pt>
                <c:pt idx="3412">
                  <c:v>9.6380599999999994</c:v>
                </c:pt>
                <c:pt idx="3413">
                  <c:v>10.2418</c:v>
                </c:pt>
                <c:pt idx="3414">
                  <c:v>9.1649700000000003</c:v>
                </c:pt>
                <c:pt idx="3415">
                  <c:v>9.0652100000000004</c:v>
                </c:pt>
                <c:pt idx="3416">
                  <c:v>9.3091000000000008</c:v>
                </c:pt>
                <c:pt idx="3417">
                  <c:v>8.4818700000000007</c:v>
                </c:pt>
                <c:pt idx="3418">
                  <c:v>9.2869399999999995</c:v>
                </c:pt>
                <c:pt idx="3419">
                  <c:v>10.000999999999999</c:v>
                </c:pt>
                <c:pt idx="3420">
                  <c:v>9.7791200000000007</c:v>
                </c:pt>
                <c:pt idx="3421">
                  <c:v>9.7516499999999997</c:v>
                </c:pt>
                <c:pt idx="3422">
                  <c:v>10.2538</c:v>
                </c:pt>
                <c:pt idx="3423">
                  <c:v>9.3250200000000003</c:v>
                </c:pt>
                <c:pt idx="3424">
                  <c:v>9.6348400000000005</c:v>
                </c:pt>
                <c:pt idx="3425">
                  <c:v>10.0137</c:v>
                </c:pt>
                <c:pt idx="3426">
                  <c:v>10.6774</c:v>
                </c:pt>
                <c:pt idx="3427">
                  <c:v>9.3416800000000002</c:v>
                </c:pt>
                <c:pt idx="3428">
                  <c:v>8.3138500000000004</c:v>
                </c:pt>
                <c:pt idx="3429">
                  <c:v>8.5874100000000002</c:v>
                </c:pt>
                <c:pt idx="3430">
                  <c:v>9.4854199999999995</c:v>
                </c:pt>
                <c:pt idx="3431">
                  <c:v>9.6883499999999998</c:v>
                </c:pt>
                <c:pt idx="3432">
                  <c:v>9.2985299999999995</c:v>
                </c:pt>
                <c:pt idx="3433">
                  <c:v>9.0831</c:v>
                </c:pt>
                <c:pt idx="3434">
                  <c:v>9.6016100000000009</c:v>
                </c:pt>
                <c:pt idx="3435">
                  <c:v>9.6758900000000008</c:v>
                </c:pt>
                <c:pt idx="3436">
                  <c:v>9.3277099999999997</c:v>
                </c:pt>
                <c:pt idx="3437">
                  <c:v>9.4645799999999998</c:v>
                </c:pt>
                <c:pt idx="3438">
                  <c:v>9.6066800000000008</c:v>
                </c:pt>
                <c:pt idx="3439">
                  <c:v>10.325799999999999</c:v>
                </c:pt>
                <c:pt idx="3440">
                  <c:v>10.088699999999999</c:v>
                </c:pt>
                <c:pt idx="3441">
                  <c:v>8.9070599999999995</c:v>
                </c:pt>
                <c:pt idx="3442">
                  <c:v>8.8773900000000001</c:v>
                </c:pt>
                <c:pt idx="3443">
                  <c:v>9.7013400000000001</c:v>
                </c:pt>
                <c:pt idx="3444">
                  <c:v>9.5097299999999994</c:v>
                </c:pt>
                <c:pt idx="3445">
                  <c:v>9.1122099999999993</c:v>
                </c:pt>
                <c:pt idx="3446">
                  <c:v>9.6274599999999992</c:v>
                </c:pt>
                <c:pt idx="3447">
                  <c:v>9.7256699999999991</c:v>
                </c:pt>
                <c:pt idx="3448">
                  <c:v>9.9812100000000008</c:v>
                </c:pt>
                <c:pt idx="3449">
                  <c:v>9.9423700000000004</c:v>
                </c:pt>
                <c:pt idx="3450">
                  <c:v>10.136200000000001</c:v>
                </c:pt>
                <c:pt idx="3451">
                  <c:v>10.235200000000001</c:v>
                </c:pt>
                <c:pt idx="3452">
                  <c:v>9.7692899999999998</c:v>
                </c:pt>
                <c:pt idx="3453">
                  <c:v>9.3720700000000008</c:v>
                </c:pt>
                <c:pt idx="3454">
                  <c:v>9.4554200000000002</c:v>
                </c:pt>
                <c:pt idx="3455">
                  <c:v>10.879200000000001</c:v>
                </c:pt>
                <c:pt idx="3456">
                  <c:v>9.4715600000000002</c:v>
                </c:pt>
                <c:pt idx="3457">
                  <c:v>9.2599</c:v>
                </c:pt>
                <c:pt idx="3458">
                  <c:v>9.4196899999999992</c:v>
                </c:pt>
                <c:pt idx="3459">
                  <c:v>9.7672799999999995</c:v>
                </c:pt>
                <c:pt idx="3460">
                  <c:v>9.4827999999999992</c:v>
                </c:pt>
                <c:pt idx="3461">
                  <c:v>9.1276399999999995</c:v>
                </c:pt>
                <c:pt idx="3462">
                  <c:v>8.5629600000000003</c:v>
                </c:pt>
                <c:pt idx="3463">
                  <c:v>9.47227</c:v>
                </c:pt>
                <c:pt idx="3464">
                  <c:v>9.8086400000000005</c:v>
                </c:pt>
                <c:pt idx="3465">
                  <c:v>9.0996500000000005</c:v>
                </c:pt>
                <c:pt idx="3466">
                  <c:v>8.9891299999999994</c:v>
                </c:pt>
                <c:pt idx="3467">
                  <c:v>9.5139700000000005</c:v>
                </c:pt>
                <c:pt idx="3468">
                  <c:v>8.8249700000000004</c:v>
                </c:pt>
                <c:pt idx="3469">
                  <c:v>9.3366299999999995</c:v>
                </c:pt>
                <c:pt idx="3470">
                  <c:v>9.6921900000000001</c:v>
                </c:pt>
                <c:pt idx="3471">
                  <c:v>9.4897799999999997</c:v>
                </c:pt>
                <c:pt idx="3472">
                  <c:v>9.2227200000000007</c:v>
                </c:pt>
                <c:pt idx="3473">
                  <c:v>9.2719699999999996</c:v>
                </c:pt>
                <c:pt idx="3474">
                  <c:v>10.212899999999999</c:v>
                </c:pt>
                <c:pt idx="3475">
                  <c:v>9.6534999999999993</c:v>
                </c:pt>
                <c:pt idx="3476">
                  <c:v>9.3359400000000008</c:v>
                </c:pt>
                <c:pt idx="3477">
                  <c:v>9.9546899999999994</c:v>
                </c:pt>
                <c:pt idx="3478">
                  <c:v>9.1727299999999996</c:v>
                </c:pt>
                <c:pt idx="3479">
                  <c:v>9.0785900000000002</c:v>
                </c:pt>
                <c:pt idx="3480">
                  <c:v>9.70181</c:v>
                </c:pt>
                <c:pt idx="3481">
                  <c:v>9.3859100000000009</c:v>
                </c:pt>
                <c:pt idx="3482">
                  <c:v>9.2951800000000002</c:v>
                </c:pt>
                <c:pt idx="3483">
                  <c:v>9.1896100000000001</c:v>
                </c:pt>
                <c:pt idx="3484">
                  <c:v>9.9454700000000003</c:v>
                </c:pt>
                <c:pt idx="3485">
                  <c:v>10.642200000000001</c:v>
                </c:pt>
                <c:pt idx="3486">
                  <c:v>9.8872699999999991</c:v>
                </c:pt>
                <c:pt idx="3487">
                  <c:v>9.6216299999999997</c:v>
                </c:pt>
                <c:pt idx="3488">
                  <c:v>9.7622300000000006</c:v>
                </c:pt>
                <c:pt idx="3489">
                  <c:v>9.3570799999999998</c:v>
                </c:pt>
                <c:pt idx="3490">
                  <c:v>8.8468199999999992</c:v>
                </c:pt>
                <c:pt idx="3491">
                  <c:v>8.34267</c:v>
                </c:pt>
                <c:pt idx="3492">
                  <c:v>8.5587999999999997</c:v>
                </c:pt>
                <c:pt idx="3493">
                  <c:v>9.3593200000000003</c:v>
                </c:pt>
                <c:pt idx="3494">
                  <c:v>9.1678300000000004</c:v>
                </c:pt>
                <c:pt idx="3495">
                  <c:v>10.1759</c:v>
                </c:pt>
                <c:pt idx="3496">
                  <c:v>10.0106</c:v>
                </c:pt>
                <c:pt idx="3497">
                  <c:v>10.432600000000001</c:v>
                </c:pt>
                <c:pt idx="3498">
                  <c:v>10.295999999999999</c:v>
                </c:pt>
                <c:pt idx="3499">
                  <c:v>9.8396500000000007</c:v>
                </c:pt>
                <c:pt idx="3500">
                  <c:v>10.2852</c:v>
                </c:pt>
                <c:pt idx="3501">
                  <c:v>9.9968900000000005</c:v>
                </c:pt>
                <c:pt idx="3502">
                  <c:v>9.3328500000000005</c:v>
                </c:pt>
                <c:pt idx="3503">
                  <c:v>9.89588</c:v>
                </c:pt>
                <c:pt idx="3504">
                  <c:v>9.5412300000000005</c:v>
                </c:pt>
                <c:pt idx="3505">
                  <c:v>9.4786400000000004</c:v>
                </c:pt>
                <c:pt idx="3506">
                  <c:v>9.7819500000000001</c:v>
                </c:pt>
                <c:pt idx="3507">
                  <c:v>9.75671</c:v>
                </c:pt>
                <c:pt idx="3508">
                  <c:v>9.2571700000000003</c:v>
                </c:pt>
                <c:pt idx="3509">
                  <c:v>9.7598099999999999</c:v>
                </c:pt>
                <c:pt idx="3510">
                  <c:v>9.7761999999999993</c:v>
                </c:pt>
                <c:pt idx="3511">
                  <c:v>9.68337</c:v>
                </c:pt>
                <c:pt idx="3512">
                  <c:v>9.1924799999999998</c:v>
                </c:pt>
                <c:pt idx="3513">
                  <c:v>9.5325900000000008</c:v>
                </c:pt>
                <c:pt idx="3514">
                  <c:v>9.6697600000000001</c:v>
                </c:pt>
                <c:pt idx="3515">
                  <c:v>9.4877900000000004</c:v>
                </c:pt>
                <c:pt idx="3516">
                  <c:v>10.1929</c:v>
                </c:pt>
                <c:pt idx="3517">
                  <c:v>9.9384499999999996</c:v>
                </c:pt>
                <c:pt idx="3518">
                  <c:v>10.375</c:v>
                </c:pt>
                <c:pt idx="3519">
                  <c:v>9.5624099999999999</c:v>
                </c:pt>
                <c:pt idx="3520">
                  <c:v>9.6867300000000007</c:v>
                </c:pt>
                <c:pt idx="3521">
                  <c:v>9.7302099999999996</c:v>
                </c:pt>
                <c:pt idx="3522">
                  <c:v>9.6871100000000006</c:v>
                </c:pt>
                <c:pt idx="3523">
                  <c:v>9.4402100000000004</c:v>
                </c:pt>
                <c:pt idx="3524">
                  <c:v>10.3093</c:v>
                </c:pt>
                <c:pt idx="3525">
                  <c:v>9.7757400000000008</c:v>
                </c:pt>
                <c:pt idx="3526">
                  <c:v>10.302</c:v>
                </c:pt>
                <c:pt idx="3527">
                  <c:v>9.3479799999999997</c:v>
                </c:pt>
                <c:pt idx="3528">
                  <c:v>9.4721100000000007</c:v>
                </c:pt>
                <c:pt idx="3529">
                  <c:v>9.7935499999999998</c:v>
                </c:pt>
                <c:pt idx="3530">
                  <c:v>9.7550600000000003</c:v>
                </c:pt>
                <c:pt idx="3531">
                  <c:v>9.81907</c:v>
                </c:pt>
                <c:pt idx="3532">
                  <c:v>10.0253</c:v>
                </c:pt>
                <c:pt idx="3533">
                  <c:v>9.8343399999999992</c:v>
                </c:pt>
                <c:pt idx="3534">
                  <c:v>10.103300000000001</c:v>
                </c:pt>
                <c:pt idx="3535">
                  <c:v>9.6495700000000006</c:v>
                </c:pt>
                <c:pt idx="3536">
                  <c:v>9.2314299999999996</c:v>
                </c:pt>
                <c:pt idx="3537">
                  <c:v>9.4024300000000007</c:v>
                </c:pt>
                <c:pt idx="3538">
                  <c:v>10.0556</c:v>
                </c:pt>
                <c:pt idx="3539">
                  <c:v>9.4652600000000007</c:v>
                </c:pt>
                <c:pt idx="3540">
                  <c:v>9.1120300000000007</c:v>
                </c:pt>
                <c:pt idx="3541">
                  <c:v>9.6707099999999997</c:v>
                </c:pt>
                <c:pt idx="3542">
                  <c:v>9.1681600000000003</c:v>
                </c:pt>
                <c:pt idx="3543">
                  <c:v>9.5809999999999995</c:v>
                </c:pt>
                <c:pt idx="3544">
                  <c:v>9.9380900000000008</c:v>
                </c:pt>
                <c:pt idx="3545">
                  <c:v>9.6731099999999994</c:v>
                </c:pt>
                <c:pt idx="3546">
                  <c:v>10.053800000000001</c:v>
                </c:pt>
                <c:pt idx="3547">
                  <c:v>10.4095</c:v>
                </c:pt>
                <c:pt idx="3548">
                  <c:v>8.8866499999999995</c:v>
                </c:pt>
                <c:pt idx="3549">
                  <c:v>9.2521799999999992</c:v>
                </c:pt>
                <c:pt idx="3550">
                  <c:v>9.4241399999999995</c:v>
                </c:pt>
                <c:pt idx="3551">
                  <c:v>9.3537199999999991</c:v>
                </c:pt>
                <c:pt idx="3552">
                  <c:v>9.3318899999999996</c:v>
                </c:pt>
                <c:pt idx="3553">
                  <c:v>9.5696700000000003</c:v>
                </c:pt>
                <c:pt idx="3554">
                  <c:v>9.5327000000000002</c:v>
                </c:pt>
                <c:pt idx="3555">
                  <c:v>10.304399999999999</c:v>
                </c:pt>
                <c:pt idx="3556">
                  <c:v>8.6608400000000003</c:v>
                </c:pt>
                <c:pt idx="3557">
                  <c:v>9.4938300000000009</c:v>
                </c:pt>
                <c:pt idx="3558">
                  <c:v>8.9801500000000001</c:v>
                </c:pt>
                <c:pt idx="3559">
                  <c:v>10.59</c:v>
                </c:pt>
                <c:pt idx="3560">
                  <c:v>10.0814</c:v>
                </c:pt>
                <c:pt idx="3561">
                  <c:v>9.3579000000000008</c:v>
                </c:pt>
                <c:pt idx="3562">
                  <c:v>10.0159</c:v>
                </c:pt>
                <c:pt idx="3563">
                  <c:v>9.6288800000000005</c:v>
                </c:pt>
                <c:pt idx="3564">
                  <c:v>9.9624400000000009</c:v>
                </c:pt>
                <c:pt idx="3565">
                  <c:v>9.5540199999999995</c:v>
                </c:pt>
                <c:pt idx="3566">
                  <c:v>8.4898500000000006</c:v>
                </c:pt>
                <c:pt idx="3567">
                  <c:v>9.2035099999999996</c:v>
                </c:pt>
                <c:pt idx="3568">
                  <c:v>9.6675199999999997</c:v>
                </c:pt>
                <c:pt idx="3569">
                  <c:v>9.8936799999999998</c:v>
                </c:pt>
                <c:pt idx="3570">
                  <c:v>9.3846500000000006</c:v>
                </c:pt>
                <c:pt idx="3571">
                  <c:v>9.7510499999999993</c:v>
                </c:pt>
                <c:pt idx="3572">
                  <c:v>9.843</c:v>
                </c:pt>
                <c:pt idx="3573">
                  <c:v>9.7677499999999995</c:v>
                </c:pt>
                <c:pt idx="3574">
                  <c:v>9.4023000000000003</c:v>
                </c:pt>
                <c:pt idx="3575">
                  <c:v>9.3775300000000001</c:v>
                </c:pt>
                <c:pt idx="3576">
                  <c:v>10.571300000000001</c:v>
                </c:pt>
                <c:pt idx="3577">
                  <c:v>9.6254399999999993</c:v>
                </c:pt>
                <c:pt idx="3578">
                  <c:v>9.5470299999999995</c:v>
                </c:pt>
                <c:pt idx="3579">
                  <c:v>10.320499999999999</c:v>
                </c:pt>
                <c:pt idx="3580">
                  <c:v>9.2165499999999998</c:v>
                </c:pt>
                <c:pt idx="3581">
                  <c:v>9.4727099999999993</c:v>
                </c:pt>
                <c:pt idx="3582">
                  <c:v>9.3269400000000005</c:v>
                </c:pt>
                <c:pt idx="3583">
                  <c:v>9.3860499999999991</c:v>
                </c:pt>
                <c:pt idx="3584">
                  <c:v>8.5990199999999994</c:v>
                </c:pt>
                <c:pt idx="3585">
                  <c:v>10.033799999999999</c:v>
                </c:pt>
                <c:pt idx="3586">
                  <c:v>9.0157500000000006</c:v>
                </c:pt>
                <c:pt idx="3587">
                  <c:v>9.6609300000000005</c:v>
                </c:pt>
                <c:pt idx="3588">
                  <c:v>9.5146800000000002</c:v>
                </c:pt>
                <c:pt idx="3589">
                  <c:v>9.2118000000000002</c:v>
                </c:pt>
                <c:pt idx="3590">
                  <c:v>9.6060499999999998</c:v>
                </c:pt>
                <c:pt idx="3591">
                  <c:v>8.8938400000000009</c:v>
                </c:pt>
                <c:pt idx="3592">
                  <c:v>8.9199300000000008</c:v>
                </c:pt>
                <c:pt idx="3593">
                  <c:v>10.474399999999999</c:v>
                </c:pt>
                <c:pt idx="3594">
                  <c:v>10.0107</c:v>
                </c:pt>
                <c:pt idx="3595">
                  <c:v>9.42943</c:v>
                </c:pt>
                <c:pt idx="3596">
                  <c:v>9.9981200000000001</c:v>
                </c:pt>
                <c:pt idx="3597">
                  <c:v>9.7020199999999992</c:v>
                </c:pt>
                <c:pt idx="3598">
                  <c:v>9.4544899999999998</c:v>
                </c:pt>
                <c:pt idx="3599">
                  <c:v>9.6733399999999996</c:v>
                </c:pt>
                <c:pt idx="3600">
                  <c:v>9.8732199999999999</c:v>
                </c:pt>
                <c:pt idx="3601">
                  <c:v>9.7296099999999992</c:v>
                </c:pt>
                <c:pt idx="3602">
                  <c:v>10.002000000000001</c:v>
                </c:pt>
                <c:pt idx="3603">
                  <c:v>9.92441</c:v>
                </c:pt>
                <c:pt idx="3604">
                  <c:v>9.4174399999999991</c:v>
                </c:pt>
                <c:pt idx="3605">
                  <c:v>9.7146899999999992</c:v>
                </c:pt>
                <c:pt idx="3606">
                  <c:v>10.0357</c:v>
                </c:pt>
                <c:pt idx="3607">
                  <c:v>9.2907399999999996</c:v>
                </c:pt>
                <c:pt idx="3608">
                  <c:v>9.6733600000000006</c:v>
                </c:pt>
                <c:pt idx="3609">
                  <c:v>9.4997299999999996</c:v>
                </c:pt>
                <c:pt idx="3610">
                  <c:v>9.1287000000000003</c:v>
                </c:pt>
                <c:pt idx="3611">
                  <c:v>9.4698799999999999</c:v>
                </c:pt>
                <c:pt idx="3612">
                  <c:v>9.3867600000000007</c:v>
                </c:pt>
                <c:pt idx="3613">
                  <c:v>9.8147300000000008</c:v>
                </c:pt>
              </c:numCache>
            </c:numRef>
          </c:val>
          <c:smooth val="0"/>
          <c:extLst>
            <c:ext xmlns:c16="http://schemas.microsoft.com/office/drawing/2014/chart" uri="{C3380CC4-5D6E-409C-BE32-E72D297353CC}">
              <c16:uniqueId val="{00000000-673A-4C34-82F3-BEBF0592B430}"/>
            </c:ext>
          </c:extLst>
        </c:ser>
        <c:dLbls>
          <c:showLegendKey val="0"/>
          <c:showVal val="0"/>
          <c:showCatName val="0"/>
          <c:showSerName val="0"/>
          <c:showPercent val="0"/>
          <c:showBubbleSize val="0"/>
        </c:dLbls>
        <c:marker val="1"/>
        <c:smooth val="0"/>
        <c:axId val="986437567"/>
        <c:axId val="976384831"/>
      </c:lineChart>
      <c:lineChart>
        <c:grouping val="standard"/>
        <c:varyColors val="0"/>
        <c:ser>
          <c:idx val="0"/>
          <c:order val="0"/>
          <c:tx>
            <c:strRef>
              <c:f>Mixed_Performance!$A$1</c:f>
              <c:strCache>
                <c:ptCount val="1"/>
                <c:pt idx="0">
                  <c:v>Sakura2チップ内温度</c:v>
                </c:pt>
              </c:strCache>
            </c:strRef>
          </c:tx>
          <c:spPr>
            <a:ln w="12700" cap="rnd">
              <a:solidFill>
                <a:schemeClr val="accent1"/>
              </a:solidFill>
              <a:round/>
            </a:ln>
            <a:effectLst/>
          </c:spPr>
          <c:marker>
            <c:symbol val="none"/>
          </c:marker>
          <c:val>
            <c:numRef>
              <c:f>Mixed_Performance!$A$2:$A$3615</c:f>
              <c:numCache>
                <c:formatCode>General</c:formatCode>
                <c:ptCount val="3614"/>
                <c:pt idx="0">
                  <c:v>58</c:v>
                </c:pt>
                <c:pt idx="1">
                  <c:v>58</c:v>
                </c:pt>
                <c:pt idx="2">
                  <c:v>58</c:v>
                </c:pt>
                <c:pt idx="3">
                  <c:v>58</c:v>
                </c:pt>
                <c:pt idx="4">
                  <c:v>58</c:v>
                </c:pt>
                <c:pt idx="5">
                  <c:v>58</c:v>
                </c:pt>
                <c:pt idx="6">
                  <c:v>58</c:v>
                </c:pt>
                <c:pt idx="7">
                  <c:v>58</c:v>
                </c:pt>
                <c:pt idx="8">
                  <c:v>58</c:v>
                </c:pt>
                <c:pt idx="9">
                  <c:v>58</c:v>
                </c:pt>
                <c:pt idx="10">
                  <c:v>58</c:v>
                </c:pt>
                <c:pt idx="11">
                  <c:v>58</c:v>
                </c:pt>
                <c:pt idx="12">
                  <c:v>58</c:v>
                </c:pt>
                <c:pt idx="13">
                  <c:v>58</c:v>
                </c:pt>
                <c:pt idx="14">
                  <c:v>61</c:v>
                </c:pt>
                <c:pt idx="15">
                  <c:v>61</c:v>
                </c:pt>
                <c:pt idx="16">
                  <c:v>62</c:v>
                </c:pt>
                <c:pt idx="17">
                  <c:v>62</c:v>
                </c:pt>
                <c:pt idx="18">
                  <c:v>62</c:v>
                </c:pt>
                <c:pt idx="19">
                  <c:v>62</c:v>
                </c:pt>
                <c:pt idx="20">
                  <c:v>62</c:v>
                </c:pt>
                <c:pt idx="21">
                  <c:v>62</c:v>
                </c:pt>
                <c:pt idx="22">
                  <c:v>62</c:v>
                </c:pt>
                <c:pt idx="23">
                  <c:v>62</c:v>
                </c:pt>
                <c:pt idx="24">
                  <c:v>62</c:v>
                </c:pt>
                <c:pt idx="25">
                  <c:v>62</c:v>
                </c:pt>
                <c:pt idx="26">
                  <c:v>62</c:v>
                </c:pt>
                <c:pt idx="27">
                  <c:v>62</c:v>
                </c:pt>
                <c:pt idx="28">
                  <c:v>62</c:v>
                </c:pt>
                <c:pt idx="29">
                  <c:v>62</c:v>
                </c:pt>
                <c:pt idx="30">
                  <c:v>62</c:v>
                </c:pt>
                <c:pt idx="31">
                  <c:v>62</c:v>
                </c:pt>
                <c:pt idx="32">
                  <c:v>62</c:v>
                </c:pt>
                <c:pt idx="33">
                  <c:v>62</c:v>
                </c:pt>
                <c:pt idx="34">
                  <c:v>62</c:v>
                </c:pt>
                <c:pt idx="35">
                  <c:v>62</c:v>
                </c:pt>
                <c:pt idx="36">
                  <c:v>62</c:v>
                </c:pt>
                <c:pt idx="37">
                  <c:v>62</c:v>
                </c:pt>
                <c:pt idx="38">
                  <c:v>62</c:v>
                </c:pt>
                <c:pt idx="39">
                  <c:v>62</c:v>
                </c:pt>
                <c:pt idx="40">
                  <c:v>62</c:v>
                </c:pt>
                <c:pt idx="41">
                  <c:v>62</c:v>
                </c:pt>
                <c:pt idx="42">
                  <c:v>62</c:v>
                </c:pt>
                <c:pt idx="43">
                  <c:v>62</c:v>
                </c:pt>
                <c:pt idx="44">
                  <c:v>62</c:v>
                </c:pt>
                <c:pt idx="45">
                  <c:v>62</c:v>
                </c:pt>
                <c:pt idx="46">
                  <c:v>63</c:v>
                </c:pt>
                <c:pt idx="47">
                  <c:v>63</c:v>
                </c:pt>
                <c:pt idx="48">
                  <c:v>63</c:v>
                </c:pt>
                <c:pt idx="49">
                  <c:v>63</c:v>
                </c:pt>
                <c:pt idx="50">
                  <c:v>63</c:v>
                </c:pt>
                <c:pt idx="51">
                  <c:v>63</c:v>
                </c:pt>
                <c:pt idx="52">
                  <c:v>63</c:v>
                </c:pt>
                <c:pt idx="53">
                  <c:v>63</c:v>
                </c:pt>
                <c:pt idx="54">
                  <c:v>63</c:v>
                </c:pt>
                <c:pt idx="55">
                  <c:v>63</c:v>
                </c:pt>
                <c:pt idx="56">
                  <c:v>63</c:v>
                </c:pt>
                <c:pt idx="57">
                  <c:v>63</c:v>
                </c:pt>
                <c:pt idx="58">
                  <c:v>63</c:v>
                </c:pt>
                <c:pt idx="59">
                  <c:v>63</c:v>
                </c:pt>
                <c:pt idx="60">
                  <c:v>63</c:v>
                </c:pt>
                <c:pt idx="61">
                  <c:v>63</c:v>
                </c:pt>
                <c:pt idx="62">
                  <c:v>63</c:v>
                </c:pt>
                <c:pt idx="63">
                  <c:v>64</c:v>
                </c:pt>
                <c:pt idx="64">
                  <c:v>64</c:v>
                </c:pt>
                <c:pt idx="65">
                  <c:v>64</c:v>
                </c:pt>
                <c:pt idx="66">
                  <c:v>64</c:v>
                </c:pt>
                <c:pt idx="67">
                  <c:v>64</c:v>
                </c:pt>
                <c:pt idx="68">
                  <c:v>64</c:v>
                </c:pt>
                <c:pt idx="69">
                  <c:v>64</c:v>
                </c:pt>
                <c:pt idx="70">
                  <c:v>64</c:v>
                </c:pt>
                <c:pt idx="71">
                  <c:v>64</c:v>
                </c:pt>
                <c:pt idx="72">
                  <c:v>64</c:v>
                </c:pt>
                <c:pt idx="73">
                  <c:v>64</c:v>
                </c:pt>
                <c:pt idx="74">
                  <c:v>64</c:v>
                </c:pt>
                <c:pt idx="75">
                  <c:v>64</c:v>
                </c:pt>
                <c:pt idx="76">
                  <c:v>64</c:v>
                </c:pt>
                <c:pt idx="77">
                  <c:v>64</c:v>
                </c:pt>
                <c:pt idx="78">
                  <c:v>64</c:v>
                </c:pt>
                <c:pt idx="79">
                  <c:v>64</c:v>
                </c:pt>
                <c:pt idx="80">
                  <c:v>64</c:v>
                </c:pt>
                <c:pt idx="81">
                  <c:v>64</c:v>
                </c:pt>
                <c:pt idx="82">
                  <c:v>64</c:v>
                </c:pt>
                <c:pt idx="83">
                  <c:v>64</c:v>
                </c:pt>
                <c:pt idx="84">
                  <c:v>64</c:v>
                </c:pt>
                <c:pt idx="85">
                  <c:v>64</c:v>
                </c:pt>
                <c:pt idx="86">
                  <c:v>65</c:v>
                </c:pt>
                <c:pt idx="87">
                  <c:v>65</c:v>
                </c:pt>
                <c:pt idx="88">
                  <c:v>64</c:v>
                </c:pt>
                <c:pt idx="89">
                  <c:v>65</c:v>
                </c:pt>
                <c:pt idx="90">
                  <c:v>65</c:v>
                </c:pt>
                <c:pt idx="91">
                  <c:v>65</c:v>
                </c:pt>
                <c:pt idx="92">
                  <c:v>65</c:v>
                </c:pt>
                <c:pt idx="93">
                  <c:v>65</c:v>
                </c:pt>
                <c:pt idx="94">
                  <c:v>65</c:v>
                </c:pt>
                <c:pt idx="95">
                  <c:v>65</c:v>
                </c:pt>
                <c:pt idx="96">
                  <c:v>65</c:v>
                </c:pt>
                <c:pt idx="97">
                  <c:v>65</c:v>
                </c:pt>
                <c:pt idx="98">
                  <c:v>65</c:v>
                </c:pt>
                <c:pt idx="99">
                  <c:v>65</c:v>
                </c:pt>
                <c:pt idx="100">
                  <c:v>65</c:v>
                </c:pt>
                <c:pt idx="101">
                  <c:v>65</c:v>
                </c:pt>
                <c:pt idx="102">
                  <c:v>65</c:v>
                </c:pt>
                <c:pt idx="103">
                  <c:v>65</c:v>
                </c:pt>
                <c:pt idx="104">
                  <c:v>65</c:v>
                </c:pt>
                <c:pt idx="105">
                  <c:v>65</c:v>
                </c:pt>
                <c:pt idx="106">
                  <c:v>65</c:v>
                </c:pt>
                <c:pt idx="107">
                  <c:v>65</c:v>
                </c:pt>
                <c:pt idx="108">
                  <c:v>65</c:v>
                </c:pt>
                <c:pt idx="109">
                  <c:v>65</c:v>
                </c:pt>
                <c:pt idx="110">
                  <c:v>65</c:v>
                </c:pt>
                <c:pt idx="111">
                  <c:v>65</c:v>
                </c:pt>
                <c:pt idx="112">
                  <c:v>65</c:v>
                </c:pt>
                <c:pt idx="113">
                  <c:v>65</c:v>
                </c:pt>
                <c:pt idx="114">
                  <c:v>65</c:v>
                </c:pt>
                <c:pt idx="115">
                  <c:v>65</c:v>
                </c:pt>
                <c:pt idx="116">
                  <c:v>66</c:v>
                </c:pt>
                <c:pt idx="117">
                  <c:v>66</c:v>
                </c:pt>
                <c:pt idx="118">
                  <c:v>66</c:v>
                </c:pt>
                <c:pt idx="119">
                  <c:v>66</c:v>
                </c:pt>
                <c:pt idx="120">
                  <c:v>66</c:v>
                </c:pt>
                <c:pt idx="121">
                  <c:v>66</c:v>
                </c:pt>
                <c:pt idx="122">
                  <c:v>66</c:v>
                </c:pt>
                <c:pt idx="123">
                  <c:v>66</c:v>
                </c:pt>
                <c:pt idx="124">
                  <c:v>66</c:v>
                </c:pt>
                <c:pt idx="125">
                  <c:v>66</c:v>
                </c:pt>
                <c:pt idx="126">
                  <c:v>66</c:v>
                </c:pt>
                <c:pt idx="127">
                  <c:v>66</c:v>
                </c:pt>
                <c:pt idx="128">
                  <c:v>66</c:v>
                </c:pt>
                <c:pt idx="129">
                  <c:v>66</c:v>
                </c:pt>
                <c:pt idx="130">
                  <c:v>66</c:v>
                </c:pt>
                <c:pt idx="131">
                  <c:v>66</c:v>
                </c:pt>
                <c:pt idx="132">
                  <c:v>66</c:v>
                </c:pt>
                <c:pt idx="133">
                  <c:v>66</c:v>
                </c:pt>
                <c:pt idx="134">
                  <c:v>66</c:v>
                </c:pt>
                <c:pt idx="135">
                  <c:v>66</c:v>
                </c:pt>
                <c:pt idx="136">
                  <c:v>66</c:v>
                </c:pt>
                <c:pt idx="137">
                  <c:v>66</c:v>
                </c:pt>
                <c:pt idx="138">
                  <c:v>66</c:v>
                </c:pt>
                <c:pt idx="139">
                  <c:v>66</c:v>
                </c:pt>
                <c:pt idx="140">
                  <c:v>66</c:v>
                </c:pt>
                <c:pt idx="141">
                  <c:v>66</c:v>
                </c:pt>
                <c:pt idx="142">
                  <c:v>66</c:v>
                </c:pt>
                <c:pt idx="143">
                  <c:v>66</c:v>
                </c:pt>
                <c:pt idx="144">
                  <c:v>66</c:v>
                </c:pt>
                <c:pt idx="145">
                  <c:v>66</c:v>
                </c:pt>
                <c:pt idx="146">
                  <c:v>66</c:v>
                </c:pt>
                <c:pt idx="147">
                  <c:v>66</c:v>
                </c:pt>
                <c:pt idx="148">
                  <c:v>66</c:v>
                </c:pt>
                <c:pt idx="149">
                  <c:v>66</c:v>
                </c:pt>
                <c:pt idx="150">
                  <c:v>66</c:v>
                </c:pt>
                <c:pt idx="151">
                  <c:v>66</c:v>
                </c:pt>
                <c:pt idx="152">
                  <c:v>66</c:v>
                </c:pt>
                <c:pt idx="153">
                  <c:v>66</c:v>
                </c:pt>
                <c:pt idx="154">
                  <c:v>66</c:v>
                </c:pt>
                <c:pt idx="155">
                  <c:v>66</c:v>
                </c:pt>
                <c:pt idx="156">
                  <c:v>66</c:v>
                </c:pt>
                <c:pt idx="157">
                  <c:v>66</c:v>
                </c:pt>
                <c:pt idx="158">
                  <c:v>66</c:v>
                </c:pt>
                <c:pt idx="159">
                  <c:v>66</c:v>
                </c:pt>
                <c:pt idx="160">
                  <c:v>66</c:v>
                </c:pt>
                <c:pt idx="161">
                  <c:v>66</c:v>
                </c:pt>
                <c:pt idx="162">
                  <c:v>66</c:v>
                </c:pt>
                <c:pt idx="163">
                  <c:v>66</c:v>
                </c:pt>
                <c:pt idx="164">
                  <c:v>66</c:v>
                </c:pt>
                <c:pt idx="165">
                  <c:v>66</c:v>
                </c:pt>
                <c:pt idx="166">
                  <c:v>66</c:v>
                </c:pt>
                <c:pt idx="167">
                  <c:v>66</c:v>
                </c:pt>
                <c:pt idx="168">
                  <c:v>66</c:v>
                </c:pt>
                <c:pt idx="169">
                  <c:v>66</c:v>
                </c:pt>
                <c:pt idx="170">
                  <c:v>66</c:v>
                </c:pt>
                <c:pt idx="171">
                  <c:v>66</c:v>
                </c:pt>
                <c:pt idx="172">
                  <c:v>66</c:v>
                </c:pt>
                <c:pt idx="173">
                  <c:v>66</c:v>
                </c:pt>
                <c:pt idx="174">
                  <c:v>66</c:v>
                </c:pt>
                <c:pt idx="175">
                  <c:v>66</c:v>
                </c:pt>
                <c:pt idx="176">
                  <c:v>66</c:v>
                </c:pt>
                <c:pt idx="177">
                  <c:v>66</c:v>
                </c:pt>
                <c:pt idx="178">
                  <c:v>66</c:v>
                </c:pt>
                <c:pt idx="179">
                  <c:v>66</c:v>
                </c:pt>
                <c:pt idx="180">
                  <c:v>66</c:v>
                </c:pt>
                <c:pt idx="181">
                  <c:v>66</c:v>
                </c:pt>
                <c:pt idx="182">
                  <c:v>66</c:v>
                </c:pt>
                <c:pt idx="183">
                  <c:v>66</c:v>
                </c:pt>
                <c:pt idx="184">
                  <c:v>66</c:v>
                </c:pt>
                <c:pt idx="185">
                  <c:v>67</c:v>
                </c:pt>
                <c:pt idx="186">
                  <c:v>66</c:v>
                </c:pt>
                <c:pt idx="187">
                  <c:v>67</c:v>
                </c:pt>
                <c:pt idx="188">
                  <c:v>67</c:v>
                </c:pt>
                <c:pt idx="189">
                  <c:v>67</c:v>
                </c:pt>
                <c:pt idx="190">
                  <c:v>67</c:v>
                </c:pt>
                <c:pt idx="191">
                  <c:v>67</c:v>
                </c:pt>
                <c:pt idx="192">
                  <c:v>67</c:v>
                </c:pt>
                <c:pt idx="193">
                  <c:v>67</c:v>
                </c:pt>
                <c:pt idx="194">
                  <c:v>67</c:v>
                </c:pt>
                <c:pt idx="195">
                  <c:v>67</c:v>
                </c:pt>
                <c:pt idx="196">
                  <c:v>67</c:v>
                </c:pt>
                <c:pt idx="197">
                  <c:v>67</c:v>
                </c:pt>
                <c:pt idx="198">
                  <c:v>67</c:v>
                </c:pt>
                <c:pt idx="199">
                  <c:v>67</c:v>
                </c:pt>
                <c:pt idx="200">
                  <c:v>66</c:v>
                </c:pt>
                <c:pt idx="201">
                  <c:v>66</c:v>
                </c:pt>
                <c:pt idx="202">
                  <c:v>67</c:v>
                </c:pt>
                <c:pt idx="203">
                  <c:v>67</c:v>
                </c:pt>
                <c:pt idx="204">
                  <c:v>67</c:v>
                </c:pt>
                <c:pt idx="205">
                  <c:v>67</c:v>
                </c:pt>
                <c:pt idx="206">
                  <c:v>67</c:v>
                </c:pt>
                <c:pt idx="207">
                  <c:v>67</c:v>
                </c:pt>
                <c:pt idx="208">
                  <c:v>67</c:v>
                </c:pt>
                <c:pt idx="209">
                  <c:v>67</c:v>
                </c:pt>
                <c:pt idx="210">
                  <c:v>67</c:v>
                </c:pt>
                <c:pt idx="211">
                  <c:v>67</c:v>
                </c:pt>
                <c:pt idx="212">
                  <c:v>66</c:v>
                </c:pt>
                <c:pt idx="213">
                  <c:v>66</c:v>
                </c:pt>
                <c:pt idx="214">
                  <c:v>66</c:v>
                </c:pt>
                <c:pt idx="215">
                  <c:v>66</c:v>
                </c:pt>
                <c:pt idx="216">
                  <c:v>67</c:v>
                </c:pt>
                <c:pt idx="217">
                  <c:v>67</c:v>
                </c:pt>
                <c:pt idx="218">
                  <c:v>67</c:v>
                </c:pt>
                <c:pt idx="219">
                  <c:v>67</c:v>
                </c:pt>
                <c:pt idx="220">
                  <c:v>67</c:v>
                </c:pt>
                <c:pt idx="221">
                  <c:v>67</c:v>
                </c:pt>
                <c:pt idx="222">
                  <c:v>67</c:v>
                </c:pt>
                <c:pt idx="223">
                  <c:v>67</c:v>
                </c:pt>
                <c:pt idx="224">
                  <c:v>67</c:v>
                </c:pt>
                <c:pt idx="225">
                  <c:v>67</c:v>
                </c:pt>
                <c:pt idx="226">
                  <c:v>67</c:v>
                </c:pt>
                <c:pt idx="227">
                  <c:v>67</c:v>
                </c:pt>
                <c:pt idx="228">
                  <c:v>67</c:v>
                </c:pt>
                <c:pt idx="229">
                  <c:v>67</c:v>
                </c:pt>
                <c:pt idx="230">
                  <c:v>67</c:v>
                </c:pt>
                <c:pt idx="231">
                  <c:v>67</c:v>
                </c:pt>
                <c:pt idx="232">
                  <c:v>67</c:v>
                </c:pt>
                <c:pt idx="233">
                  <c:v>67</c:v>
                </c:pt>
                <c:pt idx="234">
                  <c:v>67</c:v>
                </c:pt>
                <c:pt idx="235">
                  <c:v>67</c:v>
                </c:pt>
                <c:pt idx="236">
                  <c:v>67</c:v>
                </c:pt>
                <c:pt idx="237">
                  <c:v>67</c:v>
                </c:pt>
                <c:pt idx="238">
                  <c:v>67</c:v>
                </c:pt>
                <c:pt idx="239">
                  <c:v>67</c:v>
                </c:pt>
                <c:pt idx="240">
                  <c:v>67</c:v>
                </c:pt>
                <c:pt idx="241">
                  <c:v>67</c:v>
                </c:pt>
                <c:pt idx="242">
                  <c:v>67</c:v>
                </c:pt>
                <c:pt idx="243">
                  <c:v>67</c:v>
                </c:pt>
                <c:pt idx="244">
                  <c:v>67</c:v>
                </c:pt>
                <c:pt idx="245">
                  <c:v>67</c:v>
                </c:pt>
                <c:pt idx="246">
                  <c:v>67</c:v>
                </c:pt>
                <c:pt idx="247">
                  <c:v>67</c:v>
                </c:pt>
                <c:pt idx="248">
                  <c:v>67</c:v>
                </c:pt>
                <c:pt idx="249">
                  <c:v>67</c:v>
                </c:pt>
                <c:pt idx="250">
                  <c:v>67</c:v>
                </c:pt>
                <c:pt idx="251">
                  <c:v>67</c:v>
                </c:pt>
                <c:pt idx="252">
                  <c:v>67</c:v>
                </c:pt>
                <c:pt idx="253">
                  <c:v>66</c:v>
                </c:pt>
                <c:pt idx="254">
                  <c:v>67</c:v>
                </c:pt>
                <c:pt idx="255">
                  <c:v>67</c:v>
                </c:pt>
                <c:pt idx="256">
                  <c:v>67</c:v>
                </c:pt>
                <c:pt idx="257">
                  <c:v>67</c:v>
                </c:pt>
                <c:pt idx="258">
                  <c:v>67</c:v>
                </c:pt>
                <c:pt idx="259">
                  <c:v>67</c:v>
                </c:pt>
                <c:pt idx="260">
                  <c:v>67</c:v>
                </c:pt>
                <c:pt idx="261">
                  <c:v>67</c:v>
                </c:pt>
                <c:pt idx="262">
                  <c:v>67</c:v>
                </c:pt>
                <c:pt idx="263">
                  <c:v>67</c:v>
                </c:pt>
                <c:pt idx="264">
                  <c:v>67</c:v>
                </c:pt>
                <c:pt idx="265">
                  <c:v>67</c:v>
                </c:pt>
                <c:pt idx="266">
                  <c:v>67</c:v>
                </c:pt>
                <c:pt idx="267">
                  <c:v>67</c:v>
                </c:pt>
                <c:pt idx="268">
                  <c:v>67</c:v>
                </c:pt>
                <c:pt idx="269">
                  <c:v>67</c:v>
                </c:pt>
                <c:pt idx="270">
                  <c:v>67</c:v>
                </c:pt>
                <c:pt idx="271">
                  <c:v>67</c:v>
                </c:pt>
                <c:pt idx="272">
                  <c:v>67</c:v>
                </c:pt>
                <c:pt idx="273">
                  <c:v>67</c:v>
                </c:pt>
                <c:pt idx="274">
                  <c:v>67</c:v>
                </c:pt>
                <c:pt idx="275">
                  <c:v>67</c:v>
                </c:pt>
                <c:pt idx="276">
                  <c:v>67</c:v>
                </c:pt>
                <c:pt idx="277">
                  <c:v>67</c:v>
                </c:pt>
                <c:pt idx="278">
                  <c:v>67</c:v>
                </c:pt>
                <c:pt idx="279">
                  <c:v>67</c:v>
                </c:pt>
                <c:pt idx="280">
                  <c:v>66</c:v>
                </c:pt>
                <c:pt idx="281">
                  <c:v>66</c:v>
                </c:pt>
                <c:pt idx="282">
                  <c:v>67</c:v>
                </c:pt>
                <c:pt idx="283">
                  <c:v>67</c:v>
                </c:pt>
                <c:pt idx="284">
                  <c:v>67</c:v>
                </c:pt>
                <c:pt idx="285">
                  <c:v>67</c:v>
                </c:pt>
                <c:pt idx="286">
                  <c:v>67</c:v>
                </c:pt>
                <c:pt idx="287">
                  <c:v>66</c:v>
                </c:pt>
                <c:pt idx="288">
                  <c:v>66</c:v>
                </c:pt>
                <c:pt idx="289">
                  <c:v>67</c:v>
                </c:pt>
                <c:pt idx="290">
                  <c:v>67</c:v>
                </c:pt>
                <c:pt idx="291">
                  <c:v>67</c:v>
                </c:pt>
                <c:pt idx="292">
                  <c:v>66</c:v>
                </c:pt>
                <c:pt idx="293">
                  <c:v>66</c:v>
                </c:pt>
                <c:pt idx="294">
                  <c:v>67</c:v>
                </c:pt>
                <c:pt idx="295">
                  <c:v>67</c:v>
                </c:pt>
                <c:pt idx="296">
                  <c:v>67</c:v>
                </c:pt>
                <c:pt idx="297">
                  <c:v>66</c:v>
                </c:pt>
                <c:pt idx="298">
                  <c:v>66</c:v>
                </c:pt>
                <c:pt idx="299">
                  <c:v>67</c:v>
                </c:pt>
                <c:pt idx="300">
                  <c:v>67</c:v>
                </c:pt>
                <c:pt idx="301">
                  <c:v>67</c:v>
                </c:pt>
                <c:pt idx="302">
                  <c:v>67</c:v>
                </c:pt>
                <c:pt idx="303">
                  <c:v>66</c:v>
                </c:pt>
                <c:pt idx="304">
                  <c:v>67</c:v>
                </c:pt>
                <c:pt idx="305">
                  <c:v>67</c:v>
                </c:pt>
                <c:pt idx="306">
                  <c:v>67</c:v>
                </c:pt>
                <c:pt idx="307">
                  <c:v>67</c:v>
                </c:pt>
                <c:pt idx="308">
                  <c:v>67</c:v>
                </c:pt>
                <c:pt idx="309">
                  <c:v>67</c:v>
                </c:pt>
                <c:pt idx="310">
                  <c:v>67</c:v>
                </c:pt>
                <c:pt idx="311">
                  <c:v>67</c:v>
                </c:pt>
                <c:pt idx="312">
                  <c:v>66</c:v>
                </c:pt>
                <c:pt idx="313">
                  <c:v>66</c:v>
                </c:pt>
                <c:pt idx="314">
                  <c:v>67</c:v>
                </c:pt>
                <c:pt idx="315">
                  <c:v>67</c:v>
                </c:pt>
                <c:pt idx="316">
                  <c:v>67</c:v>
                </c:pt>
                <c:pt idx="317">
                  <c:v>67</c:v>
                </c:pt>
                <c:pt idx="318">
                  <c:v>67</c:v>
                </c:pt>
                <c:pt idx="319">
                  <c:v>67</c:v>
                </c:pt>
                <c:pt idx="320">
                  <c:v>67</c:v>
                </c:pt>
                <c:pt idx="321">
                  <c:v>67</c:v>
                </c:pt>
                <c:pt idx="322">
                  <c:v>67</c:v>
                </c:pt>
                <c:pt idx="323">
                  <c:v>67</c:v>
                </c:pt>
                <c:pt idx="324">
                  <c:v>67</c:v>
                </c:pt>
                <c:pt idx="325">
                  <c:v>67</c:v>
                </c:pt>
                <c:pt idx="326">
                  <c:v>67</c:v>
                </c:pt>
                <c:pt idx="327">
                  <c:v>67</c:v>
                </c:pt>
                <c:pt idx="328">
                  <c:v>67</c:v>
                </c:pt>
                <c:pt idx="329">
                  <c:v>67</c:v>
                </c:pt>
                <c:pt idx="330">
                  <c:v>66</c:v>
                </c:pt>
                <c:pt idx="331">
                  <c:v>67</c:v>
                </c:pt>
                <c:pt idx="332">
                  <c:v>67</c:v>
                </c:pt>
                <c:pt idx="333">
                  <c:v>67</c:v>
                </c:pt>
                <c:pt idx="334">
                  <c:v>66</c:v>
                </c:pt>
                <c:pt idx="335">
                  <c:v>66</c:v>
                </c:pt>
                <c:pt idx="336">
                  <c:v>66</c:v>
                </c:pt>
                <c:pt idx="337">
                  <c:v>66</c:v>
                </c:pt>
                <c:pt idx="338">
                  <c:v>67</c:v>
                </c:pt>
                <c:pt idx="339">
                  <c:v>67</c:v>
                </c:pt>
                <c:pt idx="340">
                  <c:v>67</c:v>
                </c:pt>
                <c:pt idx="341">
                  <c:v>67</c:v>
                </c:pt>
                <c:pt idx="342">
                  <c:v>67</c:v>
                </c:pt>
                <c:pt idx="343">
                  <c:v>67</c:v>
                </c:pt>
                <c:pt idx="344">
                  <c:v>67</c:v>
                </c:pt>
                <c:pt idx="345">
                  <c:v>67</c:v>
                </c:pt>
                <c:pt idx="346">
                  <c:v>67</c:v>
                </c:pt>
                <c:pt idx="347">
                  <c:v>67</c:v>
                </c:pt>
                <c:pt idx="348">
                  <c:v>66</c:v>
                </c:pt>
                <c:pt idx="349">
                  <c:v>66</c:v>
                </c:pt>
                <c:pt idx="350">
                  <c:v>66</c:v>
                </c:pt>
                <c:pt idx="351">
                  <c:v>66</c:v>
                </c:pt>
                <c:pt idx="352">
                  <c:v>66</c:v>
                </c:pt>
                <c:pt idx="353">
                  <c:v>66</c:v>
                </c:pt>
                <c:pt idx="354">
                  <c:v>66</c:v>
                </c:pt>
                <c:pt idx="355">
                  <c:v>66</c:v>
                </c:pt>
                <c:pt idx="356">
                  <c:v>66</c:v>
                </c:pt>
                <c:pt idx="357">
                  <c:v>66</c:v>
                </c:pt>
                <c:pt idx="358">
                  <c:v>66</c:v>
                </c:pt>
                <c:pt idx="359">
                  <c:v>66</c:v>
                </c:pt>
                <c:pt idx="360">
                  <c:v>66</c:v>
                </c:pt>
                <c:pt idx="361">
                  <c:v>66</c:v>
                </c:pt>
                <c:pt idx="362">
                  <c:v>66</c:v>
                </c:pt>
                <c:pt idx="363">
                  <c:v>66</c:v>
                </c:pt>
                <c:pt idx="364">
                  <c:v>66</c:v>
                </c:pt>
                <c:pt idx="365">
                  <c:v>66</c:v>
                </c:pt>
                <c:pt idx="366">
                  <c:v>66</c:v>
                </c:pt>
                <c:pt idx="367">
                  <c:v>66</c:v>
                </c:pt>
                <c:pt idx="368">
                  <c:v>66</c:v>
                </c:pt>
                <c:pt idx="369">
                  <c:v>66</c:v>
                </c:pt>
                <c:pt idx="370">
                  <c:v>66</c:v>
                </c:pt>
                <c:pt idx="371">
                  <c:v>66</c:v>
                </c:pt>
                <c:pt idx="372">
                  <c:v>66</c:v>
                </c:pt>
                <c:pt idx="373">
                  <c:v>66</c:v>
                </c:pt>
                <c:pt idx="374">
                  <c:v>66</c:v>
                </c:pt>
                <c:pt idx="375">
                  <c:v>66</c:v>
                </c:pt>
                <c:pt idx="376">
                  <c:v>66</c:v>
                </c:pt>
                <c:pt idx="377">
                  <c:v>66</c:v>
                </c:pt>
                <c:pt idx="378">
                  <c:v>66</c:v>
                </c:pt>
                <c:pt idx="379">
                  <c:v>66</c:v>
                </c:pt>
                <c:pt idx="380">
                  <c:v>66</c:v>
                </c:pt>
                <c:pt idx="381">
                  <c:v>66</c:v>
                </c:pt>
                <c:pt idx="382">
                  <c:v>66</c:v>
                </c:pt>
                <c:pt idx="383">
                  <c:v>66</c:v>
                </c:pt>
                <c:pt idx="384">
                  <c:v>66</c:v>
                </c:pt>
                <c:pt idx="385">
                  <c:v>66</c:v>
                </c:pt>
                <c:pt idx="386">
                  <c:v>66</c:v>
                </c:pt>
                <c:pt idx="387">
                  <c:v>66</c:v>
                </c:pt>
                <c:pt idx="388">
                  <c:v>66</c:v>
                </c:pt>
                <c:pt idx="389">
                  <c:v>66</c:v>
                </c:pt>
                <c:pt idx="390">
                  <c:v>66</c:v>
                </c:pt>
                <c:pt idx="391">
                  <c:v>66</c:v>
                </c:pt>
                <c:pt idx="392">
                  <c:v>66</c:v>
                </c:pt>
                <c:pt idx="393">
                  <c:v>66</c:v>
                </c:pt>
                <c:pt idx="394">
                  <c:v>66</c:v>
                </c:pt>
                <c:pt idx="395">
                  <c:v>66</c:v>
                </c:pt>
                <c:pt idx="396">
                  <c:v>66</c:v>
                </c:pt>
                <c:pt idx="397">
                  <c:v>66</c:v>
                </c:pt>
                <c:pt idx="398">
                  <c:v>66</c:v>
                </c:pt>
                <c:pt idx="399">
                  <c:v>66</c:v>
                </c:pt>
                <c:pt idx="400">
                  <c:v>66</c:v>
                </c:pt>
                <c:pt idx="401">
                  <c:v>66</c:v>
                </c:pt>
                <c:pt idx="402">
                  <c:v>66</c:v>
                </c:pt>
                <c:pt idx="403">
                  <c:v>66</c:v>
                </c:pt>
                <c:pt idx="404">
                  <c:v>66</c:v>
                </c:pt>
                <c:pt idx="405">
                  <c:v>66</c:v>
                </c:pt>
                <c:pt idx="406">
                  <c:v>66</c:v>
                </c:pt>
                <c:pt idx="407">
                  <c:v>66</c:v>
                </c:pt>
                <c:pt idx="408">
                  <c:v>66</c:v>
                </c:pt>
                <c:pt idx="409">
                  <c:v>66</c:v>
                </c:pt>
                <c:pt idx="410">
                  <c:v>66</c:v>
                </c:pt>
                <c:pt idx="411">
                  <c:v>66</c:v>
                </c:pt>
                <c:pt idx="412">
                  <c:v>66</c:v>
                </c:pt>
                <c:pt idx="413">
                  <c:v>66</c:v>
                </c:pt>
                <c:pt idx="414">
                  <c:v>66</c:v>
                </c:pt>
                <c:pt idx="415">
                  <c:v>66</c:v>
                </c:pt>
                <c:pt idx="416">
                  <c:v>66</c:v>
                </c:pt>
                <c:pt idx="417">
                  <c:v>66</c:v>
                </c:pt>
                <c:pt idx="418">
                  <c:v>66</c:v>
                </c:pt>
                <c:pt idx="419">
                  <c:v>66</c:v>
                </c:pt>
                <c:pt idx="420">
                  <c:v>66</c:v>
                </c:pt>
                <c:pt idx="421">
                  <c:v>66</c:v>
                </c:pt>
                <c:pt idx="422">
                  <c:v>66</c:v>
                </c:pt>
                <c:pt idx="423">
                  <c:v>66</c:v>
                </c:pt>
                <c:pt idx="424">
                  <c:v>66</c:v>
                </c:pt>
                <c:pt idx="425">
                  <c:v>66</c:v>
                </c:pt>
                <c:pt idx="426">
                  <c:v>66</c:v>
                </c:pt>
                <c:pt idx="427">
                  <c:v>66</c:v>
                </c:pt>
                <c:pt idx="428">
                  <c:v>66</c:v>
                </c:pt>
                <c:pt idx="429">
                  <c:v>66</c:v>
                </c:pt>
                <c:pt idx="430">
                  <c:v>66</c:v>
                </c:pt>
                <c:pt idx="431">
                  <c:v>66</c:v>
                </c:pt>
                <c:pt idx="432">
                  <c:v>66</c:v>
                </c:pt>
                <c:pt idx="433">
                  <c:v>66</c:v>
                </c:pt>
                <c:pt idx="434">
                  <c:v>66</c:v>
                </c:pt>
                <c:pt idx="435">
                  <c:v>66</c:v>
                </c:pt>
                <c:pt idx="436">
                  <c:v>66</c:v>
                </c:pt>
                <c:pt idx="437">
                  <c:v>66</c:v>
                </c:pt>
                <c:pt idx="438">
                  <c:v>66</c:v>
                </c:pt>
                <c:pt idx="439">
                  <c:v>66</c:v>
                </c:pt>
                <c:pt idx="440">
                  <c:v>66</c:v>
                </c:pt>
                <c:pt idx="441">
                  <c:v>66</c:v>
                </c:pt>
                <c:pt idx="442">
                  <c:v>66</c:v>
                </c:pt>
                <c:pt idx="443">
                  <c:v>66</c:v>
                </c:pt>
                <c:pt idx="444">
                  <c:v>66</c:v>
                </c:pt>
                <c:pt idx="445">
                  <c:v>66</c:v>
                </c:pt>
                <c:pt idx="446">
                  <c:v>66</c:v>
                </c:pt>
                <c:pt idx="447">
                  <c:v>66</c:v>
                </c:pt>
                <c:pt idx="448">
                  <c:v>66</c:v>
                </c:pt>
                <c:pt idx="449">
                  <c:v>66</c:v>
                </c:pt>
                <c:pt idx="450">
                  <c:v>67</c:v>
                </c:pt>
                <c:pt idx="451">
                  <c:v>67</c:v>
                </c:pt>
                <c:pt idx="452">
                  <c:v>67</c:v>
                </c:pt>
                <c:pt idx="453">
                  <c:v>66</c:v>
                </c:pt>
                <c:pt idx="454">
                  <c:v>67</c:v>
                </c:pt>
                <c:pt idx="455">
                  <c:v>66</c:v>
                </c:pt>
                <c:pt idx="456">
                  <c:v>66</c:v>
                </c:pt>
                <c:pt idx="457">
                  <c:v>67</c:v>
                </c:pt>
                <c:pt idx="458">
                  <c:v>67</c:v>
                </c:pt>
                <c:pt idx="459">
                  <c:v>66</c:v>
                </c:pt>
                <c:pt idx="460">
                  <c:v>67</c:v>
                </c:pt>
                <c:pt idx="461">
                  <c:v>67</c:v>
                </c:pt>
                <c:pt idx="462">
                  <c:v>66</c:v>
                </c:pt>
                <c:pt idx="463">
                  <c:v>66</c:v>
                </c:pt>
                <c:pt idx="464">
                  <c:v>66</c:v>
                </c:pt>
                <c:pt idx="465">
                  <c:v>66</c:v>
                </c:pt>
                <c:pt idx="466">
                  <c:v>67</c:v>
                </c:pt>
                <c:pt idx="467">
                  <c:v>66</c:v>
                </c:pt>
                <c:pt idx="468">
                  <c:v>66</c:v>
                </c:pt>
                <c:pt idx="469">
                  <c:v>66</c:v>
                </c:pt>
                <c:pt idx="470">
                  <c:v>66</c:v>
                </c:pt>
                <c:pt idx="471">
                  <c:v>66</c:v>
                </c:pt>
                <c:pt idx="472">
                  <c:v>66</c:v>
                </c:pt>
                <c:pt idx="473">
                  <c:v>66</c:v>
                </c:pt>
                <c:pt idx="474">
                  <c:v>66</c:v>
                </c:pt>
                <c:pt idx="475">
                  <c:v>66</c:v>
                </c:pt>
                <c:pt idx="476">
                  <c:v>66</c:v>
                </c:pt>
                <c:pt idx="477">
                  <c:v>66</c:v>
                </c:pt>
                <c:pt idx="478">
                  <c:v>66</c:v>
                </c:pt>
                <c:pt idx="479">
                  <c:v>66</c:v>
                </c:pt>
                <c:pt idx="480">
                  <c:v>66</c:v>
                </c:pt>
                <c:pt idx="481">
                  <c:v>66</c:v>
                </c:pt>
                <c:pt idx="482">
                  <c:v>66</c:v>
                </c:pt>
                <c:pt idx="483">
                  <c:v>66</c:v>
                </c:pt>
                <c:pt idx="484">
                  <c:v>66</c:v>
                </c:pt>
                <c:pt idx="485">
                  <c:v>66</c:v>
                </c:pt>
                <c:pt idx="486">
                  <c:v>66</c:v>
                </c:pt>
                <c:pt idx="487">
                  <c:v>66</c:v>
                </c:pt>
                <c:pt idx="488">
                  <c:v>66</c:v>
                </c:pt>
                <c:pt idx="489">
                  <c:v>66</c:v>
                </c:pt>
                <c:pt idx="490">
                  <c:v>66</c:v>
                </c:pt>
                <c:pt idx="491">
                  <c:v>66</c:v>
                </c:pt>
                <c:pt idx="492">
                  <c:v>66</c:v>
                </c:pt>
                <c:pt idx="493">
                  <c:v>66</c:v>
                </c:pt>
                <c:pt idx="494">
                  <c:v>66</c:v>
                </c:pt>
                <c:pt idx="495">
                  <c:v>66</c:v>
                </c:pt>
                <c:pt idx="496">
                  <c:v>66</c:v>
                </c:pt>
                <c:pt idx="497">
                  <c:v>66</c:v>
                </c:pt>
                <c:pt idx="498">
                  <c:v>66</c:v>
                </c:pt>
                <c:pt idx="499">
                  <c:v>66</c:v>
                </c:pt>
                <c:pt idx="500">
                  <c:v>66</c:v>
                </c:pt>
                <c:pt idx="501">
                  <c:v>67</c:v>
                </c:pt>
                <c:pt idx="502">
                  <c:v>66</c:v>
                </c:pt>
                <c:pt idx="503">
                  <c:v>66</c:v>
                </c:pt>
                <c:pt idx="504">
                  <c:v>66</c:v>
                </c:pt>
                <c:pt idx="505">
                  <c:v>67</c:v>
                </c:pt>
                <c:pt idx="506">
                  <c:v>67</c:v>
                </c:pt>
                <c:pt idx="507">
                  <c:v>66</c:v>
                </c:pt>
                <c:pt idx="508">
                  <c:v>66</c:v>
                </c:pt>
                <c:pt idx="509">
                  <c:v>67</c:v>
                </c:pt>
                <c:pt idx="510">
                  <c:v>67</c:v>
                </c:pt>
                <c:pt idx="511">
                  <c:v>66</c:v>
                </c:pt>
                <c:pt idx="512">
                  <c:v>67</c:v>
                </c:pt>
                <c:pt idx="513">
                  <c:v>67</c:v>
                </c:pt>
                <c:pt idx="514">
                  <c:v>67</c:v>
                </c:pt>
                <c:pt idx="515">
                  <c:v>67</c:v>
                </c:pt>
                <c:pt idx="516">
                  <c:v>67</c:v>
                </c:pt>
                <c:pt idx="517">
                  <c:v>67</c:v>
                </c:pt>
                <c:pt idx="518">
                  <c:v>67</c:v>
                </c:pt>
                <c:pt idx="519">
                  <c:v>67</c:v>
                </c:pt>
                <c:pt idx="520">
                  <c:v>67</c:v>
                </c:pt>
                <c:pt idx="521">
                  <c:v>67</c:v>
                </c:pt>
                <c:pt idx="522">
                  <c:v>67</c:v>
                </c:pt>
                <c:pt idx="523">
                  <c:v>67</c:v>
                </c:pt>
                <c:pt idx="524">
                  <c:v>67</c:v>
                </c:pt>
                <c:pt idx="525">
                  <c:v>67</c:v>
                </c:pt>
                <c:pt idx="526">
                  <c:v>67</c:v>
                </c:pt>
                <c:pt idx="527">
                  <c:v>67</c:v>
                </c:pt>
                <c:pt idx="528">
                  <c:v>67</c:v>
                </c:pt>
                <c:pt idx="529">
                  <c:v>67</c:v>
                </c:pt>
                <c:pt idx="530">
                  <c:v>67</c:v>
                </c:pt>
                <c:pt idx="531">
                  <c:v>67</c:v>
                </c:pt>
                <c:pt idx="532">
                  <c:v>67</c:v>
                </c:pt>
                <c:pt idx="533">
                  <c:v>67</c:v>
                </c:pt>
                <c:pt idx="534">
                  <c:v>67</c:v>
                </c:pt>
                <c:pt idx="535">
                  <c:v>67</c:v>
                </c:pt>
                <c:pt idx="536">
                  <c:v>67</c:v>
                </c:pt>
                <c:pt idx="537">
                  <c:v>67</c:v>
                </c:pt>
                <c:pt idx="538">
                  <c:v>67</c:v>
                </c:pt>
                <c:pt idx="539">
                  <c:v>66</c:v>
                </c:pt>
                <c:pt idx="540">
                  <c:v>67</c:v>
                </c:pt>
                <c:pt idx="541">
                  <c:v>67</c:v>
                </c:pt>
                <c:pt idx="542">
                  <c:v>67</c:v>
                </c:pt>
                <c:pt idx="543">
                  <c:v>67</c:v>
                </c:pt>
                <c:pt idx="544">
                  <c:v>67</c:v>
                </c:pt>
                <c:pt idx="545">
                  <c:v>67</c:v>
                </c:pt>
                <c:pt idx="546">
                  <c:v>67</c:v>
                </c:pt>
                <c:pt idx="547">
                  <c:v>67</c:v>
                </c:pt>
                <c:pt idx="548">
                  <c:v>67</c:v>
                </c:pt>
                <c:pt idx="549">
                  <c:v>67</c:v>
                </c:pt>
                <c:pt idx="550">
                  <c:v>67</c:v>
                </c:pt>
                <c:pt idx="551">
                  <c:v>67</c:v>
                </c:pt>
                <c:pt idx="552">
                  <c:v>67</c:v>
                </c:pt>
                <c:pt idx="553">
                  <c:v>67</c:v>
                </c:pt>
                <c:pt idx="554">
                  <c:v>67</c:v>
                </c:pt>
                <c:pt idx="555">
                  <c:v>67</c:v>
                </c:pt>
                <c:pt idx="556">
                  <c:v>67</c:v>
                </c:pt>
                <c:pt idx="557">
                  <c:v>67</c:v>
                </c:pt>
                <c:pt idx="558">
                  <c:v>67</c:v>
                </c:pt>
                <c:pt idx="559">
                  <c:v>66</c:v>
                </c:pt>
                <c:pt idx="560">
                  <c:v>66</c:v>
                </c:pt>
                <c:pt idx="561">
                  <c:v>67</c:v>
                </c:pt>
                <c:pt idx="562">
                  <c:v>66</c:v>
                </c:pt>
                <c:pt idx="563">
                  <c:v>66</c:v>
                </c:pt>
                <c:pt idx="564">
                  <c:v>66</c:v>
                </c:pt>
                <c:pt idx="565">
                  <c:v>67</c:v>
                </c:pt>
                <c:pt idx="566">
                  <c:v>67</c:v>
                </c:pt>
                <c:pt idx="567">
                  <c:v>67</c:v>
                </c:pt>
                <c:pt idx="568">
                  <c:v>67</c:v>
                </c:pt>
                <c:pt idx="569">
                  <c:v>67</c:v>
                </c:pt>
                <c:pt idx="570">
                  <c:v>66</c:v>
                </c:pt>
                <c:pt idx="571">
                  <c:v>67</c:v>
                </c:pt>
                <c:pt idx="572">
                  <c:v>66</c:v>
                </c:pt>
                <c:pt idx="573">
                  <c:v>66</c:v>
                </c:pt>
                <c:pt idx="574">
                  <c:v>67</c:v>
                </c:pt>
                <c:pt idx="575">
                  <c:v>66</c:v>
                </c:pt>
                <c:pt idx="576">
                  <c:v>66</c:v>
                </c:pt>
                <c:pt idx="577">
                  <c:v>67</c:v>
                </c:pt>
                <c:pt idx="578">
                  <c:v>67</c:v>
                </c:pt>
                <c:pt idx="579">
                  <c:v>67</c:v>
                </c:pt>
                <c:pt idx="580">
                  <c:v>67</c:v>
                </c:pt>
                <c:pt idx="581">
                  <c:v>67</c:v>
                </c:pt>
                <c:pt idx="582">
                  <c:v>67</c:v>
                </c:pt>
                <c:pt idx="583">
                  <c:v>67</c:v>
                </c:pt>
                <c:pt idx="584">
                  <c:v>66</c:v>
                </c:pt>
                <c:pt idx="585">
                  <c:v>66</c:v>
                </c:pt>
                <c:pt idx="586">
                  <c:v>66</c:v>
                </c:pt>
                <c:pt idx="587">
                  <c:v>67</c:v>
                </c:pt>
                <c:pt idx="588">
                  <c:v>67</c:v>
                </c:pt>
                <c:pt idx="589">
                  <c:v>67</c:v>
                </c:pt>
                <c:pt idx="590">
                  <c:v>67</c:v>
                </c:pt>
                <c:pt idx="591">
                  <c:v>67</c:v>
                </c:pt>
                <c:pt idx="592">
                  <c:v>67</c:v>
                </c:pt>
                <c:pt idx="593">
                  <c:v>67</c:v>
                </c:pt>
                <c:pt idx="594">
                  <c:v>67</c:v>
                </c:pt>
                <c:pt idx="595">
                  <c:v>67</c:v>
                </c:pt>
                <c:pt idx="596">
                  <c:v>67</c:v>
                </c:pt>
                <c:pt idx="597">
                  <c:v>67</c:v>
                </c:pt>
                <c:pt idx="598">
                  <c:v>67</c:v>
                </c:pt>
                <c:pt idx="599">
                  <c:v>67</c:v>
                </c:pt>
                <c:pt idx="600">
                  <c:v>67</c:v>
                </c:pt>
                <c:pt idx="601">
                  <c:v>67</c:v>
                </c:pt>
                <c:pt idx="602">
                  <c:v>67</c:v>
                </c:pt>
                <c:pt idx="603">
                  <c:v>66</c:v>
                </c:pt>
                <c:pt idx="604">
                  <c:v>66</c:v>
                </c:pt>
                <c:pt idx="605">
                  <c:v>67</c:v>
                </c:pt>
                <c:pt idx="606">
                  <c:v>67</c:v>
                </c:pt>
                <c:pt idx="607">
                  <c:v>67</c:v>
                </c:pt>
                <c:pt idx="608">
                  <c:v>67</c:v>
                </c:pt>
                <c:pt idx="609">
                  <c:v>66</c:v>
                </c:pt>
                <c:pt idx="610">
                  <c:v>66</c:v>
                </c:pt>
                <c:pt idx="611">
                  <c:v>66</c:v>
                </c:pt>
                <c:pt idx="612">
                  <c:v>66</c:v>
                </c:pt>
                <c:pt idx="613">
                  <c:v>67</c:v>
                </c:pt>
                <c:pt idx="614">
                  <c:v>67</c:v>
                </c:pt>
                <c:pt idx="615">
                  <c:v>67</c:v>
                </c:pt>
                <c:pt idx="616">
                  <c:v>67</c:v>
                </c:pt>
                <c:pt idx="617">
                  <c:v>67</c:v>
                </c:pt>
                <c:pt idx="618">
                  <c:v>67</c:v>
                </c:pt>
                <c:pt idx="619">
                  <c:v>66</c:v>
                </c:pt>
                <c:pt idx="620">
                  <c:v>67</c:v>
                </c:pt>
                <c:pt idx="621">
                  <c:v>67</c:v>
                </c:pt>
                <c:pt idx="622">
                  <c:v>67</c:v>
                </c:pt>
                <c:pt idx="623">
                  <c:v>67</c:v>
                </c:pt>
                <c:pt idx="624">
                  <c:v>67</c:v>
                </c:pt>
                <c:pt idx="625">
                  <c:v>67</c:v>
                </c:pt>
                <c:pt idx="626">
                  <c:v>67</c:v>
                </c:pt>
                <c:pt idx="627">
                  <c:v>67</c:v>
                </c:pt>
                <c:pt idx="628">
                  <c:v>67</c:v>
                </c:pt>
                <c:pt idx="629">
                  <c:v>67</c:v>
                </c:pt>
                <c:pt idx="630">
                  <c:v>67</c:v>
                </c:pt>
                <c:pt idx="631">
                  <c:v>67</c:v>
                </c:pt>
                <c:pt idx="632">
                  <c:v>67</c:v>
                </c:pt>
                <c:pt idx="633">
                  <c:v>67</c:v>
                </c:pt>
                <c:pt idx="634">
                  <c:v>67</c:v>
                </c:pt>
                <c:pt idx="635">
                  <c:v>67</c:v>
                </c:pt>
                <c:pt idx="636">
                  <c:v>67</c:v>
                </c:pt>
                <c:pt idx="637">
                  <c:v>67</c:v>
                </c:pt>
                <c:pt idx="638">
                  <c:v>67</c:v>
                </c:pt>
                <c:pt idx="639">
                  <c:v>67</c:v>
                </c:pt>
                <c:pt idx="640">
                  <c:v>67</c:v>
                </c:pt>
                <c:pt idx="641">
                  <c:v>67</c:v>
                </c:pt>
                <c:pt idx="642">
                  <c:v>67</c:v>
                </c:pt>
                <c:pt idx="643">
                  <c:v>67</c:v>
                </c:pt>
                <c:pt idx="644">
                  <c:v>67</c:v>
                </c:pt>
                <c:pt idx="645">
                  <c:v>67</c:v>
                </c:pt>
                <c:pt idx="646">
                  <c:v>67</c:v>
                </c:pt>
                <c:pt idx="647">
                  <c:v>67</c:v>
                </c:pt>
                <c:pt idx="648">
                  <c:v>67</c:v>
                </c:pt>
                <c:pt idx="649">
                  <c:v>67</c:v>
                </c:pt>
                <c:pt idx="650">
                  <c:v>67</c:v>
                </c:pt>
                <c:pt idx="651">
                  <c:v>66</c:v>
                </c:pt>
                <c:pt idx="652">
                  <c:v>67</c:v>
                </c:pt>
                <c:pt idx="653">
                  <c:v>67</c:v>
                </c:pt>
                <c:pt idx="654">
                  <c:v>67</c:v>
                </c:pt>
                <c:pt idx="655">
                  <c:v>67</c:v>
                </c:pt>
                <c:pt idx="656">
                  <c:v>67</c:v>
                </c:pt>
                <c:pt idx="657">
                  <c:v>67</c:v>
                </c:pt>
                <c:pt idx="658">
                  <c:v>67</c:v>
                </c:pt>
                <c:pt idx="659">
                  <c:v>66</c:v>
                </c:pt>
                <c:pt idx="660">
                  <c:v>66</c:v>
                </c:pt>
                <c:pt idx="661">
                  <c:v>67</c:v>
                </c:pt>
                <c:pt idx="662">
                  <c:v>66</c:v>
                </c:pt>
                <c:pt idx="663">
                  <c:v>67</c:v>
                </c:pt>
                <c:pt idx="664">
                  <c:v>67</c:v>
                </c:pt>
                <c:pt idx="665">
                  <c:v>67</c:v>
                </c:pt>
                <c:pt idx="666">
                  <c:v>67</c:v>
                </c:pt>
                <c:pt idx="667">
                  <c:v>67</c:v>
                </c:pt>
                <c:pt idx="668">
                  <c:v>67</c:v>
                </c:pt>
                <c:pt idx="669">
                  <c:v>67</c:v>
                </c:pt>
                <c:pt idx="670">
                  <c:v>67</c:v>
                </c:pt>
                <c:pt idx="671">
                  <c:v>67</c:v>
                </c:pt>
                <c:pt idx="672">
                  <c:v>67</c:v>
                </c:pt>
                <c:pt idx="673">
                  <c:v>67</c:v>
                </c:pt>
                <c:pt idx="674">
                  <c:v>67</c:v>
                </c:pt>
                <c:pt idx="675">
                  <c:v>67</c:v>
                </c:pt>
                <c:pt idx="676">
                  <c:v>67</c:v>
                </c:pt>
                <c:pt idx="677">
                  <c:v>67</c:v>
                </c:pt>
                <c:pt idx="678">
                  <c:v>67</c:v>
                </c:pt>
                <c:pt idx="679">
                  <c:v>67</c:v>
                </c:pt>
                <c:pt idx="680">
                  <c:v>67</c:v>
                </c:pt>
                <c:pt idx="681">
                  <c:v>67</c:v>
                </c:pt>
                <c:pt idx="682">
                  <c:v>66</c:v>
                </c:pt>
                <c:pt idx="683">
                  <c:v>67</c:v>
                </c:pt>
                <c:pt idx="684">
                  <c:v>67</c:v>
                </c:pt>
                <c:pt idx="685">
                  <c:v>67</c:v>
                </c:pt>
                <c:pt idx="686">
                  <c:v>67</c:v>
                </c:pt>
                <c:pt idx="687">
                  <c:v>67</c:v>
                </c:pt>
                <c:pt idx="688">
                  <c:v>67</c:v>
                </c:pt>
                <c:pt idx="689">
                  <c:v>67</c:v>
                </c:pt>
                <c:pt idx="690">
                  <c:v>67</c:v>
                </c:pt>
                <c:pt idx="691">
                  <c:v>67</c:v>
                </c:pt>
                <c:pt idx="692">
                  <c:v>67</c:v>
                </c:pt>
                <c:pt idx="693">
                  <c:v>67</c:v>
                </c:pt>
                <c:pt idx="694">
                  <c:v>67</c:v>
                </c:pt>
                <c:pt idx="695">
                  <c:v>67</c:v>
                </c:pt>
                <c:pt idx="696">
                  <c:v>67</c:v>
                </c:pt>
                <c:pt idx="697">
                  <c:v>67</c:v>
                </c:pt>
                <c:pt idx="698">
                  <c:v>67</c:v>
                </c:pt>
                <c:pt idx="699">
                  <c:v>67</c:v>
                </c:pt>
                <c:pt idx="700">
                  <c:v>67</c:v>
                </c:pt>
                <c:pt idx="701">
                  <c:v>67</c:v>
                </c:pt>
                <c:pt idx="702">
                  <c:v>67</c:v>
                </c:pt>
                <c:pt idx="703">
                  <c:v>67</c:v>
                </c:pt>
                <c:pt idx="704">
                  <c:v>67</c:v>
                </c:pt>
                <c:pt idx="705">
                  <c:v>67</c:v>
                </c:pt>
                <c:pt idx="706">
                  <c:v>67</c:v>
                </c:pt>
                <c:pt idx="707">
                  <c:v>67</c:v>
                </c:pt>
                <c:pt idx="708">
                  <c:v>67</c:v>
                </c:pt>
                <c:pt idx="709">
                  <c:v>67</c:v>
                </c:pt>
                <c:pt idx="710">
                  <c:v>67</c:v>
                </c:pt>
                <c:pt idx="711">
                  <c:v>67</c:v>
                </c:pt>
                <c:pt idx="712">
                  <c:v>67</c:v>
                </c:pt>
                <c:pt idx="713">
                  <c:v>67</c:v>
                </c:pt>
                <c:pt idx="714">
                  <c:v>67</c:v>
                </c:pt>
                <c:pt idx="715">
                  <c:v>67</c:v>
                </c:pt>
                <c:pt idx="716">
                  <c:v>67</c:v>
                </c:pt>
                <c:pt idx="717">
                  <c:v>67</c:v>
                </c:pt>
                <c:pt idx="718">
                  <c:v>67</c:v>
                </c:pt>
                <c:pt idx="719">
                  <c:v>67</c:v>
                </c:pt>
                <c:pt idx="720">
                  <c:v>67</c:v>
                </c:pt>
                <c:pt idx="721">
                  <c:v>67</c:v>
                </c:pt>
                <c:pt idx="722">
                  <c:v>67</c:v>
                </c:pt>
                <c:pt idx="723">
                  <c:v>67</c:v>
                </c:pt>
                <c:pt idx="724">
                  <c:v>67</c:v>
                </c:pt>
                <c:pt idx="725">
                  <c:v>67</c:v>
                </c:pt>
                <c:pt idx="726">
                  <c:v>67</c:v>
                </c:pt>
                <c:pt idx="727">
                  <c:v>67</c:v>
                </c:pt>
                <c:pt idx="728">
                  <c:v>67</c:v>
                </c:pt>
                <c:pt idx="729">
                  <c:v>67</c:v>
                </c:pt>
                <c:pt idx="730">
                  <c:v>67</c:v>
                </c:pt>
                <c:pt idx="731">
                  <c:v>67</c:v>
                </c:pt>
                <c:pt idx="732">
                  <c:v>67</c:v>
                </c:pt>
                <c:pt idx="733">
                  <c:v>66</c:v>
                </c:pt>
                <c:pt idx="734">
                  <c:v>67</c:v>
                </c:pt>
                <c:pt idx="735">
                  <c:v>67</c:v>
                </c:pt>
                <c:pt idx="736">
                  <c:v>67</c:v>
                </c:pt>
                <c:pt idx="737">
                  <c:v>67</c:v>
                </c:pt>
                <c:pt idx="738">
                  <c:v>67</c:v>
                </c:pt>
                <c:pt idx="739">
                  <c:v>67</c:v>
                </c:pt>
                <c:pt idx="740">
                  <c:v>67</c:v>
                </c:pt>
                <c:pt idx="741">
                  <c:v>67</c:v>
                </c:pt>
                <c:pt idx="742">
                  <c:v>67</c:v>
                </c:pt>
                <c:pt idx="743">
                  <c:v>67</c:v>
                </c:pt>
                <c:pt idx="744">
                  <c:v>67</c:v>
                </c:pt>
                <c:pt idx="745">
                  <c:v>67</c:v>
                </c:pt>
                <c:pt idx="746">
                  <c:v>67</c:v>
                </c:pt>
                <c:pt idx="747">
                  <c:v>66</c:v>
                </c:pt>
                <c:pt idx="748">
                  <c:v>66</c:v>
                </c:pt>
                <c:pt idx="749">
                  <c:v>66</c:v>
                </c:pt>
                <c:pt idx="750">
                  <c:v>66</c:v>
                </c:pt>
                <c:pt idx="751">
                  <c:v>66</c:v>
                </c:pt>
                <c:pt idx="752">
                  <c:v>66</c:v>
                </c:pt>
                <c:pt idx="753">
                  <c:v>66</c:v>
                </c:pt>
                <c:pt idx="754">
                  <c:v>66</c:v>
                </c:pt>
                <c:pt idx="755">
                  <c:v>66</c:v>
                </c:pt>
                <c:pt idx="756">
                  <c:v>66</c:v>
                </c:pt>
                <c:pt idx="757">
                  <c:v>66</c:v>
                </c:pt>
                <c:pt idx="758">
                  <c:v>66</c:v>
                </c:pt>
                <c:pt idx="759">
                  <c:v>66</c:v>
                </c:pt>
                <c:pt idx="760">
                  <c:v>66</c:v>
                </c:pt>
                <c:pt idx="761">
                  <c:v>66</c:v>
                </c:pt>
                <c:pt idx="762">
                  <c:v>66</c:v>
                </c:pt>
                <c:pt idx="763">
                  <c:v>66</c:v>
                </c:pt>
                <c:pt idx="764">
                  <c:v>66</c:v>
                </c:pt>
                <c:pt idx="765">
                  <c:v>66</c:v>
                </c:pt>
                <c:pt idx="766">
                  <c:v>66</c:v>
                </c:pt>
                <c:pt idx="767">
                  <c:v>66</c:v>
                </c:pt>
                <c:pt idx="768">
                  <c:v>66</c:v>
                </c:pt>
                <c:pt idx="769">
                  <c:v>66</c:v>
                </c:pt>
                <c:pt idx="770">
                  <c:v>66</c:v>
                </c:pt>
                <c:pt idx="771">
                  <c:v>66</c:v>
                </c:pt>
                <c:pt idx="772">
                  <c:v>66</c:v>
                </c:pt>
                <c:pt idx="773">
                  <c:v>66</c:v>
                </c:pt>
                <c:pt idx="774">
                  <c:v>66</c:v>
                </c:pt>
                <c:pt idx="775">
                  <c:v>66</c:v>
                </c:pt>
                <c:pt idx="776">
                  <c:v>66</c:v>
                </c:pt>
                <c:pt idx="777">
                  <c:v>66</c:v>
                </c:pt>
                <c:pt idx="778">
                  <c:v>66</c:v>
                </c:pt>
                <c:pt idx="779">
                  <c:v>66</c:v>
                </c:pt>
                <c:pt idx="780">
                  <c:v>66</c:v>
                </c:pt>
                <c:pt idx="781">
                  <c:v>66</c:v>
                </c:pt>
                <c:pt idx="782">
                  <c:v>66</c:v>
                </c:pt>
                <c:pt idx="783">
                  <c:v>66</c:v>
                </c:pt>
                <c:pt idx="784">
                  <c:v>66</c:v>
                </c:pt>
                <c:pt idx="785">
                  <c:v>66</c:v>
                </c:pt>
                <c:pt idx="786">
                  <c:v>66</c:v>
                </c:pt>
                <c:pt idx="787">
                  <c:v>66</c:v>
                </c:pt>
                <c:pt idx="788">
                  <c:v>66</c:v>
                </c:pt>
                <c:pt idx="789">
                  <c:v>66</c:v>
                </c:pt>
                <c:pt idx="790">
                  <c:v>66</c:v>
                </c:pt>
                <c:pt idx="791">
                  <c:v>67</c:v>
                </c:pt>
                <c:pt idx="792">
                  <c:v>66</c:v>
                </c:pt>
                <c:pt idx="793">
                  <c:v>66</c:v>
                </c:pt>
                <c:pt idx="794">
                  <c:v>66</c:v>
                </c:pt>
                <c:pt idx="795">
                  <c:v>67</c:v>
                </c:pt>
                <c:pt idx="796">
                  <c:v>66</c:v>
                </c:pt>
                <c:pt idx="797">
                  <c:v>67</c:v>
                </c:pt>
                <c:pt idx="798">
                  <c:v>66</c:v>
                </c:pt>
                <c:pt idx="799">
                  <c:v>67</c:v>
                </c:pt>
                <c:pt idx="800">
                  <c:v>66</c:v>
                </c:pt>
                <c:pt idx="801">
                  <c:v>67</c:v>
                </c:pt>
                <c:pt idx="802">
                  <c:v>66</c:v>
                </c:pt>
                <c:pt idx="803">
                  <c:v>67</c:v>
                </c:pt>
                <c:pt idx="804">
                  <c:v>67</c:v>
                </c:pt>
                <c:pt idx="805">
                  <c:v>67</c:v>
                </c:pt>
                <c:pt idx="806">
                  <c:v>67</c:v>
                </c:pt>
                <c:pt idx="807">
                  <c:v>67</c:v>
                </c:pt>
                <c:pt idx="808">
                  <c:v>67</c:v>
                </c:pt>
                <c:pt idx="809">
                  <c:v>67</c:v>
                </c:pt>
                <c:pt idx="810">
                  <c:v>67</c:v>
                </c:pt>
                <c:pt idx="811">
                  <c:v>67</c:v>
                </c:pt>
                <c:pt idx="812">
                  <c:v>66</c:v>
                </c:pt>
                <c:pt idx="813">
                  <c:v>67</c:v>
                </c:pt>
                <c:pt idx="814">
                  <c:v>67</c:v>
                </c:pt>
                <c:pt idx="815">
                  <c:v>66</c:v>
                </c:pt>
                <c:pt idx="816">
                  <c:v>67</c:v>
                </c:pt>
                <c:pt idx="817">
                  <c:v>67</c:v>
                </c:pt>
                <c:pt idx="818">
                  <c:v>67</c:v>
                </c:pt>
                <c:pt idx="819">
                  <c:v>67</c:v>
                </c:pt>
                <c:pt idx="820">
                  <c:v>67</c:v>
                </c:pt>
                <c:pt idx="821">
                  <c:v>67</c:v>
                </c:pt>
                <c:pt idx="822">
                  <c:v>67</c:v>
                </c:pt>
                <c:pt idx="823">
                  <c:v>67</c:v>
                </c:pt>
                <c:pt idx="824">
                  <c:v>67</c:v>
                </c:pt>
                <c:pt idx="825">
                  <c:v>67</c:v>
                </c:pt>
                <c:pt idx="826">
                  <c:v>67</c:v>
                </c:pt>
                <c:pt idx="827">
                  <c:v>67</c:v>
                </c:pt>
                <c:pt idx="828">
                  <c:v>67</c:v>
                </c:pt>
                <c:pt idx="829">
                  <c:v>66</c:v>
                </c:pt>
                <c:pt idx="830">
                  <c:v>66</c:v>
                </c:pt>
                <c:pt idx="831">
                  <c:v>66</c:v>
                </c:pt>
                <c:pt idx="832">
                  <c:v>66</c:v>
                </c:pt>
                <c:pt idx="833">
                  <c:v>66</c:v>
                </c:pt>
                <c:pt idx="834">
                  <c:v>66</c:v>
                </c:pt>
                <c:pt idx="835">
                  <c:v>66</c:v>
                </c:pt>
                <c:pt idx="836">
                  <c:v>66</c:v>
                </c:pt>
                <c:pt idx="837">
                  <c:v>66</c:v>
                </c:pt>
                <c:pt idx="838">
                  <c:v>66</c:v>
                </c:pt>
                <c:pt idx="839">
                  <c:v>66</c:v>
                </c:pt>
                <c:pt idx="840">
                  <c:v>66</c:v>
                </c:pt>
                <c:pt idx="841">
                  <c:v>66</c:v>
                </c:pt>
                <c:pt idx="842">
                  <c:v>66</c:v>
                </c:pt>
                <c:pt idx="843">
                  <c:v>66</c:v>
                </c:pt>
                <c:pt idx="844">
                  <c:v>66</c:v>
                </c:pt>
                <c:pt idx="845">
                  <c:v>66</c:v>
                </c:pt>
                <c:pt idx="846">
                  <c:v>66</c:v>
                </c:pt>
                <c:pt idx="847">
                  <c:v>66</c:v>
                </c:pt>
                <c:pt idx="848">
                  <c:v>66</c:v>
                </c:pt>
                <c:pt idx="849">
                  <c:v>66</c:v>
                </c:pt>
                <c:pt idx="850">
                  <c:v>66</c:v>
                </c:pt>
                <c:pt idx="851">
                  <c:v>66</c:v>
                </c:pt>
                <c:pt idx="852">
                  <c:v>66</c:v>
                </c:pt>
                <c:pt idx="853">
                  <c:v>66</c:v>
                </c:pt>
                <c:pt idx="854">
                  <c:v>66</c:v>
                </c:pt>
                <c:pt idx="855">
                  <c:v>67</c:v>
                </c:pt>
                <c:pt idx="856">
                  <c:v>67</c:v>
                </c:pt>
                <c:pt idx="857">
                  <c:v>67</c:v>
                </c:pt>
                <c:pt idx="858">
                  <c:v>67</c:v>
                </c:pt>
                <c:pt idx="859">
                  <c:v>67</c:v>
                </c:pt>
                <c:pt idx="860">
                  <c:v>67</c:v>
                </c:pt>
                <c:pt idx="861">
                  <c:v>67</c:v>
                </c:pt>
                <c:pt idx="862">
                  <c:v>67</c:v>
                </c:pt>
                <c:pt idx="863">
                  <c:v>67</c:v>
                </c:pt>
                <c:pt idx="864">
                  <c:v>67</c:v>
                </c:pt>
                <c:pt idx="865">
                  <c:v>67</c:v>
                </c:pt>
                <c:pt idx="866">
                  <c:v>67</c:v>
                </c:pt>
                <c:pt idx="867">
                  <c:v>67</c:v>
                </c:pt>
                <c:pt idx="868">
                  <c:v>67</c:v>
                </c:pt>
                <c:pt idx="869">
                  <c:v>67</c:v>
                </c:pt>
                <c:pt idx="870">
                  <c:v>67</c:v>
                </c:pt>
                <c:pt idx="871">
                  <c:v>67</c:v>
                </c:pt>
                <c:pt idx="872">
                  <c:v>67</c:v>
                </c:pt>
                <c:pt idx="873">
                  <c:v>67</c:v>
                </c:pt>
                <c:pt idx="874">
                  <c:v>67</c:v>
                </c:pt>
                <c:pt idx="875">
                  <c:v>67</c:v>
                </c:pt>
                <c:pt idx="876">
                  <c:v>67</c:v>
                </c:pt>
                <c:pt idx="877">
                  <c:v>67</c:v>
                </c:pt>
                <c:pt idx="878">
                  <c:v>67</c:v>
                </c:pt>
                <c:pt idx="879">
                  <c:v>67</c:v>
                </c:pt>
                <c:pt idx="880">
                  <c:v>67</c:v>
                </c:pt>
                <c:pt idx="881">
                  <c:v>67</c:v>
                </c:pt>
                <c:pt idx="882">
                  <c:v>67</c:v>
                </c:pt>
                <c:pt idx="883">
                  <c:v>67</c:v>
                </c:pt>
                <c:pt idx="884">
                  <c:v>67</c:v>
                </c:pt>
                <c:pt idx="885">
                  <c:v>67</c:v>
                </c:pt>
                <c:pt idx="886">
                  <c:v>67</c:v>
                </c:pt>
                <c:pt idx="887">
                  <c:v>67</c:v>
                </c:pt>
                <c:pt idx="888">
                  <c:v>67</c:v>
                </c:pt>
                <c:pt idx="889">
                  <c:v>67</c:v>
                </c:pt>
                <c:pt idx="890">
                  <c:v>67</c:v>
                </c:pt>
                <c:pt idx="891">
                  <c:v>67</c:v>
                </c:pt>
                <c:pt idx="892">
                  <c:v>67</c:v>
                </c:pt>
                <c:pt idx="893">
                  <c:v>67</c:v>
                </c:pt>
                <c:pt idx="894">
                  <c:v>67</c:v>
                </c:pt>
                <c:pt idx="895">
                  <c:v>67</c:v>
                </c:pt>
                <c:pt idx="896">
                  <c:v>67</c:v>
                </c:pt>
                <c:pt idx="897">
                  <c:v>67</c:v>
                </c:pt>
                <c:pt idx="898">
                  <c:v>67</c:v>
                </c:pt>
                <c:pt idx="899">
                  <c:v>67</c:v>
                </c:pt>
                <c:pt idx="900">
                  <c:v>67</c:v>
                </c:pt>
                <c:pt idx="901">
                  <c:v>67</c:v>
                </c:pt>
                <c:pt idx="902">
                  <c:v>67</c:v>
                </c:pt>
                <c:pt idx="903">
                  <c:v>67</c:v>
                </c:pt>
                <c:pt idx="904">
                  <c:v>67</c:v>
                </c:pt>
                <c:pt idx="905">
                  <c:v>67</c:v>
                </c:pt>
                <c:pt idx="906">
                  <c:v>67</c:v>
                </c:pt>
                <c:pt idx="907">
                  <c:v>67</c:v>
                </c:pt>
                <c:pt idx="908">
                  <c:v>67</c:v>
                </c:pt>
                <c:pt idx="909">
                  <c:v>67</c:v>
                </c:pt>
                <c:pt idx="910">
                  <c:v>67</c:v>
                </c:pt>
                <c:pt idx="911">
                  <c:v>67</c:v>
                </c:pt>
                <c:pt idx="912">
                  <c:v>67</c:v>
                </c:pt>
                <c:pt idx="913">
                  <c:v>67</c:v>
                </c:pt>
                <c:pt idx="914">
                  <c:v>67</c:v>
                </c:pt>
                <c:pt idx="915">
                  <c:v>67</c:v>
                </c:pt>
                <c:pt idx="916">
                  <c:v>67</c:v>
                </c:pt>
                <c:pt idx="917">
                  <c:v>67</c:v>
                </c:pt>
                <c:pt idx="918">
                  <c:v>67</c:v>
                </c:pt>
                <c:pt idx="919">
                  <c:v>67</c:v>
                </c:pt>
                <c:pt idx="920">
                  <c:v>67</c:v>
                </c:pt>
                <c:pt idx="921">
                  <c:v>67</c:v>
                </c:pt>
                <c:pt idx="922">
                  <c:v>67</c:v>
                </c:pt>
                <c:pt idx="923">
                  <c:v>67</c:v>
                </c:pt>
                <c:pt idx="924">
                  <c:v>67</c:v>
                </c:pt>
                <c:pt idx="925">
                  <c:v>67</c:v>
                </c:pt>
                <c:pt idx="926">
                  <c:v>67</c:v>
                </c:pt>
                <c:pt idx="927">
                  <c:v>67</c:v>
                </c:pt>
                <c:pt idx="928">
                  <c:v>67</c:v>
                </c:pt>
                <c:pt idx="929">
                  <c:v>67</c:v>
                </c:pt>
                <c:pt idx="930">
                  <c:v>67</c:v>
                </c:pt>
                <c:pt idx="931">
                  <c:v>67</c:v>
                </c:pt>
                <c:pt idx="932">
                  <c:v>67</c:v>
                </c:pt>
                <c:pt idx="933">
                  <c:v>67</c:v>
                </c:pt>
                <c:pt idx="934">
                  <c:v>67</c:v>
                </c:pt>
                <c:pt idx="935">
                  <c:v>67</c:v>
                </c:pt>
                <c:pt idx="936">
                  <c:v>67</c:v>
                </c:pt>
                <c:pt idx="937">
                  <c:v>67</c:v>
                </c:pt>
                <c:pt idx="938">
                  <c:v>67</c:v>
                </c:pt>
                <c:pt idx="939">
                  <c:v>67</c:v>
                </c:pt>
                <c:pt idx="940">
                  <c:v>67</c:v>
                </c:pt>
                <c:pt idx="941">
                  <c:v>67</c:v>
                </c:pt>
                <c:pt idx="942">
                  <c:v>67</c:v>
                </c:pt>
                <c:pt idx="943">
                  <c:v>67</c:v>
                </c:pt>
                <c:pt idx="944">
                  <c:v>67</c:v>
                </c:pt>
                <c:pt idx="945">
                  <c:v>67</c:v>
                </c:pt>
                <c:pt idx="946">
                  <c:v>67</c:v>
                </c:pt>
                <c:pt idx="947">
                  <c:v>67</c:v>
                </c:pt>
                <c:pt idx="948">
                  <c:v>67</c:v>
                </c:pt>
                <c:pt idx="949">
                  <c:v>67</c:v>
                </c:pt>
                <c:pt idx="950">
                  <c:v>67</c:v>
                </c:pt>
                <c:pt idx="951">
                  <c:v>67</c:v>
                </c:pt>
                <c:pt idx="952">
                  <c:v>67</c:v>
                </c:pt>
                <c:pt idx="953">
                  <c:v>67</c:v>
                </c:pt>
                <c:pt idx="954">
                  <c:v>67</c:v>
                </c:pt>
                <c:pt idx="955">
                  <c:v>67</c:v>
                </c:pt>
                <c:pt idx="956">
                  <c:v>67</c:v>
                </c:pt>
                <c:pt idx="957">
                  <c:v>67</c:v>
                </c:pt>
                <c:pt idx="958">
                  <c:v>67</c:v>
                </c:pt>
                <c:pt idx="959">
                  <c:v>67</c:v>
                </c:pt>
                <c:pt idx="960">
                  <c:v>67</c:v>
                </c:pt>
                <c:pt idx="961">
                  <c:v>67</c:v>
                </c:pt>
                <c:pt idx="962">
                  <c:v>67</c:v>
                </c:pt>
                <c:pt idx="963">
                  <c:v>67</c:v>
                </c:pt>
                <c:pt idx="964">
                  <c:v>67</c:v>
                </c:pt>
                <c:pt idx="965">
                  <c:v>67</c:v>
                </c:pt>
                <c:pt idx="966">
                  <c:v>67</c:v>
                </c:pt>
                <c:pt idx="967">
                  <c:v>67</c:v>
                </c:pt>
                <c:pt idx="968">
                  <c:v>67</c:v>
                </c:pt>
                <c:pt idx="969">
                  <c:v>67</c:v>
                </c:pt>
                <c:pt idx="970">
                  <c:v>67</c:v>
                </c:pt>
                <c:pt idx="971">
                  <c:v>67</c:v>
                </c:pt>
                <c:pt idx="972">
                  <c:v>67</c:v>
                </c:pt>
                <c:pt idx="973">
                  <c:v>67</c:v>
                </c:pt>
                <c:pt idx="974">
                  <c:v>67</c:v>
                </c:pt>
                <c:pt idx="975">
                  <c:v>67</c:v>
                </c:pt>
                <c:pt idx="976">
                  <c:v>67</c:v>
                </c:pt>
                <c:pt idx="977">
                  <c:v>67</c:v>
                </c:pt>
                <c:pt idx="978">
                  <c:v>67</c:v>
                </c:pt>
                <c:pt idx="979">
                  <c:v>67</c:v>
                </c:pt>
                <c:pt idx="980">
                  <c:v>67</c:v>
                </c:pt>
                <c:pt idx="981">
                  <c:v>67</c:v>
                </c:pt>
                <c:pt idx="982">
                  <c:v>67</c:v>
                </c:pt>
                <c:pt idx="983">
                  <c:v>67</c:v>
                </c:pt>
                <c:pt idx="984">
                  <c:v>67</c:v>
                </c:pt>
                <c:pt idx="985">
                  <c:v>67</c:v>
                </c:pt>
                <c:pt idx="986">
                  <c:v>67</c:v>
                </c:pt>
                <c:pt idx="987">
                  <c:v>67</c:v>
                </c:pt>
                <c:pt idx="988">
                  <c:v>67</c:v>
                </c:pt>
                <c:pt idx="989">
                  <c:v>67</c:v>
                </c:pt>
                <c:pt idx="990">
                  <c:v>67</c:v>
                </c:pt>
                <c:pt idx="991">
                  <c:v>67</c:v>
                </c:pt>
                <c:pt idx="992">
                  <c:v>67</c:v>
                </c:pt>
                <c:pt idx="993">
                  <c:v>67</c:v>
                </c:pt>
                <c:pt idx="994">
                  <c:v>67</c:v>
                </c:pt>
                <c:pt idx="995">
                  <c:v>67</c:v>
                </c:pt>
                <c:pt idx="996">
                  <c:v>67</c:v>
                </c:pt>
                <c:pt idx="997">
                  <c:v>67</c:v>
                </c:pt>
                <c:pt idx="998">
                  <c:v>67</c:v>
                </c:pt>
                <c:pt idx="999">
                  <c:v>67</c:v>
                </c:pt>
                <c:pt idx="1000">
                  <c:v>67</c:v>
                </c:pt>
                <c:pt idx="1001">
                  <c:v>67</c:v>
                </c:pt>
                <c:pt idx="1002">
                  <c:v>67</c:v>
                </c:pt>
                <c:pt idx="1003">
                  <c:v>67</c:v>
                </c:pt>
                <c:pt idx="1004">
                  <c:v>67</c:v>
                </c:pt>
                <c:pt idx="1005">
                  <c:v>67</c:v>
                </c:pt>
                <c:pt idx="1006">
                  <c:v>67</c:v>
                </c:pt>
                <c:pt idx="1007">
                  <c:v>67</c:v>
                </c:pt>
                <c:pt idx="1008">
                  <c:v>67</c:v>
                </c:pt>
                <c:pt idx="1009">
                  <c:v>67</c:v>
                </c:pt>
                <c:pt idx="1010">
                  <c:v>67</c:v>
                </c:pt>
                <c:pt idx="1011">
                  <c:v>67</c:v>
                </c:pt>
                <c:pt idx="1012">
                  <c:v>67</c:v>
                </c:pt>
                <c:pt idx="1013">
                  <c:v>67</c:v>
                </c:pt>
                <c:pt idx="1014">
                  <c:v>67</c:v>
                </c:pt>
                <c:pt idx="1015">
                  <c:v>67</c:v>
                </c:pt>
                <c:pt idx="1016">
                  <c:v>67</c:v>
                </c:pt>
                <c:pt idx="1017">
                  <c:v>67</c:v>
                </c:pt>
                <c:pt idx="1018">
                  <c:v>67</c:v>
                </c:pt>
                <c:pt idx="1019">
                  <c:v>67</c:v>
                </c:pt>
                <c:pt idx="1020">
                  <c:v>67</c:v>
                </c:pt>
                <c:pt idx="1021">
                  <c:v>67</c:v>
                </c:pt>
                <c:pt idx="1022">
                  <c:v>67</c:v>
                </c:pt>
                <c:pt idx="1023">
                  <c:v>67</c:v>
                </c:pt>
                <c:pt idx="1024">
                  <c:v>67</c:v>
                </c:pt>
                <c:pt idx="1025">
                  <c:v>67</c:v>
                </c:pt>
                <c:pt idx="1026">
                  <c:v>67</c:v>
                </c:pt>
                <c:pt idx="1027">
                  <c:v>67</c:v>
                </c:pt>
                <c:pt idx="1028">
                  <c:v>67</c:v>
                </c:pt>
                <c:pt idx="1029">
                  <c:v>67</c:v>
                </c:pt>
                <c:pt idx="1030">
                  <c:v>67</c:v>
                </c:pt>
                <c:pt idx="1031">
                  <c:v>67</c:v>
                </c:pt>
                <c:pt idx="1032">
                  <c:v>67</c:v>
                </c:pt>
                <c:pt idx="1033">
                  <c:v>67</c:v>
                </c:pt>
                <c:pt idx="1034">
                  <c:v>67</c:v>
                </c:pt>
                <c:pt idx="1035">
                  <c:v>67</c:v>
                </c:pt>
                <c:pt idx="1036">
                  <c:v>67</c:v>
                </c:pt>
                <c:pt idx="1037">
                  <c:v>67</c:v>
                </c:pt>
                <c:pt idx="1038">
                  <c:v>67</c:v>
                </c:pt>
                <c:pt idx="1039">
                  <c:v>67</c:v>
                </c:pt>
                <c:pt idx="1040">
                  <c:v>67</c:v>
                </c:pt>
                <c:pt idx="1041">
                  <c:v>67</c:v>
                </c:pt>
                <c:pt idx="1042">
                  <c:v>67</c:v>
                </c:pt>
                <c:pt idx="1043">
                  <c:v>67</c:v>
                </c:pt>
                <c:pt idx="1044">
                  <c:v>67</c:v>
                </c:pt>
                <c:pt idx="1045">
                  <c:v>67</c:v>
                </c:pt>
                <c:pt idx="1046">
                  <c:v>67</c:v>
                </c:pt>
                <c:pt idx="1047">
                  <c:v>67</c:v>
                </c:pt>
                <c:pt idx="1048">
                  <c:v>67</c:v>
                </c:pt>
                <c:pt idx="1049">
                  <c:v>67</c:v>
                </c:pt>
                <c:pt idx="1050">
                  <c:v>66</c:v>
                </c:pt>
                <c:pt idx="1051">
                  <c:v>66</c:v>
                </c:pt>
                <c:pt idx="1052">
                  <c:v>66</c:v>
                </c:pt>
                <c:pt idx="1053">
                  <c:v>67</c:v>
                </c:pt>
                <c:pt idx="1054">
                  <c:v>67</c:v>
                </c:pt>
                <c:pt idx="1055">
                  <c:v>67</c:v>
                </c:pt>
                <c:pt idx="1056">
                  <c:v>67</c:v>
                </c:pt>
                <c:pt idx="1057">
                  <c:v>67</c:v>
                </c:pt>
                <c:pt idx="1058">
                  <c:v>67</c:v>
                </c:pt>
                <c:pt idx="1059">
                  <c:v>67</c:v>
                </c:pt>
                <c:pt idx="1060">
                  <c:v>67</c:v>
                </c:pt>
                <c:pt idx="1061">
                  <c:v>67</c:v>
                </c:pt>
                <c:pt idx="1062">
                  <c:v>66</c:v>
                </c:pt>
                <c:pt idx="1063">
                  <c:v>66</c:v>
                </c:pt>
                <c:pt idx="1064">
                  <c:v>66</c:v>
                </c:pt>
                <c:pt idx="1065">
                  <c:v>67</c:v>
                </c:pt>
                <c:pt idx="1066">
                  <c:v>66</c:v>
                </c:pt>
                <c:pt idx="1067">
                  <c:v>67</c:v>
                </c:pt>
                <c:pt idx="1068">
                  <c:v>67</c:v>
                </c:pt>
                <c:pt idx="1069">
                  <c:v>66</c:v>
                </c:pt>
                <c:pt idx="1070">
                  <c:v>67</c:v>
                </c:pt>
                <c:pt idx="1071">
                  <c:v>67</c:v>
                </c:pt>
                <c:pt idx="1072">
                  <c:v>67</c:v>
                </c:pt>
                <c:pt idx="1073">
                  <c:v>67</c:v>
                </c:pt>
                <c:pt idx="1074">
                  <c:v>67</c:v>
                </c:pt>
                <c:pt idx="1075">
                  <c:v>67</c:v>
                </c:pt>
                <c:pt idx="1076">
                  <c:v>67</c:v>
                </c:pt>
                <c:pt idx="1077">
                  <c:v>67</c:v>
                </c:pt>
                <c:pt idx="1078">
                  <c:v>66</c:v>
                </c:pt>
                <c:pt idx="1079">
                  <c:v>66</c:v>
                </c:pt>
                <c:pt idx="1080">
                  <c:v>66</c:v>
                </c:pt>
                <c:pt idx="1081">
                  <c:v>66</c:v>
                </c:pt>
                <c:pt idx="1082">
                  <c:v>66</c:v>
                </c:pt>
                <c:pt idx="1083">
                  <c:v>67</c:v>
                </c:pt>
                <c:pt idx="1084">
                  <c:v>66</c:v>
                </c:pt>
                <c:pt idx="1085">
                  <c:v>67</c:v>
                </c:pt>
                <c:pt idx="1086">
                  <c:v>67</c:v>
                </c:pt>
                <c:pt idx="1087">
                  <c:v>67</c:v>
                </c:pt>
                <c:pt idx="1088">
                  <c:v>66</c:v>
                </c:pt>
                <c:pt idx="1089">
                  <c:v>67</c:v>
                </c:pt>
                <c:pt idx="1090">
                  <c:v>67</c:v>
                </c:pt>
                <c:pt idx="1091">
                  <c:v>67</c:v>
                </c:pt>
                <c:pt idx="1092">
                  <c:v>67</c:v>
                </c:pt>
                <c:pt idx="1093">
                  <c:v>67</c:v>
                </c:pt>
                <c:pt idx="1094">
                  <c:v>67</c:v>
                </c:pt>
                <c:pt idx="1095">
                  <c:v>67</c:v>
                </c:pt>
                <c:pt idx="1096">
                  <c:v>67</c:v>
                </c:pt>
                <c:pt idx="1097">
                  <c:v>67</c:v>
                </c:pt>
                <c:pt idx="1098">
                  <c:v>67</c:v>
                </c:pt>
                <c:pt idx="1099">
                  <c:v>67</c:v>
                </c:pt>
                <c:pt idx="1100">
                  <c:v>67</c:v>
                </c:pt>
                <c:pt idx="1101">
                  <c:v>67</c:v>
                </c:pt>
                <c:pt idx="1102">
                  <c:v>67</c:v>
                </c:pt>
                <c:pt idx="1103">
                  <c:v>67</c:v>
                </c:pt>
                <c:pt idx="1104">
                  <c:v>66</c:v>
                </c:pt>
                <c:pt idx="1105">
                  <c:v>67</c:v>
                </c:pt>
                <c:pt idx="1106">
                  <c:v>67</c:v>
                </c:pt>
                <c:pt idx="1107">
                  <c:v>67</c:v>
                </c:pt>
                <c:pt idx="1108">
                  <c:v>66</c:v>
                </c:pt>
                <c:pt idx="1109">
                  <c:v>66</c:v>
                </c:pt>
                <c:pt idx="1110">
                  <c:v>67</c:v>
                </c:pt>
                <c:pt idx="1111">
                  <c:v>67</c:v>
                </c:pt>
                <c:pt idx="1112">
                  <c:v>67</c:v>
                </c:pt>
                <c:pt idx="1113">
                  <c:v>67</c:v>
                </c:pt>
                <c:pt idx="1114">
                  <c:v>67</c:v>
                </c:pt>
                <c:pt idx="1115">
                  <c:v>66</c:v>
                </c:pt>
                <c:pt idx="1116">
                  <c:v>66</c:v>
                </c:pt>
                <c:pt idx="1117">
                  <c:v>67</c:v>
                </c:pt>
                <c:pt idx="1118">
                  <c:v>66</c:v>
                </c:pt>
                <c:pt idx="1119">
                  <c:v>67</c:v>
                </c:pt>
                <c:pt idx="1120">
                  <c:v>66</c:v>
                </c:pt>
                <c:pt idx="1121">
                  <c:v>66</c:v>
                </c:pt>
                <c:pt idx="1122">
                  <c:v>66</c:v>
                </c:pt>
                <c:pt idx="1123">
                  <c:v>66</c:v>
                </c:pt>
                <c:pt idx="1124">
                  <c:v>66</c:v>
                </c:pt>
                <c:pt idx="1125">
                  <c:v>66</c:v>
                </c:pt>
                <c:pt idx="1126">
                  <c:v>66</c:v>
                </c:pt>
                <c:pt idx="1127">
                  <c:v>66</c:v>
                </c:pt>
                <c:pt idx="1128">
                  <c:v>66</c:v>
                </c:pt>
                <c:pt idx="1129">
                  <c:v>66</c:v>
                </c:pt>
                <c:pt idx="1130">
                  <c:v>66</c:v>
                </c:pt>
                <c:pt idx="1131">
                  <c:v>66</c:v>
                </c:pt>
                <c:pt idx="1132">
                  <c:v>66</c:v>
                </c:pt>
                <c:pt idx="1133">
                  <c:v>66</c:v>
                </c:pt>
                <c:pt idx="1134">
                  <c:v>66</c:v>
                </c:pt>
                <c:pt idx="1135">
                  <c:v>66</c:v>
                </c:pt>
                <c:pt idx="1136">
                  <c:v>66</c:v>
                </c:pt>
                <c:pt idx="1137">
                  <c:v>66</c:v>
                </c:pt>
                <c:pt idx="1138">
                  <c:v>66</c:v>
                </c:pt>
                <c:pt idx="1139">
                  <c:v>66</c:v>
                </c:pt>
                <c:pt idx="1140">
                  <c:v>66</c:v>
                </c:pt>
                <c:pt idx="1141">
                  <c:v>66</c:v>
                </c:pt>
                <c:pt idx="1142">
                  <c:v>66</c:v>
                </c:pt>
                <c:pt idx="1143">
                  <c:v>66</c:v>
                </c:pt>
                <c:pt idx="1144">
                  <c:v>66</c:v>
                </c:pt>
                <c:pt idx="1145">
                  <c:v>66</c:v>
                </c:pt>
                <c:pt idx="1146">
                  <c:v>66</c:v>
                </c:pt>
                <c:pt idx="1147">
                  <c:v>66</c:v>
                </c:pt>
                <c:pt idx="1148">
                  <c:v>66</c:v>
                </c:pt>
                <c:pt idx="1149">
                  <c:v>66</c:v>
                </c:pt>
                <c:pt idx="1150">
                  <c:v>66</c:v>
                </c:pt>
                <c:pt idx="1151">
                  <c:v>66</c:v>
                </c:pt>
                <c:pt idx="1152">
                  <c:v>66</c:v>
                </c:pt>
                <c:pt idx="1153">
                  <c:v>66</c:v>
                </c:pt>
                <c:pt idx="1154">
                  <c:v>66</c:v>
                </c:pt>
                <c:pt idx="1155">
                  <c:v>66</c:v>
                </c:pt>
                <c:pt idx="1156">
                  <c:v>66</c:v>
                </c:pt>
                <c:pt idx="1157">
                  <c:v>66</c:v>
                </c:pt>
                <c:pt idx="1158">
                  <c:v>66</c:v>
                </c:pt>
                <c:pt idx="1159">
                  <c:v>66</c:v>
                </c:pt>
                <c:pt idx="1160">
                  <c:v>66</c:v>
                </c:pt>
                <c:pt idx="1161">
                  <c:v>66</c:v>
                </c:pt>
                <c:pt idx="1162">
                  <c:v>66</c:v>
                </c:pt>
                <c:pt idx="1163">
                  <c:v>66</c:v>
                </c:pt>
                <c:pt idx="1164">
                  <c:v>66</c:v>
                </c:pt>
                <c:pt idx="1165">
                  <c:v>66</c:v>
                </c:pt>
                <c:pt idx="1166">
                  <c:v>66</c:v>
                </c:pt>
                <c:pt idx="1167">
                  <c:v>66</c:v>
                </c:pt>
                <c:pt idx="1168">
                  <c:v>66</c:v>
                </c:pt>
                <c:pt idx="1169">
                  <c:v>66</c:v>
                </c:pt>
                <c:pt idx="1170">
                  <c:v>66</c:v>
                </c:pt>
                <c:pt idx="1171">
                  <c:v>66</c:v>
                </c:pt>
                <c:pt idx="1172">
                  <c:v>66</c:v>
                </c:pt>
                <c:pt idx="1173">
                  <c:v>66</c:v>
                </c:pt>
                <c:pt idx="1174">
                  <c:v>66</c:v>
                </c:pt>
                <c:pt idx="1175">
                  <c:v>66</c:v>
                </c:pt>
                <c:pt idx="1176">
                  <c:v>66</c:v>
                </c:pt>
                <c:pt idx="1177">
                  <c:v>66</c:v>
                </c:pt>
                <c:pt idx="1178">
                  <c:v>66</c:v>
                </c:pt>
                <c:pt idx="1179">
                  <c:v>66</c:v>
                </c:pt>
                <c:pt idx="1180">
                  <c:v>66</c:v>
                </c:pt>
                <c:pt idx="1181">
                  <c:v>66</c:v>
                </c:pt>
                <c:pt idx="1182">
                  <c:v>66</c:v>
                </c:pt>
                <c:pt idx="1183">
                  <c:v>66</c:v>
                </c:pt>
                <c:pt idx="1184">
                  <c:v>66</c:v>
                </c:pt>
                <c:pt idx="1185">
                  <c:v>66</c:v>
                </c:pt>
                <c:pt idx="1186">
                  <c:v>66</c:v>
                </c:pt>
                <c:pt idx="1187">
                  <c:v>66</c:v>
                </c:pt>
                <c:pt idx="1188">
                  <c:v>66</c:v>
                </c:pt>
                <c:pt idx="1189">
                  <c:v>66</c:v>
                </c:pt>
                <c:pt idx="1190">
                  <c:v>66</c:v>
                </c:pt>
                <c:pt idx="1191">
                  <c:v>66</c:v>
                </c:pt>
                <c:pt idx="1192">
                  <c:v>66</c:v>
                </c:pt>
                <c:pt idx="1193">
                  <c:v>66</c:v>
                </c:pt>
                <c:pt idx="1194">
                  <c:v>66</c:v>
                </c:pt>
                <c:pt idx="1195">
                  <c:v>66</c:v>
                </c:pt>
                <c:pt idx="1196">
                  <c:v>66</c:v>
                </c:pt>
                <c:pt idx="1197">
                  <c:v>66</c:v>
                </c:pt>
                <c:pt idx="1198">
                  <c:v>66</c:v>
                </c:pt>
                <c:pt idx="1199">
                  <c:v>66</c:v>
                </c:pt>
                <c:pt idx="1200">
                  <c:v>66</c:v>
                </c:pt>
                <c:pt idx="1201">
                  <c:v>66</c:v>
                </c:pt>
                <c:pt idx="1202">
                  <c:v>66</c:v>
                </c:pt>
                <c:pt idx="1203">
                  <c:v>66</c:v>
                </c:pt>
                <c:pt idx="1204">
                  <c:v>66</c:v>
                </c:pt>
                <c:pt idx="1205">
                  <c:v>66</c:v>
                </c:pt>
                <c:pt idx="1206">
                  <c:v>66</c:v>
                </c:pt>
                <c:pt idx="1207">
                  <c:v>66</c:v>
                </c:pt>
                <c:pt idx="1208">
                  <c:v>66</c:v>
                </c:pt>
                <c:pt idx="1209">
                  <c:v>66</c:v>
                </c:pt>
                <c:pt idx="1210">
                  <c:v>66</c:v>
                </c:pt>
                <c:pt idx="1211">
                  <c:v>66</c:v>
                </c:pt>
                <c:pt idx="1212">
                  <c:v>66</c:v>
                </c:pt>
                <c:pt idx="1213">
                  <c:v>66</c:v>
                </c:pt>
                <c:pt idx="1214">
                  <c:v>66</c:v>
                </c:pt>
                <c:pt idx="1215">
                  <c:v>66</c:v>
                </c:pt>
                <c:pt idx="1216">
                  <c:v>66</c:v>
                </c:pt>
                <c:pt idx="1217">
                  <c:v>66</c:v>
                </c:pt>
                <c:pt idx="1218">
                  <c:v>66</c:v>
                </c:pt>
                <c:pt idx="1219">
                  <c:v>66</c:v>
                </c:pt>
                <c:pt idx="1220">
                  <c:v>66</c:v>
                </c:pt>
                <c:pt idx="1221">
                  <c:v>66</c:v>
                </c:pt>
                <c:pt idx="1222">
                  <c:v>66</c:v>
                </c:pt>
                <c:pt idx="1223">
                  <c:v>66</c:v>
                </c:pt>
                <c:pt idx="1224">
                  <c:v>66</c:v>
                </c:pt>
                <c:pt idx="1225">
                  <c:v>66</c:v>
                </c:pt>
                <c:pt idx="1226">
                  <c:v>66</c:v>
                </c:pt>
                <c:pt idx="1227">
                  <c:v>66</c:v>
                </c:pt>
                <c:pt idx="1228">
                  <c:v>66</c:v>
                </c:pt>
                <c:pt idx="1229">
                  <c:v>66</c:v>
                </c:pt>
                <c:pt idx="1230">
                  <c:v>66</c:v>
                </c:pt>
                <c:pt idx="1231">
                  <c:v>66</c:v>
                </c:pt>
                <c:pt idx="1232">
                  <c:v>66</c:v>
                </c:pt>
                <c:pt idx="1233">
                  <c:v>66</c:v>
                </c:pt>
                <c:pt idx="1234">
                  <c:v>66</c:v>
                </c:pt>
                <c:pt idx="1235">
                  <c:v>66</c:v>
                </c:pt>
                <c:pt idx="1236">
                  <c:v>67</c:v>
                </c:pt>
                <c:pt idx="1237">
                  <c:v>66</c:v>
                </c:pt>
                <c:pt idx="1238">
                  <c:v>66</c:v>
                </c:pt>
                <c:pt idx="1239">
                  <c:v>66</c:v>
                </c:pt>
                <c:pt idx="1240">
                  <c:v>66</c:v>
                </c:pt>
                <c:pt idx="1241">
                  <c:v>66</c:v>
                </c:pt>
                <c:pt idx="1242">
                  <c:v>66</c:v>
                </c:pt>
                <c:pt idx="1243">
                  <c:v>66</c:v>
                </c:pt>
                <c:pt idx="1244">
                  <c:v>66</c:v>
                </c:pt>
                <c:pt idx="1245">
                  <c:v>66</c:v>
                </c:pt>
                <c:pt idx="1246">
                  <c:v>67</c:v>
                </c:pt>
                <c:pt idx="1247">
                  <c:v>67</c:v>
                </c:pt>
                <c:pt idx="1248">
                  <c:v>66</c:v>
                </c:pt>
                <c:pt idx="1249">
                  <c:v>66</c:v>
                </c:pt>
                <c:pt idx="1250">
                  <c:v>67</c:v>
                </c:pt>
                <c:pt idx="1251">
                  <c:v>66</c:v>
                </c:pt>
                <c:pt idx="1252">
                  <c:v>67</c:v>
                </c:pt>
                <c:pt idx="1253">
                  <c:v>66</c:v>
                </c:pt>
                <c:pt idx="1254">
                  <c:v>67</c:v>
                </c:pt>
                <c:pt idx="1255">
                  <c:v>67</c:v>
                </c:pt>
                <c:pt idx="1256">
                  <c:v>67</c:v>
                </c:pt>
                <c:pt idx="1257">
                  <c:v>66</c:v>
                </c:pt>
                <c:pt idx="1258">
                  <c:v>67</c:v>
                </c:pt>
                <c:pt idx="1259">
                  <c:v>66</c:v>
                </c:pt>
                <c:pt idx="1260">
                  <c:v>67</c:v>
                </c:pt>
                <c:pt idx="1261">
                  <c:v>66</c:v>
                </c:pt>
                <c:pt idx="1262">
                  <c:v>66</c:v>
                </c:pt>
                <c:pt idx="1263">
                  <c:v>67</c:v>
                </c:pt>
                <c:pt idx="1264">
                  <c:v>66</c:v>
                </c:pt>
                <c:pt idx="1265">
                  <c:v>67</c:v>
                </c:pt>
                <c:pt idx="1266">
                  <c:v>66</c:v>
                </c:pt>
                <c:pt idx="1267">
                  <c:v>66</c:v>
                </c:pt>
                <c:pt idx="1268">
                  <c:v>66</c:v>
                </c:pt>
                <c:pt idx="1269">
                  <c:v>67</c:v>
                </c:pt>
                <c:pt idx="1270">
                  <c:v>67</c:v>
                </c:pt>
                <c:pt idx="1271">
                  <c:v>66</c:v>
                </c:pt>
                <c:pt idx="1272">
                  <c:v>66</c:v>
                </c:pt>
                <c:pt idx="1273">
                  <c:v>66</c:v>
                </c:pt>
                <c:pt idx="1274">
                  <c:v>66</c:v>
                </c:pt>
                <c:pt idx="1275">
                  <c:v>66</c:v>
                </c:pt>
                <c:pt idx="1276">
                  <c:v>66</c:v>
                </c:pt>
                <c:pt idx="1277">
                  <c:v>66</c:v>
                </c:pt>
                <c:pt idx="1278">
                  <c:v>66</c:v>
                </c:pt>
                <c:pt idx="1279">
                  <c:v>66</c:v>
                </c:pt>
                <c:pt idx="1280">
                  <c:v>66</c:v>
                </c:pt>
                <c:pt idx="1281">
                  <c:v>66</c:v>
                </c:pt>
                <c:pt idx="1282">
                  <c:v>66</c:v>
                </c:pt>
                <c:pt idx="1283">
                  <c:v>66</c:v>
                </c:pt>
                <c:pt idx="1284">
                  <c:v>66</c:v>
                </c:pt>
                <c:pt idx="1285">
                  <c:v>66</c:v>
                </c:pt>
                <c:pt idx="1286">
                  <c:v>66</c:v>
                </c:pt>
                <c:pt idx="1287">
                  <c:v>66</c:v>
                </c:pt>
                <c:pt idx="1288">
                  <c:v>66</c:v>
                </c:pt>
                <c:pt idx="1289">
                  <c:v>66</c:v>
                </c:pt>
                <c:pt idx="1290">
                  <c:v>66</c:v>
                </c:pt>
                <c:pt idx="1291">
                  <c:v>66</c:v>
                </c:pt>
                <c:pt idx="1292">
                  <c:v>66</c:v>
                </c:pt>
                <c:pt idx="1293">
                  <c:v>66</c:v>
                </c:pt>
                <c:pt idx="1294">
                  <c:v>66</c:v>
                </c:pt>
                <c:pt idx="1295">
                  <c:v>66</c:v>
                </c:pt>
                <c:pt idx="1296">
                  <c:v>66</c:v>
                </c:pt>
                <c:pt idx="1297">
                  <c:v>66</c:v>
                </c:pt>
                <c:pt idx="1298">
                  <c:v>66</c:v>
                </c:pt>
                <c:pt idx="1299">
                  <c:v>66</c:v>
                </c:pt>
                <c:pt idx="1300">
                  <c:v>66</c:v>
                </c:pt>
                <c:pt idx="1301">
                  <c:v>66</c:v>
                </c:pt>
                <c:pt idx="1302">
                  <c:v>66</c:v>
                </c:pt>
                <c:pt idx="1303">
                  <c:v>66</c:v>
                </c:pt>
                <c:pt idx="1304">
                  <c:v>66</c:v>
                </c:pt>
                <c:pt idx="1305">
                  <c:v>66</c:v>
                </c:pt>
                <c:pt idx="1306">
                  <c:v>66</c:v>
                </c:pt>
                <c:pt idx="1307">
                  <c:v>66</c:v>
                </c:pt>
                <c:pt idx="1308">
                  <c:v>66</c:v>
                </c:pt>
                <c:pt idx="1309">
                  <c:v>66</c:v>
                </c:pt>
                <c:pt idx="1310">
                  <c:v>66</c:v>
                </c:pt>
                <c:pt idx="1311">
                  <c:v>66</c:v>
                </c:pt>
                <c:pt idx="1312">
                  <c:v>66</c:v>
                </c:pt>
                <c:pt idx="1313">
                  <c:v>66</c:v>
                </c:pt>
                <c:pt idx="1314">
                  <c:v>66</c:v>
                </c:pt>
                <c:pt idx="1315">
                  <c:v>66</c:v>
                </c:pt>
                <c:pt idx="1316">
                  <c:v>66</c:v>
                </c:pt>
                <c:pt idx="1317">
                  <c:v>66</c:v>
                </c:pt>
                <c:pt idx="1318">
                  <c:v>66</c:v>
                </c:pt>
                <c:pt idx="1319">
                  <c:v>66</c:v>
                </c:pt>
                <c:pt idx="1320">
                  <c:v>66</c:v>
                </c:pt>
                <c:pt idx="1321">
                  <c:v>66</c:v>
                </c:pt>
                <c:pt idx="1322">
                  <c:v>66</c:v>
                </c:pt>
                <c:pt idx="1323">
                  <c:v>66</c:v>
                </c:pt>
                <c:pt idx="1324">
                  <c:v>66</c:v>
                </c:pt>
                <c:pt idx="1325">
                  <c:v>66</c:v>
                </c:pt>
                <c:pt idx="1326">
                  <c:v>66</c:v>
                </c:pt>
                <c:pt idx="1327">
                  <c:v>66</c:v>
                </c:pt>
                <c:pt idx="1328">
                  <c:v>66</c:v>
                </c:pt>
                <c:pt idx="1329">
                  <c:v>66</c:v>
                </c:pt>
                <c:pt idx="1330">
                  <c:v>66</c:v>
                </c:pt>
                <c:pt idx="1331">
                  <c:v>66</c:v>
                </c:pt>
                <c:pt idx="1332">
                  <c:v>66</c:v>
                </c:pt>
                <c:pt idx="1333">
                  <c:v>66</c:v>
                </c:pt>
                <c:pt idx="1334">
                  <c:v>66</c:v>
                </c:pt>
                <c:pt idx="1335">
                  <c:v>66</c:v>
                </c:pt>
                <c:pt idx="1336">
                  <c:v>66</c:v>
                </c:pt>
                <c:pt idx="1337">
                  <c:v>66</c:v>
                </c:pt>
                <c:pt idx="1338">
                  <c:v>66</c:v>
                </c:pt>
                <c:pt idx="1339">
                  <c:v>66</c:v>
                </c:pt>
                <c:pt idx="1340">
                  <c:v>66</c:v>
                </c:pt>
                <c:pt idx="1341">
                  <c:v>66</c:v>
                </c:pt>
                <c:pt idx="1342">
                  <c:v>66</c:v>
                </c:pt>
                <c:pt idx="1343">
                  <c:v>66</c:v>
                </c:pt>
                <c:pt idx="1344">
                  <c:v>66</c:v>
                </c:pt>
                <c:pt idx="1345">
                  <c:v>66</c:v>
                </c:pt>
                <c:pt idx="1346">
                  <c:v>66</c:v>
                </c:pt>
                <c:pt idx="1347">
                  <c:v>66</c:v>
                </c:pt>
                <c:pt idx="1348">
                  <c:v>66</c:v>
                </c:pt>
                <c:pt idx="1349">
                  <c:v>66</c:v>
                </c:pt>
                <c:pt idx="1350">
                  <c:v>66</c:v>
                </c:pt>
                <c:pt idx="1351">
                  <c:v>66</c:v>
                </c:pt>
                <c:pt idx="1352">
                  <c:v>66</c:v>
                </c:pt>
                <c:pt idx="1353">
                  <c:v>66</c:v>
                </c:pt>
                <c:pt idx="1354">
                  <c:v>66</c:v>
                </c:pt>
                <c:pt idx="1355">
                  <c:v>66</c:v>
                </c:pt>
                <c:pt idx="1356">
                  <c:v>66</c:v>
                </c:pt>
                <c:pt idx="1357">
                  <c:v>66</c:v>
                </c:pt>
                <c:pt idx="1358">
                  <c:v>66</c:v>
                </c:pt>
                <c:pt idx="1359">
                  <c:v>66</c:v>
                </c:pt>
                <c:pt idx="1360">
                  <c:v>66</c:v>
                </c:pt>
                <c:pt idx="1361">
                  <c:v>66</c:v>
                </c:pt>
                <c:pt idx="1362">
                  <c:v>66</c:v>
                </c:pt>
                <c:pt idx="1363">
                  <c:v>66</c:v>
                </c:pt>
                <c:pt idx="1364">
                  <c:v>66</c:v>
                </c:pt>
                <c:pt idx="1365">
                  <c:v>66</c:v>
                </c:pt>
                <c:pt idx="1366">
                  <c:v>66</c:v>
                </c:pt>
                <c:pt idx="1367">
                  <c:v>66</c:v>
                </c:pt>
                <c:pt idx="1368">
                  <c:v>66</c:v>
                </c:pt>
                <c:pt idx="1369">
                  <c:v>66</c:v>
                </c:pt>
                <c:pt idx="1370">
                  <c:v>66</c:v>
                </c:pt>
                <c:pt idx="1371">
                  <c:v>66</c:v>
                </c:pt>
                <c:pt idx="1372">
                  <c:v>66</c:v>
                </c:pt>
                <c:pt idx="1373">
                  <c:v>66</c:v>
                </c:pt>
                <c:pt idx="1374">
                  <c:v>66</c:v>
                </c:pt>
                <c:pt idx="1375">
                  <c:v>66</c:v>
                </c:pt>
                <c:pt idx="1376">
                  <c:v>66</c:v>
                </c:pt>
                <c:pt idx="1377">
                  <c:v>66</c:v>
                </c:pt>
                <c:pt idx="1378">
                  <c:v>66</c:v>
                </c:pt>
                <c:pt idx="1379">
                  <c:v>66</c:v>
                </c:pt>
                <c:pt idx="1380">
                  <c:v>66</c:v>
                </c:pt>
                <c:pt idx="1381">
                  <c:v>66</c:v>
                </c:pt>
                <c:pt idx="1382">
                  <c:v>66</c:v>
                </c:pt>
                <c:pt idx="1383">
                  <c:v>66</c:v>
                </c:pt>
                <c:pt idx="1384">
                  <c:v>66</c:v>
                </c:pt>
                <c:pt idx="1385">
                  <c:v>66</c:v>
                </c:pt>
                <c:pt idx="1386">
                  <c:v>66</c:v>
                </c:pt>
                <c:pt idx="1387">
                  <c:v>66</c:v>
                </c:pt>
                <c:pt idx="1388">
                  <c:v>66</c:v>
                </c:pt>
                <c:pt idx="1389">
                  <c:v>66</c:v>
                </c:pt>
                <c:pt idx="1390">
                  <c:v>66</c:v>
                </c:pt>
                <c:pt idx="1391">
                  <c:v>66</c:v>
                </c:pt>
                <c:pt idx="1392">
                  <c:v>66</c:v>
                </c:pt>
                <c:pt idx="1393">
                  <c:v>66</c:v>
                </c:pt>
                <c:pt idx="1394">
                  <c:v>66</c:v>
                </c:pt>
                <c:pt idx="1395">
                  <c:v>66</c:v>
                </c:pt>
                <c:pt idx="1396">
                  <c:v>66</c:v>
                </c:pt>
                <c:pt idx="1397">
                  <c:v>66</c:v>
                </c:pt>
                <c:pt idx="1398">
                  <c:v>66</c:v>
                </c:pt>
                <c:pt idx="1399">
                  <c:v>66</c:v>
                </c:pt>
                <c:pt idx="1400">
                  <c:v>66</c:v>
                </c:pt>
                <c:pt idx="1401">
                  <c:v>66</c:v>
                </c:pt>
                <c:pt idx="1402">
                  <c:v>66</c:v>
                </c:pt>
                <c:pt idx="1403">
                  <c:v>66</c:v>
                </c:pt>
                <c:pt idx="1404">
                  <c:v>66</c:v>
                </c:pt>
                <c:pt idx="1405">
                  <c:v>66</c:v>
                </c:pt>
                <c:pt idx="1406">
                  <c:v>66</c:v>
                </c:pt>
                <c:pt idx="1407">
                  <c:v>66</c:v>
                </c:pt>
                <c:pt idx="1408">
                  <c:v>66</c:v>
                </c:pt>
                <c:pt idx="1409">
                  <c:v>66</c:v>
                </c:pt>
                <c:pt idx="1410">
                  <c:v>66</c:v>
                </c:pt>
                <c:pt idx="1411">
                  <c:v>66</c:v>
                </c:pt>
                <c:pt idx="1412">
                  <c:v>66</c:v>
                </c:pt>
                <c:pt idx="1413">
                  <c:v>66</c:v>
                </c:pt>
                <c:pt idx="1414">
                  <c:v>66</c:v>
                </c:pt>
                <c:pt idx="1415">
                  <c:v>66</c:v>
                </c:pt>
                <c:pt idx="1416">
                  <c:v>66</c:v>
                </c:pt>
                <c:pt idx="1417">
                  <c:v>66</c:v>
                </c:pt>
                <c:pt idx="1418">
                  <c:v>66</c:v>
                </c:pt>
                <c:pt idx="1419">
                  <c:v>66</c:v>
                </c:pt>
                <c:pt idx="1420">
                  <c:v>66</c:v>
                </c:pt>
                <c:pt idx="1421">
                  <c:v>66</c:v>
                </c:pt>
                <c:pt idx="1422">
                  <c:v>66</c:v>
                </c:pt>
                <c:pt idx="1423">
                  <c:v>66</c:v>
                </c:pt>
                <c:pt idx="1424">
                  <c:v>66</c:v>
                </c:pt>
                <c:pt idx="1425">
                  <c:v>66</c:v>
                </c:pt>
                <c:pt idx="1426">
                  <c:v>66</c:v>
                </c:pt>
                <c:pt idx="1427">
                  <c:v>66</c:v>
                </c:pt>
                <c:pt idx="1428">
                  <c:v>66</c:v>
                </c:pt>
                <c:pt idx="1429">
                  <c:v>66</c:v>
                </c:pt>
                <c:pt idx="1430">
                  <c:v>66</c:v>
                </c:pt>
                <c:pt idx="1431">
                  <c:v>66</c:v>
                </c:pt>
                <c:pt idx="1432">
                  <c:v>66</c:v>
                </c:pt>
                <c:pt idx="1433">
                  <c:v>66</c:v>
                </c:pt>
                <c:pt idx="1434">
                  <c:v>66</c:v>
                </c:pt>
                <c:pt idx="1435">
                  <c:v>66</c:v>
                </c:pt>
                <c:pt idx="1436">
                  <c:v>66</c:v>
                </c:pt>
                <c:pt idx="1437">
                  <c:v>66</c:v>
                </c:pt>
                <c:pt idx="1438">
                  <c:v>66</c:v>
                </c:pt>
                <c:pt idx="1439">
                  <c:v>66</c:v>
                </c:pt>
                <c:pt idx="1440">
                  <c:v>66</c:v>
                </c:pt>
                <c:pt idx="1441">
                  <c:v>66</c:v>
                </c:pt>
                <c:pt idx="1442">
                  <c:v>66</c:v>
                </c:pt>
                <c:pt idx="1443">
                  <c:v>66</c:v>
                </c:pt>
                <c:pt idx="1444">
                  <c:v>66</c:v>
                </c:pt>
                <c:pt idx="1445">
                  <c:v>66</c:v>
                </c:pt>
                <c:pt idx="1446">
                  <c:v>66</c:v>
                </c:pt>
                <c:pt idx="1447">
                  <c:v>66</c:v>
                </c:pt>
                <c:pt idx="1448">
                  <c:v>66</c:v>
                </c:pt>
                <c:pt idx="1449">
                  <c:v>66</c:v>
                </c:pt>
                <c:pt idx="1450">
                  <c:v>66</c:v>
                </c:pt>
                <c:pt idx="1451">
                  <c:v>66</c:v>
                </c:pt>
                <c:pt idx="1452">
                  <c:v>66</c:v>
                </c:pt>
                <c:pt idx="1453">
                  <c:v>66</c:v>
                </c:pt>
                <c:pt idx="1454">
                  <c:v>66</c:v>
                </c:pt>
                <c:pt idx="1455">
                  <c:v>66</c:v>
                </c:pt>
                <c:pt idx="1456">
                  <c:v>66</c:v>
                </c:pt>
                <c:pt idx="1457">
                  <c:v>66</c:v>
                </c:pt>
                <c:pt idx="1458">
                  <c:v>66</c:v>
                </c:pt>
                <c:pt idx="1459">
                  <c:v>66</c:v>
                </c:pt>
                <c:pt idx="1460">
                  <c:v>66</c:v>
                </c:pt>
                <c:pt idx="1461">
                  <c:v>66</c:v>
                </c:pt>
                <c:pt idx="1462">
                  <c:v>66</c:v>
                </c:pt>
                <c:pt idx="1463">
                  <c:v>66</c:v>
                </c:pt>
                <c:pt idx="1464">
                  <c:v>66</c:v>
                </c:pt>
                <c:pt idx="1465">
                  <c:v>66</c:v>
                </c:pt>
                <c:pt idx="1466">
                  <c:v>66</c:v>
                </c:pt>
                <c:pt idx="1467">
                  <c:v>66</c:v>
                </c:pt>
                <c:pt idx="1468">
                  <c:v>66</c:v>
                </c:pt>
                <c:pt idx="1469">
                  <c:v>66</c:v>
                </c:pt>
                <c:pt idx="1470">
                  <c:v>66</c:v>
                </c:pt>
                <c:pt idx="1471">
                  <c:v>66</c:v>
                </c:pt>
                <c:pt idx="1472">
                  <c:v>66</c:v>
                </c:pt>
                <c:pt idx="1473">
                  <c:v>66</c:v>
                </c:pt>
                <c:pt idx="1474">
                  <c:v>66</c:v>
                </c:pt>
                <c:pt idx="1475">
                  <c:v>66</c:v>
                </c:pt>
                <c:pt idx="1476">
                  <c:v>66</c:v>
                </c:pt>
                <c:pt idx="1477">
                  <c:v>66</c:v>
                </c:pt>
                <c:pt idx="1478">
                  <c:v>66</c:v>
                </c:pt>
                <c:pt idx="1479">
                  <c:v>66</c:v>
                </c:pt>
                <c:pt idx="1480">
                  <c:v>66</c:v>
                </c:pt>
                <c:pt idx="1481">
                  <c:v>66</c:v>
                </c:pt>
                <c:pt idx="1482">
                  <c:v>66</c:v>
                </c:pt>
                <c:pt idx="1483">
                  <c:v>66</c:v>
                </c:pt>
                <c:pt idx="1484">
                  <c:v>66</c:v>
                </c:pt>
                <c:pt idx="1485">
                  <c:v>66</c:v>
                </c:pt>
                <c:pt idx="1486">
                  <c:v>66</c:v>
                </c:pt>
                <c:pt idx="1487">
                  <c:v>66</c:v>
                </c:pt>
                <c:pt idx="1488">
                  <c:v>66</c:v>
                </c:pt>
                <c:pt idx="1489">
                  <c:v>66</c:v>
                </c:pt>
                <c:pt idx="1490">
                  <c:v>66</c:v>
                </c:pt>
                <c:pt idx="1491">
                  <c:v>66</c:v>
                </c:pt>
                <c:pt idx="1492">
                  <c:v>66</c:v>
                </c:pt>
                <c:pt idx="1493">
                  <c:v>66</c:v>
                </c:pt>
                <c:pt idx="1494">
                  <c:v>66</c:v>
                </c:pt>
                <c:pt idx="1495">
                  <c:v>66</c:v>
                </c:pt>
                <c:pt idx="1496">
                  <c:v>66</c:v>
                </c:pt>
                <c:pt idx="1497">
                  <c:v>66</c:v>
                </c:pt>
                <c:pt idx="1498">
                  <c:v>66</c:v>
                </c:pt>
                <c:pt idx="1499">
                  <c:v>66</c:v>
                </c:pt>
                <c:pt idx="1500">
                  <c:v>66</c:v>
                </c:pt>
                <c:pt idx="1501">
                  <c:v>66</c:v>
                </c:pt>
                <c:pt idx="1502">
                  <c:v>66</c:v>
                </c:pt>
                <c:pt idx="1503">
                  <c:v>66</c:v>
                </c:pt>
                <c:pt idx="1504">
                  <c:v>66</c:v>
                </c:pt>
                <c:pt idx="1505">
                  <c:v>66</c:v>
                </c:pt>
                <c:pt idx="1506">
                  <c:v>66</c:v>
                </c:pt>
                <c:pt idx="1507">
                  <c:v>66</c:v>
                </c:pt>
                <c:pt idx="1508">
                  <c:v>66</c:v>
                </c:pt>
                <c:pt idx="1509">
                  <c:v>66</c:v>
                </c:pt>
                <c:pt idx="1510">
                  <c:v>66</c:v>
                </c:pt>
                <c:pt idx="1511">
                  <c:v>66</c:v>
                </c:pt>
                <c:pt idx="1512">
                  <c:v>66</c:v>
                </c:pt>
                <c:pt idx="1513">
                  <c:v>66</c:v>
                </c:pt>
                <c:pt idx="1514">
                  <c:v>66</c:v>
                </c:pt>
                <c:pt idx="1515">
                  <c:v>66</c:v>
                </c:pt>
                <c:pt idx="1516">
                  <c:v>66</c:v>
                </c:pt>
                <c:pt idx="1517">
                  <c:v>66</c:v>
                </c:pt>
                <c:pt idx="1518">
                  <c:v>66</c:v>
                </c:pt>
                <c:pt idx="1519">
                  <c:v>66</c:v>
                </c:pt>
                <c:pt idx="1520">
                  <c:v>66</c:v>
                </c:pt>
                <c:pt idx="1521">
                  <c:v>66</c:v>
                </c:pt>
                <c:pt idx="1522">
                  <c:v>66</c:v>
                </c:pt>
                <c:pt idx="1523">
                  <c:v>66</c:v>
                </c:pt>
                <c:pt idx="1524">
                  <c:v>66</c:v>
                </c:pt>
                <c:pt idx="1525">
                  <c:v>66</c:v>
                </c:pt>
                <c:pt idx="1526">
                  <c:v>66</c:v>
                </c:pt>
                <c:pt idx="1527">
                  <c:v>66</c:v>
                </c:pt>
                <c:pt idx="1528">
                  <c:v>66</c:v>
                </c:pt>
                <c:pt idx="1529">
                  <c:v>66</c:v>
                </c:pt>
                <c:pt idx="1530">
                  <c:v>66</c:v>
                </c:pt>
                <c:pt idx="1531">
                  <c:v>66</c:v>
                </c:pt>
                <c:pt idx="1532">
                  <c:v>66</c:v>
                </c:pt>
                <c:pt idx="1533">
                  <c:v>66</c:v>
                </c:pt>
                <c:pt idx="1534">
                  <c:v>66</c:v>
                </c:pt>
                <c:pt idx="1535">
                  <c:v>66</c:v>
                </c:pt>
                <c:pt idx="1536">
                  <c:v>66</c:v>
                </c:pt>
                <c:pt idx="1537">
                  <c:v>66</c:v>
                </c:pt>
                <c:pt idx="1538">
                  <c:v>66</c:v>
                </c:pt>
                <c:pt idx="1539">
                  <c:v>66</c:v>
                </c:pt>
                <c:pt idx="1540">
                  <c:v>66</c:v>
                </c:pt>
                <c:pt idx="1541">
                  <c:v>66</c:v>
                </c:pt>
                <c:pt idx="1542">
                  <c:v>66</c:v>
                </c:pt>
                <c:pt idx="1543">
                  <c:v>66</c:v>
                </c:pt>
                <c:pt idx="1544">
                  <c:v>66</c:v>
                </c:pt>
                <c:pt idx="1545">
                  <c:v>66</c:v>
                </c:pt>
                <c:pt idx="1546">
                  <c:v>66</c:v>
                </c:pt>
                <c:pt idx="1547">
                  <c:v>66</c:v>
                </c:pt>
                <c:pt idx="1548">
                  <c:v>66</c:v>
                </c:pt>
                <c:pt idx="1549">
                  <c:v>66</c:v>
                </c:pt>
                <c:pt idx="1550">
                  <c:v>66</c:v>
                </c:pt>
                <c:pt idx="1551">
                  <c:v>66</c:v>
                </c:pt>
                <c:pt idx="1552">
                  <c:v>66</c:v>
                </c:pt>
                <c:pt idx="1553">
                  <c:v>66</c:v>
                </c:pt>
                <c:pt idx="1554">
                  <c:v>66</c:v>
                </c:pt>
                <c:pt idx="1555">
                  <c:v>66</c:v>
                </c:pt>
                <c:pt idx="1556">
                  <c:v>66</c:v>
                </c:pt>
                <c:pt idx="1557">
                  <c:v>66</c:v>
                </c:pt>
                <c:pt idx="1558">
                  <c:v>66</c:v>
                </c:pt>
                <c:pt idx="1559">
                  <c:v>66</c:v>
                </c:pt>
                <c:pt idx="1560">
                  <c:v>66</c:v>
                </c:pt>
                <c:pt idx="1561">
                  <c:v>66</c:v>
                </c:pt>
                <c:pt idx="1562">
                  <c:v>66</c:v>
                </c:pt>
                <c:pt idx="1563">
                  <c:v>66</c:v>
                </c:pt>
                <c:pt idx="1564">
                  <c:v>66</c:v>
                </c:pt>
                <c:pt idx="1565">
                  <c:v>66</c:v>
                </c:pt>
                <c:pt idx="1566">
                  <c:v>66</c:v>
                </c:pt>
                <c:pt idx="1567">
                  <c:v>66</c:v>
                </c:pt>
                <c:pt idx="1568">
                  <c:v>66</c:v>
                </c:pt>
                <c:pt idx="1569">
                  <c:v>66</c:v>
                </c:pt>
                <c:pt idx="1570">
                  <c:v>66</c:v>
                </c:pt>
                <c:pt idx="1571">
                  <c:v>66</c:v>
                </c:pt>
                <c:pt idx="1572">
                  <c:v>66</c:v>
                </c:pt>
                <c:pt idx="1573">
                  <c:v>66</c:v>
                </c:pt>
                <c:pt idx="1574">
                  <c:v>66</c:v>
                </c:pt>
                <c:pt idx="1575">
                  <c:v>66</c:v>
                </c:pt>
                <c:pt idx="1576">
                  <c:v>66</c:v>
                </c:pt>
                <c:pt idx="1577">
                  <c:v>66</c:v>
                </c:pt>
                <c:pt idx="1578">
                  <c:v>66</c:v>
                </c:pt>
                <c:pt idx="1579">
                  <c:v>66</c:v>
                </c:pt>
                <c:pt idx="1580">
                  <c:v>66</c:v>
                </c:pt>
                <c:pt idx="1581">
                  <c:v>66</c:v>
                </c:pt>
                <c:pt idx="1582">
                  <c:v>66</c:v>
                </c:pt>
                <c:pt idx="1583">
                  <c:v>66</c:v>
                </c:pt>
                <c:pt idx="1584">
                  <c:v>66</c:v>
                </c:pt>
                <c:pt idx="1585">
                  <c:v>66</c:v>
                </c:pt>
                <c:pt idx="1586">
                  <c:v>66</c:v>
                </c:pt>
                <c:pt idx="1587">
                  <c:v>66</c:v>
                </c:pt>
                <c:pt idx="1588">
                  <c:v>66</c:v>
                </c:pt>
                <c:pt idx="1589">
                  <c:v>66</c:v>
                </c:pt>
                <c:pt idx="1590">
                  <c:v>66</c:v>
                </c:pt>
                <c:pt idx="1591">
                  <c:v>66</c:v>
                </c:pt>
                <c:pt idx="1592">
                  <c:v>66</c:v>
                </c:pt>
                <c:pt idx="1593">
                  <c:v>66</c:v>
                </c:pt>
                <c:pt idx="1594">
                  <c:v>66</c:v>
                </c:pt>
                <c:pt idx="1595">
                  <c:v>66</c:v>
                </c:pt>
                <c:pt idx="1596">
                  <c:v>66</c:v>
                </c:pt>
                <c:pt idx="1597">
                  <c:v>66</c:v>
                </c:pt>
                <c:pt idx="1598">
                  <c:v>66</c:v>
                </c:pt>
                <c:pt idx="1599">
                  <c:v>66</c:v>
                </c:pt>
                <c:pt idx="1600">
                  <c:v>66</c:v>
                </c:pt>
                <c:pt idx="1601">
                  <c:v>66</c:v>
                </c:pt>
                <c:pt idx="1602">
                  <c:v>66</c:v>
                </c:pt>
                <c:pt idx="1603">
                  <c:v>66</c:v>
                </c:pt>
                <c:pt idx="1604">
                  <c:v>66</c:v>
                </c:pt>
                <c:pt idx="1605">
                  <c:v>66</c:v>
                </c:pt>
                <c:pt idx="1606">
                  <c:v>66</c:v>
                </c:pt>
                <c:pt idx="1607">
                  <c:v>66</c:v>
                </c:pt>
                <c:pt idx="1608">
                  <c:v>66</c:v>
                </c:pt>
                <c:pt idx="1609">
                  <c:v>66</c:v>
                </c:pt>
                <c:pt idx="1610">
                  <c:v>66</c:v>
                </c:pt>
                <c:pt idx="1611">
                  <c:v>66</c:v>
                </c:pt>
                <c:pt idx="1612">
                  <c:v>66</c:v>
                </c:pt>
                <c:pt idx="1613">
                  <c:v>66</c:v>
                </c:pt>
                <c:pt idx="1614">
                  <c:v>66</c:v>
                </c:pt>
                <c:pt idx="1615">
                  <c:v>66</c:v>
                </c:pt>
                <c:pt idx="1616">
                  <c:v>66</c:v>
                </c:pt>
                <c:pt idx="1617">
                  <c:v>66</c:v>
                </c:pt>
                <c:pt idx="1618">
                  <c:v>66</c:v>
                </c:pt>
                <c:pt idx="1619">
                  <c:v>66</c:v>
                </c:pt>
                <c:pt idx="1620">
                  <c:v>66</c:v>
                </c:pt>
                <c:pt idx="1621">
                  <c:v>66</c:v>
                </c:pt>
                <c:pt idx="1622">
                  <c:v>66</c:v>
                </c:pt>
                <c:pt idx="1623">
                  <c:v>66</c:v>
                </c:pt>
                <c:pt idx="1624">
                  <c:v>66</c:v>
                </c:pt>
                <c:pt idx="1625">
                  <c:v>66</c:v>
                </c:pt>
                <c:pt idx="1626">
                  <c:v>66</c:v>
                </c:pt>
                <c:pt idx="1627">
                  <c:v>66</c:v>
                </c:pt>
                <c:pt idx="1628">
                  <c:v>66</c:v>
                </c:pt>
                <c:pt idx="1629">
                  <c:v>66</c:v>
                </c:pt>
                <c:pt idx="1630">
                  <c:v>66</c:v>
                </c:pt>
                <c:pt idx="1631">
                  <c:v>66</c:v>
                </c:pt>
                <c:pt idx="1632">
                  <c:v>66</c:v>
                </c:pt>
                <c:pt idx="1633">
                  <c:v>66</c:v>
                </c:pt>
                <c:pt idx="1634">
                  <c:v>66</c:v>
                </c:pt>
                <c:pt idx="1635">
                  <c:v>66</c:v>
                </c:pt>
                <c:pt idx="1636">
                  <c:v>66</c:v>
                </c:pt>
                <c:pt idx="1637">
                  <c:v>66</c:v>
                </c:pt>
                <c:pt idx="1638">
                  <c:v>66</c:v>
                </c:pt>
                <c:pt idx="1639">
                  <c:v>66</c:v>
                </c:pt>
                <c:pt idx="1640">
                  <c:v>66</c:v>
                </c:pt>
                <c:pt idx="1641">
                  <c:v>66</c:v>
                </c:pt>
                <c:pt idx="1642">
                  <c:v>66</c:v>
                </c:pt>
                <c:pt idx="1643">
                  <c:v>66</c:v>
                </c:pt>
                <c:pt idx="1644">
                  <c:v>66</c:v>
                </c:pt>
                <c:pt idx="1645">
                  <c:v>66</c:v>
                </c:pt>
                <c:pt idx="1646">
                  <c:v>66</c:v>
                </c:pt>
                <c:pt idx="1647">
                  <c:v>66</c:v>
                </c:pt>
                <c:pt idx="1648">
                  <c:v>66</c:v>
                </c:pt>
                <c:pt idx="1649">
                  <c:v>66</c:v>
                </c:pt>
                <c:pt idx="1650">
                  <c:v>66</c:v>
                </c:pt>
                <c:pt idx="1651">
                  <c:v>66</c:v>
                </c:pt>
                <c:pt idx="1652">
                  <c:v>66</c:v>
                </c:pt>
                <c:pt idx="1653">
                  <c:v>66</c:v>
                </c:pt>
                <c:pt idx="1654">
                  <c:v>66</c:v>
                </c:pt>
                <c:pt idx="1655">
                  <c:v>66</c:v>
                </c:pt>
                <c:pt idx="1656">
                  <c:v>66</c:v>
                </c:pt>
                <c:pt idx="1657">
                  <c:v>66</c:v>
                </c:pt>
                <c:pt idx="1658">
                  <c:v>66</c:v>
                </c:pt>
                <c:pt idx="1659">
                  <c:v>66</c:v>
                </c:pt>
                <c:pt idx="1660">
                  <c:v>66</c:v>
                </c:pt>
                <c:pt idx="1661">
                  <c:v>66</c:v>
                </c:pt>
                <c:pt idx="1662">
                  <c:v>66</c:v>
                </c:pt>
                <c:pt idx="1663">
                  <c:v>66</c:v>
                </c:pt>
                <c:pt idx="1664">
                  <c:v>66</c:v>
                </c:pt>
                <c:pt idx="1665">
                  <c:v>66</c:v>
                </c:pt>
                <c:pt idx="1666">
                  <c:v>66</c:v>
                </c:pt>
                <c:pt idx="1667">
                  <c:v>66</c:v>
                </c:pt>
                <c:pt idx="1668">
                  <c:v>66</c:v>
                </c:pt>
                <c:pt idx="1669">
                  <c:v>66</c:v>
                </c:pt>
                <c:pt idx="1670">
                  <c:v>66</c:v>
                </c:pt>
                <c:pt idx="1671">
                  <c:v>66</c:v>
                </c:pt>
                <c:pt idx="1672">
                  <c:v>66</c:v>
                </c:pt>
                <c:pt idx="1673">
                  <c:v>66</c:v>
                </c:pt>
                <c:pt idx="1674">
                  <c:v>66</c:v>
                </c:pt>
                <c:pt idx="1675">
                  <c:v>66</c:v>
                </c:pt>
                <c:pt idx="1676">
                  <c:v>66</c:v>
                </c:pt>
                <c:pt idx="1677">
                  <c:v>66</c:v>
                </c:pt>
                <c:pt idx="1678">
                  <c:v>66</c:v>
                </c:pt>
                <c:pt idx="1679">
                  <c:v>66</c:v>
                </c:pt>
                <c:pt idx="1680">
                  <c:v>66</c:v>
                </c:pt>
                <c:pt idx="1681">
                  <c:v>66</c:v>
                </c:pt>
                <c:pt idx="1682">
                  <c:v>66</c:v>
                </c:pt>
                <c:pt idx="1683">
                  <c:v>66</c:v>
                </c:pt>
                <c:pt idx="1684">
                  <c:v>66</c:v>
                </c:pt>
                <c:pt idx="1685">
                  <c:v>66</c:v>
                </c:pt>
                <c:pt idx="1686">
                  <c:v>66</c:v>
                </c:pt>
                <c:pt idx="1687">
                  <c:v>66</c:v>
                </c:pt>
                <c:pt idx="1688">
                  <c:v>66</c:v>
                </c:pt>
                <c:pt idx="1689">
                  <c:v>66</c:v>
                </c:pt>
                <c:pt idx="1690">
                  <c:v>66</c:v>
                </c:pt>
                <c:pt idx="1691">
                  <c:v>66</c:v>
                </c:pt>
                <c:pt idx="1692">
                  <c:v>66</c:v>
                </c:pt>
                <c:pt idx="1693">
                  <c:v>66</c:v>
                </c:pt>
                <c:pt idx="1694">
                  <c:v>66</c:v>
                </c:pt>
                <c:pt idx="1695">
                  <c:v>66</c:v>
                </c:pt>
                <c:pt idx="1696">
                  <c:v>66</c:v>
                </c:pt>
                <c:pt idx="1697">
                  <c:v>66</c:v>
                </c:pt>
                <c:pt idx="1698">
                  <c:v>66</c:v>
                </c:pt>
                <c:pt idx="1699">
                  <c:v>66</c:v>
                </c:pt>
                <c:pt idx="1700">
                  <c:v>66</c:v>
                </c:pt>
                <c:pt idx="1701">
                  <c:v>66</c:v>
                </c:pt>
                <c:pt idx="1702">
                  <c:v>66</c:v>
                </c:pt>
                <c:pt idx="1703">
                  <c:v>66</c:v>
                </c:pt>
                <c:pt idx="1704">
                  <c:v>66</c:v>
                </c:pt>
                <c:pt idx="1705">
                  <c:v>66</c:v>
                </c:pt>
                <c:pt idx="1706">
                  <c:v>66</c:v>
                </c:pt>
                <c:pt idx="1707">
                  <c:v>66</c:v>
                </c:pt>
                <c:pt idx="1708">
                  <c:v>66</c:v>
                </c:pt>
                <c:pt idx="1709">
                  <c:v>66</c:v>
                </c:pt>
                <c:pt idx="1710">
                  <c:v>66</c:v>
                </c:pt>
                <c:pt idx="1711">
                  <c:v>66</c:v>
                </c:pt>
                <c:pt idx="1712">
                  <c:v>66</c:v>
                </c:pt>
                <c:pt idx="1713">
                  <c:v>66</c:v>
                </c:pt>
                <c:pt idx="1714">
                  <c:v>66</c:v>
                </c:pt>
                <c:pt idx="1715">
                  <c:v>66</c:v>
                </c:pt>
                <c:pt idx="1716">
                  <c:v>66</c:v>
                </c:pt>
                <c:pt idx="1717">
                  <c:v>66</c:v>
                </c:pt>
                <c:pt idx="1718">
                  <c:v>66</c:v>
                </c:pt>
                <c:pt idx="1719">
                  <c:v>66</c:v>
                </c:pt>
                <c:pt idx="1720">
                  <c:v>66</c:v>
                </c:pt>
                <c:pt idx="1721">
                  <c:v>66</c:v>
                </c:pt>
                <c:pt idx="1722">
                  <c:v>66</c:v>
                </c:pt>
                <c:pt idx="1723">
                  <c:v>66</c:v>
                </c:pt>
                <c:pt idx="1724">
                  <c:v>66</c:v>
                </c:pt>
                <c:pt idx="1725">
                  <c:v>66</c:v>
                </c:pt>
                <c:pt idx="1726">
                  <c:v>66</c:v>
                </c:pt>
                <c:pt idx="1727">
                  <c:v>66</c:v>
                </c:pt>
                <c:pt idx="1728">
                  <c:v>66</c:v>
                </c:pt>
                <c:pt idx="1729">
                  <c:v>66</c:v>
                </c:pt>
                <c:pt idx="1730">
                  <c:v>66</c:v>
                </c:pt>
                <c:pt idx="1731">
                  <c:v>66</c:v>
                </c:pt>
                <c:pt idx="1732">
                  <c:v>66</c:v>
                </c:pt>
                <c:pt idx="1733">
                  <c:v>66</c:v>
                </c:pt>
                <c:pt idx="1734">
                  <c:v>66</c:v>
                </c:pt>
                <c:pt idx="1735">
                  <c:v>66</c:v>
                </c:pt>
                <c:pt idx="1736">
                  <c:v>66</c:v>
                </c:pt>
                <c:pt idx="1737">
                  <c:v>66</c:v>
                </c:pt>
                <c:pt idx="1738">
                  <c:v>66</c:v>
                </c:pt>
                <c:pt idx="1739">
                  <c:v>66</c:v>
                </c:pt>
                <c:pt idx="1740">
                  <c:v>66</c:v>
                </c:pt>
                <c:pt idx="1741">
                  <c:v>66</c:v>
                </c:pt>
                <c:pt idx="1742">
                  <c:v>66</c:v>
                </c:pt>
                <c:pt idx="1743">
                  <c:v>66</c:v>
                </c:pt>
                <c:pt idx="1744">
                  <c:v>66</c:v>
                </c:pt>
                <c:pt idx="1745">
                  <c:v>66</c:v>
                </c:pt>
                <c:pt idx="1746">
                  <c:v>66</c:v>
                </c:pt>
                <c:pt idx="1747">
                  <c:v>66</c:v>
                </c:pt>
                <c:pt idx="1748">
                  <c:v>66</c:v>
                </c:pt>
                <c:pt idx="1749">
                  <c:v>66</c:v>
                </c:pt>
                <c:pt idx="1750">
                  <c:v>66</c:v>
                </c:pt>
                <c:pt idx="1751">
                  <c:v>66</c:v>
                </c:pt>
                <c:pt idx="1752">
                  <c:v>66</c:v>
                </c:pt>
                <c:pt idx="1753">
                  <c:v>66</c:v>
                </c:pt>
                <c:pt idx="1754">
                  <c:v>66</c:v>
                </c:pt>
                <c:pt idx="1755">
                  <c:v>66</c:v>
                </c:pt>
                <c:pt idx="1756">
                  <c:v>66</c:v>
                </c:pt>
                <c:pt idx="1757">
                  <c:v>66</c:v>
                </c:pt>
                <c:pt idx="1758">
                  <c:v>66</c:v>
                </c:pt>
                <c:pt idx="1759">
                  <c:v>66</c:v>
                </c:pt>
                <c:pt idx="1760">
                  <c:v>66</c:v>
                </c:pt>
                <c:pt idx="1761">
                  <c:v>66</c:v>
                </c:pt>
                <c:pt idx="1762">
                  <c:v>66</c:v>
                </c:pt>
                <c:pt idx="1763">
                  <c:v>66</c:v>
                </c:pt>
                <c:pt idx="1764">
                  <c:v>66</c:v>
                </c:pt>
                <c:pt idx="1765">
                  <c:v>66</c:v>
                </c:pt>
                <c:pt idx="1766">
                  <c:v>66</c:v>
                </c:pt>
                <c:pt idx="1767">
                  <c:v>66</c:v>
                </c:pt>
                <c:pt idx="1768">
                  <c:v>66</c:v>
                </c:pt>
                <c:pt idx="1769">
                  <c:v>66</c:v>
                </c:pt>
                <c:pt idx="1770">
                  <c:v>66</c:v>
                </c:pt>
                <c:pt idx="1771">
                  <c:v>66</c:v>
                </c:pt>
                <c:pt idx="1772">
                  <c:v>66</c:v>
                </c:pt>
                <c:pt idx="1773">
                  <c:v>66</c:v>
                </c:pt>
                <c:pt idx="1774">
                  <c:v>66</c:v>
                </c:pt>
                <c:pt idx="1775">
                  <c:v>66</c:v>
                </c:pt>
                <c:pt idx="1776">
                  <c:v>66</c:v>
                </c:pt>
                <c:pt idx="1777">
                  <c:v>66</c:v>
                </c:pt>
                <c:pt idx="1778">
                  <c:v>66</c:v>
                </c:pt>
                <c:pt idx="1779">
                  <c:v>66</c:v>
                </c:pt>
                <c:pt idx="1780">
                  <c:v>66</c:v>
                </c:pt>
                <c:pt idx="1781">
                  <c:v>66</c:v>
                </c:pt>
                <c:pt idx="1782">
                  <c:v>66</c:v>
                </c:pt>
                <c:pt idx="1783">
                  <c:v>66</c:v>
                </c:pt>
                <c:pt idx="1784">
                  <c:v>66</c:v>
                </c:pt>
                <c:pt idx="1785">
                  <c:v>66</c:v>
                </c:pt>
                <c:pt idx="1786">
                  <c:v>66</c:v>
                </c:pt>
                <c:pt idx="1787">
                  <c:v>66</c:v>
                </c:pt>
                <c:pt idx="1788">
                  <c:v>66</c:v>
                </c:pt>
                <c:pt idx="1789">
                  <c:v>66</c:v>
                </c:pt>
                <c:pt idx="1790">
                  <c:v>66</c:v>
                </c:pt>
                <c:pt idx="1791">
                  <c:v>66</c:v>
                </c:pt>
                <c:pt idx="1792">
                  <c:v>66</c:v>
                </c:pt>
                <c:pt idx="1793">
                  <c:v>66</c:v>
                </c:pt>
                <c:pt idx="1794">
                  <c:v>66</c:v>
                </c:pt>
                <c:pt idx="1795">
                  <c:v>66</c:v>
                </c:pt>
                <c:pt idx="1796">
                  <c:v>66</c:v>
                </c:pt>
                <c:pt idx="1797">
                  <c:v>66</c:v>
                </c:pt>
                <c:pt idx="1798">
                  <c:v>66</c:v>
                </c:pt>
                <c:pt idx="1799">
                  <c:v>66</c:v>
                </c:pt>
                <c:pt idx="1800">
                  <c:v>66</c:v>
                </c:pt>
                <c:pt idx="1801">
                  <c:v>66</c:v>
                </c:pt>
                <c:pt idx="1802">
                  <c:v>66</c:v>
                </c:pt>
                <c:pt idx="1803">
                  <c:v>66</c:v>
                </c:pt>
                <c:pt idx="1804">
                  <c:v>66</c:v>
                </c:pt>
                <c:pt idx="1805">
                  <c:v>66</c:v>
                </c:pt>
                <c:pt idx="1806">
                  <c:v>66</c:v>
                </c:pt>
                <c:pt idx="1807">
                  <c:v>66</c:v>
                </c:pt>
                <c:pt idx="1808">
                  <c:v>66</c:v>
                </c:pt>
                <c:pt idx="1809">
                  <c:v>66</c:v>
                </c:pt>
                <c:pt idx="1810">
                  <c:v>66</c:v>
                </c:pt>
                <c:pt idx="1811">
                  <c:v>66</c:v>
                </c:pt>
                <c:pt idx="1812">
                  <c:v>66</c:v>
                </c:pt>
                <c:pt idx="1813">
                  <c:v>66</c:v>
                </c:pt>
                <c:pt idx="1814">
                  <c:v>66</c:v>
                </c:pt>
                <c:pt idx="1815">
                  <c:v>66</c:v>
                </c:pt>
                <c:pt idx="1816">
                  <c:v>66</c:v>
                </c:pt>
                <c:pt idx="1817">
                  <c:v>66</c:v>
                </c:pt>
                <c:pt idx="1818">
                  <c:v>66</c:v>
                </c:pt>
                <c:pt idx="1819">
                  <c:v>66</c:v>
                </c:pt>
                <c:pt idx="1820">
                  <c:v>66</c:v>
                </c:pt>
                <c:pt idx="1821">
                  <c:v>66</c:v>
                </c:pt>
                <c:pt idx="1822">
                  <c:v>66</c:v>
                </c:pt>
                <c:pt idx="1823">
                  <c:v>66</c:v>
                </c:pt>
                <c:pt idx="1824">
                  <c:v>66</c:v>
                </c:pt>
                <c:pt idx="1825">
                  <c:v>66</c:v>
                </c:pt>
                <c:pt idx="1826">
                  <c:v>66</c:v>
                </c:pt>
                <c:pt idx="1827">
                  <c:v>66</c:v>
                </c:pt>
                <c:pt idx="1828">
                  <c:v>66</c:v>
                </c:pt>
                <c:pt idx="1829">
                  <c:v>66</c:v>
                </c:pt>
                <c:pt idx="1830">
                  <c:v>66</c:v>
                </c:pt>
                <c:pt idx="1831">
                  <c:v>66</c:v>
                </c:pt>
                <c:pt idx="1832">
                  <c:v>66</c:v>
                </c:pt>
                <c:pt idx="1833">
                  <c:v>66</c:v>
                </c:pt>
                <c:pt idx="1834">
                  <c:v>66</c:v>
                </c:pt>
                <c:pt idx="1835">
                  <c:v>66</c:v>
                </c:pt>
                <c:pt idx="1836">
                  <c:v>66</c:v>
                </c:pt>
                <c:pt idx="1837">
                  <c:v>66</c:v>
                </c:pt>
                <c:pt idx="1838">
                  <c:v>66</c:v>
                </c:pt>
                <c:pt idx="1839">
                  <c:v>66</c:v>
                </c:pt>
                <c:pt idx="1840">
                  <c:v>66</c:v>
                </c:pt>
                <c:pt idx="1841">
                  <c:v>66</c:v>
                </c:pt>
                <c:pt idx="1842">
                  <c:v>66</c:v>
                </c:pt>
                <c:pt idx="1843">
                  <c:v>66</c:v>
                </c:pt>
                <c:pt idx="1844">
                  <c:v>66</c:v>
                </c:pt>
                <c:pt idx="1845">
                  <c:v>66</c:v>
                </c:pt>
                <c:pt idx="1846">
                  <c:v>66</c:v>
                </c:pt>
                <c:pt idx="1847">
                  <c:v>66</c:v>
                </c:pt>
                <c:pt idx="1848">
                  <c:v>66</c:v>
                </c:pt>
                <c:pt idx="1849">
                  <c:v>66</c:v>
                </c:pt>
                <c:pt idx="1850">
                  <c:v>66</c:v>
                </c:pt>
                <c:pt idx="1851">
                  <c:v>66</c:v>
                </c:pt>
                <c:pt idx="1852">
                  <c:v>66</c:v>
                </c:pt>
                <c:pt idx="1853">
                  <c:v>66</c:v>
                </c:pt>
                <c:pt idx="1854">
                  <c:v>66</c:v>
                </c:pt>
                <c:pt idx="1855">
                  <c:v>66</c:v>
                </c:pt>
                <c:pt idx="1856">
                  <c:v>66</c:v>
                </c:pt>
                <c:pt idx="1857">
                  <c:v>66</c:v>
                </c:pt>
                <c:pt idx="1858">
                  <c:v>66</c:v>
                </c:pt>
                <c:pt idx="1859">
                  <c:v>66</c:v>
                </c:pt>
                <c:pt idx="1860">
                  <c:v>66</c:v>
                </c:pt>
                <c:pt idx="1861">
                  <c:v>66</c:v>
                </c:pt>
                <c:pt idx="1862">
                  <c:v>66</c:v>
                </c:pt>
                <c:pt idx="1863">
                  <c:v>66</c:v>
                </c:pt>
                <c:pt idx="1864">
                  <c:v>66</c:v>
                </c:pt>
                <c:pt idx="1865">
                  <c:v>66</c:v>
                </c:pt>
                <c:pt idx="1866">
                  <c:v>66</c:v>
                </c:pt>
                <c:pt idx="1867">
                  <c:v>66</c:v>
                </c:pt>
                <c:pt idx="1868">
                  <c:v>66</c:v>
                </c:pt>
                <c:pt idx="1869">
                  <c:v>66</c:v>
                </c:pt>
                <c:pt idx="1870">
                  <c:v>66</c:v>
                </c:pt>
                <c:pt idx="1871">
                  <c:v>66</c:v>
                </c:pt>
                <c:pt idx="1872">
                  <c:v>66</c:v>
                </c:pt>
                <c:pt idx="1873">
                  <c:v>66</c:v>
                </c:pt>
                <c:pt idx="1874">
                  <c:v>66</c:v>
                </c:pt>
                <c:pt idx="1875">
                  <c:v>66</c:v>
                </c:pt>
                <c:pt idx="1876">
                  <c:v>66</c:v>
                </c:pt>
                <c:pt idx="1877">
                  <c:v>66</c:v>
                </c:pt>
                <c:pt idx="1878">
                  <c:v>66</c:v>
                </c:pt>
                <c:pt idx="1879">
                  <c:v>66</c:v>
                </c:pt>
                <c:pt idx="1880">
                  <c:v>66</c:v>
                </c:pt>
                <c:pt idx="1881">
                  <c:v>66</c:v>
                </c:pt>
                <c:pt idx="1882">
                  <c:v>66</c:v>
                </c:pt>
                <c:pt idx="1883">
                  <c:v>66</c:v>
                </c:pt>
                <c:pt idx="1884">
                  <c:v>66</c:v>
                </c:pt>
                <c:pt idx="1885">
                  <c:v>66</c:v>
                </c:pt>
                <c:pt idx="1886">
                  <c:v>66</c:v>
                </c:pt>
                <c:pt idx="1887">
                  <c:v>66</c:v>
                </c:pt>
                <c:pt idx="1888">
                  <c:v>66</c:v>
                </c:pt>
                <c:pt idx="1889">
                  <c:v>66</c:v>
                </c:pt>
                <c:pt idx="1890">
                  <c:v>66</c:v>
                </c:pt>
                <c:pt idx="1891">
                  <c:v>66</c:v>
                </c:pt>
                <c:pt idx="1892">
                  <c:v>66</c:v>
                </c:pt>
                <c:pt idx="1893">
                  <c:v>66</c:v>
                </c:pt>
                <c:pt idx="1894">
                  <c:v>66</c:v>
                </c:pt>
                <c:pt idx="1895">
                  <c:v>66</c:v>
                </c:pt>
                <c:pt idx="1896">
                  <c:v>66</c:v>
                </c:pt>
                <c:pt idx="1897">
                  <c:v>66</c:v>
                </c:pt>
                <c:pt idx="1898">
                  <c:v>66</c:v>
                </c:pt>
                <c:pt idx="1899">
                  <c:v>66</c:v>
                </c:pt>
                <c:pt idx="1900">
                  <c:v>66</c:v>
                </c:pt>
                <c:pt idx="1901">
                  <c:v>66</c:v>
                </c:pt>
                <c:pt idx="1902">
                  <c:v>66</c:v>
                </c:pt>
                <c:pt idx="1903">
                  <c:v>66</c:v>
                </c:pt>
                <c:pt idx="1904">
                  <c:v>66</c:v>
                </c:pt>
                <c:pt idx="1905">
                  <c:v>66</c:v>
                </c:pt>
                <c:pt idx="1906">
                  <c:v>66</c:v>
                </c:pt>
                <c:pt idx="1907">
                  <c:v>66</c:v>
                </c:pt>
                <c:pt idx="1908">
                  <c:v>66</c:v>
                </c:pt>
                <c:pt idx="1909">
                  <c:v>66</c:v>
                </c:pt>
                <c:pt idx="1910">
                  <c:v>66</c:v>
                </c:pt>
                <c:pt idx="1911">
                  <c:v>66</c:v>
                </c:pt>
                <c:pt idx="1912">
                  <c:v>66</c:v>
                </c:pt>
                <c:pt idx="1913">
                  <c:v>66</c:v>
                </c:pt>
                <c:pt idx="1914">
                  <c:v>66</c:v>
                </c:pt>
                <c:pt idx="1915">
                  <c:v>66</c:v>
                </c:pt>
                <c:pt idx="1916">
                  <c:v>66</c:v>
                </c:pt>
                <c:pt idx="1917">
                  <c:v>66</c:v>
                </c:pt>
                <c:pt idx="1918">
                  <c:v>66</c:v>
                </c:pt>
                <c:pt idx="1919">
                  <c:v>66</c:v>
                </c:pt>
                <c:pt idx="1920">
                  <c:v>66</c:v>
                </c:pt>
                <c:pt idx="1921">
                  <c:v>66</c:v>
                </c:pt>
                <c:pt idx="1922">
                  <c:v>66</c:v>
                </c:pt>
                <c:pt idx="1923">
                  <c:v>66</c:v>
                </c:pt>
                <c:pt idx="1924">
                  <c:v>66</c:v>
                </c:pt>
                <c:pt idx="1925">
                  <c:v>66</c:v>
                </c:pt>
                <c:pt idx="1926">
                  <c:v>66</c:v>
                </c:pt>
                <c:pt idx="1927">
                  <c:v>66</c:v>
                </c:pt>
                <c:pt idx="1928">
                  <c:v>66</c:v>
                </c:pt>
                <c:pt idx="1929">
                  <c:v>66</c:v>
                </c:pt>
                <c:pt idx="1930">
                  <c:v>66</c:v>
                </c:pt>
                <c:pt idx="1931">
                  <c:v>66</c:v>
                </c:pt>
                <c:pt idx="1932">
                  <c:v>66</c:v>
                </c:pt>
                <c:pt idx="1933">
                  <c:v>66</c:v>
                </c:pt>
                <c:pt idx="1934">
                  <c:v>66</c:v>
                </c:pt>
                <c:pt idx="1935">
                  <c:v>66</c:v>
                </c:pt>
                <c:pt idx="1936">
                  <c:v>66</c:v>
                </c:pt>
                <c:pt idx="1937">
                  <c:v>66</c:v>
                </c:pt>
                <c:pt idx="1938">
                  <c:v>66</c:v>
                </c:pt>
                <c:pt idx="1939">
                  <c:v>66</c:v>
                </c:pt>
                <c:pt idx="1940">
                  <c:v>66</c:v>
                </c:pt>
                <c:pt idx="1941">
                  <c:v>66</c:v>
                </c:pt>
                <c:pt idx="1942">
                  <c:v>66</c:v>
                </c:pt>
                <c:pt idx="1943">
                  <c:v>66</c:v>
                </c:pt>
                <c:pt idx="1944">
                  <c:v>66</c:v>
                </c:pt>
                <c:pt idx="1945">
                  <c:v>66</c:v>
                </c:pt>
                <c:pt idx="1946">
                  <c:v>66</c:v>
                </c:pt>
                <c:pt idx="1947">
                  <c:v>66</c:v>
                </c:pt>
                <c:pt idx="1948">
                  <c:v>66</c:v>
                </c:pt>
                <c:pt idx="1949">
                  <c:v>66</c:v>
                </c:pt>
                <c:pt idx="1950">
                  <c:v>66</c:v>
                </c:pt>
                <c:pt idx="1951">
                  <c:v>66</c:v>
                </c:pt>
                <c:pt idx="1952">
                  <c:v>66</c:v>
                </c:pt>
                <c:pt idx="1953">
                  <c:v>66</c:v>
                </c:pt>
                <c:pt idx="1954">
                  <c:v>66</c:v>
                </c:pt>
                <c:pt idx="1955">
                  <c:v>66</c:v>
                </c:pt>
                <c:pt idx="1956">
                  <c:v>66</c:v>
                </c:pt>
                <c:pt idx="1957">
                  <c:v>66</c:v>
                </c:pt>
                <c:pt idx="1958">
                  <c:v>66</c:v>
                </c:pt>
                <c:pt idx="1959">
                  <c:v>66</c:v>
                </c:pt>
                <c:pt idx="1960">
                  <c:v>66</c:v>
                </c:pt>
                <c:pt idx="1961">
                  <c:v>66</c:v>
                </c:pt>
                <c:pt idx="1962">
                  <c:v>66</c:v>
                </c:pt>
                <c:pt idx="1963">
                  <c:v>66</c:v>
                </c:pt>
                <c:pt idx="1964">
                  <c:v>66</c:v>
                </c:pt>
                <c:pt idx="1965">
                  <c:v>66</c:v>
                </c:pt>
                <c:pt idx="1966">
                  <c:v>66</c:v>
                </c:pt>
                <c:pt idx="1967">
                  <c:v>66</c:v>
                </c:pt>
                <c:pt idx="1968">
                  <c:v>66</c:v>
                </c:pt>
                <c:pt idx="1969">
                  <c:v>66</c:v>
                </c:pt>
                <c:pt idx="1970">
                  <c:v>66</c:v>
                </c:pt>
                <c:pt idx="1971">
                  <c:v>66</c:v>
                </c:pt>
                <c:pt idx="1972">
                  <c:v>66</c:v>
                </c:pt>
                <c:pt idx="1973">
                  <c:v>66</c:v>
                </c:pt>
                <c:pt idx="1974">
                  <c:v>66</c:v>
                </c:pt>
                <c:pt idx="1975">
                  <c:v>66</c:v>
                </c:pt>
                <c:pt idx="1976">
                  <c:v>66</c:v>
                </c:pt>
                <c:pt idx="1977">
                  <c:v>66</c:v>
                </c:pt>
                <c:pt idx="1978">
                  <c:v>66</c:v>
                </c:pt>
                <c:pt idx="1979">
                  <c:v>66</c:v>
                </c:pt>
                <c:pt idx="1980">
                  <c:v>66</c:v>
                </c:pt>
                <c:pt idx="1981">
                  <c:v>66</c:v>
                </c:pt>
                <c:pt idx="1982">
                  <c:v>66</c:v>
                </c:pt>
                <c:pt idx="1983">
                  <c:v>66</c:v>
                </c:pt>
                <c:pt idx="1984">
                  <c:v>66</c:v>
                </c:pt>
                <c:pt idx="1985">
                  <c:v>66</c:v>
                </c:pt>
                <c:pt idx="1986">
                  <c:v>66</c:v>
                </c:pt>
                <c:pt idx="1987">
                  <c:v>66</c:v>
                </c:pt>
                <c:pt idx="1988">
                  <c:v>66</c:v>
                </c:pt>
                <c:pt idx="1989">
                  <c:v>66</c:v>
                </c:pt>
                <c:pt idx="1990">
                  <c:v>66</c:v>
                </c:pt>
                <c:pt idx="1991">
                  <c:v>66</c:v>
                </c:pt>
                <c:pt idx="1992">
                  <c:v>66</c:v>
                </c:pt>
                <c:pt idx="1993">
                  <c:v>66</c:v>
                </c:pt>
                <c:pt idx="1994">
                  <c:v>66</c:v>
                </c:pt>
                <c:pt idx="1995">
                  <c:v>66</c:v>
                </c:pt>
                <c:pt idx="1996">
                  <c:v>66</c:v>
                </c:pt>
                <c:pt idx="1997">
                  <c:v>66</c:v>
                </c:pt>
                <c:pt idx="1998">
                  <c:v>66</c:v>
                </c:pt>
                <c:pt idx="1999">
                  <c:v>66</c:v>
                </c:pt>
                <c:pt idx="2000">
                  <c:v>66</c:v>
                </c:pt>
                <c:pt idx="2001">
                  <c:v>66</c:v>
                </c:pt>
                <c:pt idx="2002">
                  <c:v>66</c:v>
                </c:pt>
                <c:pt idx="2003">
                  <c:v>66</c:v>
                </c:pt>
                <c:pt idx="2004">
                  <c:v>66</c:v>
                </c:pt>
                <c:pt idx="2005">
                  <c:v>66</c:v>
                </c:pt>
                <c:pt idx="2006">
                  <c:v>66</c:v>
                </c:pt>
                <c:pt idx="2007">
                  <c:v>66</c:v>
                </c:pt>
                <c:pt idx="2008">
                  <c:v>66</c:v>
                </c:pt>
                <c:pt idx="2009">
                  <c:v>66</c:v>
                </c:pt>
                <c:pt idx="2010">
                  <c:v>66</c:v>
                </c:pt>
                <c:pt idx="2011">
                  <c:v>66</c:v>
                </c:pt>
                <c:pt idx="2012">
                  <c:v>66</c:v>
                </c:pt>
                <c:pt idx="2013">
                  <c:v>66</c:v>
                </c:pt>
                <c:pt idx="2014">
                  <c:v>66</c:v>
                </c:pt>
                <c:pt idx="2015">
                  <c:v>66</c:v>
                </c:pt>
                <c:pt idx="2016">
                  <c:v>66</c:v>
                </c:pt>
                <c:pt idx="2017">
                  <c:v>66</c:v>
                </c:pt>
                <c:pt idx="2018">
                  <c:v>66</c:v>
                </c:pt>
                <c:pt idx="2019">
                  <c:v>66</c:v>
                </c:pt>
                <c:pt idx="2020">
                  <c:v>66</c:v>
                </c:pt>
                <c:pt idx="2021">
                  <c:v>66</c:v>
                </c:pt>
                <c:pt idx="2022">
                  <c:v>66</c:v>
                </c:pt>
                <c:pt idx="2023">
                  <c:v>66</c:v>
                </c:pt>
                <c:pt idx="2024">
                  <c:v>66</c:v>
                </c:pt>
                <c:pt idx="2025">
                  <c:v>66</c:v>
                </c:pt>
                <c:pt idx="2026">
                  <c:v>66</c:v>
                </c:pt>
                <c:pt idx="2027">
                  <c:v>66</c:v>
                </c:pt>
                <c:pt idx="2028">
                  <c:v>66</c:v>
                </c:pt>
                <c:pt idx="2029">
                  <c:v>66</c:v>
                </c:pt>
                <c:pt idx="2030">
                  <c:v>66</c:v>
                </c:pt>
                <c:pt idx="2031">
                  <c:v>66</c:v>
                </c:pt>
                <c:pt idx="2032">
                  <c:v>66</c:v>
                </c:pt>
                <c:pt idx="2033">
                  <c:v>66</c:v>
                </c:pt>
                <c:pt idx="2034">
                  <c:v>66</c:v>
                </c:pt>
                <c:pt idx="2035">
                  <c:v>66</c:v>
                </c:pt>
                <c:pt idx="2036">
                  <c:v>66</c:v>
                </c:pt>
                <c:pt idx="2037">
                  <c:v>66</c:v>
                </c:pt>
                <c:pt idx="2038">
                  <c:v>66</c:v>
                </c:pt>
                <c:pt idx="2039">
                  <c:v>66</c:v>
                </c:pt>
                <c:pt idx="2040">
                  <c:v>66</c:v>
                </c:pt>
                <c:pt idx="2041">
                  <c:v>66</c:v>
                </c:pt>
                <c:pt idx="2042">
                  <c:v>66</c:v>
                </c:pt>
                <c:pt idx="2043">
                  <c:v>66</c:v>
                </c:pt>
                <c:pt idx="2044">
                  <c:v>66</c:v>
                </c:pt>
                <c:pt idx="2045">
                  <c:v>66</c:v>
                </c:pt>
                <c:pt idx="2046">
                  <c:v>66</c:v>
                </c:pt>
                <c:pt idx="2047">
                  <c:v>66</c:v>
                </c:pt>
                <c:pt idx="2048">
                  <c:v>66</c:v>
                </c:pt>
                <c:pt idx="2049">
                  <c:v>66</c:v>
                </c:pt>
                <c:pt idx="2050">
                  <c:v>66</c:v>
                </c:pt>
                <c:pt idx="2051">
                  <c:v>66</c:v>
                </c:pt>
                <c:pt idx="2052">
                  <c:v>66</c:v>
                </c:pt>
                <c:pt idx="2053">
                  <c:v>66</c:v>
                </c:pt>
                <c:pt idx="2054">
                  <c:v>66</c:v>
                </c:pt>
                <c:pt idx="2055">
                  <c:v>66</c:v>
                </c:pt>
                <c:pt idx="2056">
                  <c:v>66</c:v>
                </c:pt>
                <c:pt idx="2057">
                  <c:v>66</c:v>
                </c:pt>
                <c:pt idx="2058">
                  <c:v>66</c:v>
                </c:pt>
                <c:pt idx="2059">
                  <c:v>66</c:v>
                </c:pt>
                <c:pt idx="2060">
                  <c:v>66</c:v>
                </c:pt>
                <c:pt idx="2061">
                  <c:v>66</c:v>
                </c:pt>
                <c:pt idx="2062">
                  <c:v>66</c:v>
                </c:pt>
                <c:pt idx="2063">
                  <c:v>66</c:v>
                </c:pt>
                <c:pt idx="2064">
                  <c:v>66</c:v>
                </c:pt>
                <c:pt idx="2065">
                  <c:v>66</c:v>
                </c:pt>
                <c:pt idx="2066">
                  <c:v>66</c:v>
                </c:pt>
                <c:pt idx="2067">
                  <c:v>66</c:v>
                </c:pt>
                <c:pt idx="2068">
                  <c:v>66</c:v>
                </c:pt>
                <c:pt idx="2069">
                  <c:v>66</c:v>
                </c:pt>
                <c:pt idx="2070">
                  <c:v>66</c:v>
                </c:pt>
                <c:pt idx="2071">
                  <c:v>66</c:v>
                </c:pt>
                <c:pt idx="2072">
                  <c:v>66</c:v>
                </c:pt>
                <c:pt idx="2073">
                  <c:v>66</c:v>
                </c:pt>
                <c:pt idx="2074">
                  <c:v>66</c:v>
                </c:pt>
                <c:pt idx="2075">
                  <c:v>66</c:v>
                </c:pt>
                <c:pt idx="2076">
                  <c:v>66</c:v>
                </c:pt>
                <c:pt idx="2077">
                  <c:v>66</c:v>
                </c:pt>
                <c:pt idx="2078">
                  <c:v>66</c:v>
                </c:pt>
                <c:pt idx="2079">
                  <c:v>66</c:v>
                </c:pt>
                <c:pt idx="2080">
                  <c:v>66</c:v>
                </c:pt>
                <c:pt idx="2081">
                  <c:v>66</c:v>
                </c:pt>
                <c:pt idx="2082">
                  <c:v>66</c:v>
                </c:pt>
                <c:pt idx="2083">
                  <c:v>66</c:v>
                </c:pt>
                <c:pt idx="2084">
                  <c:v>66</c:v>
                </c:pt>
                <c:pt idx="2085">
                  <c:v>66</c:v>
                </c:pt>
                <c:pt idx="2086">
                  <c:v>66</c:v>
                </c:pt>
                <c:pt idx="2087">
                  <c:v>66</c:v>
                </c:pt>
                <c:pt idx="2088">
                  <c:v>66</c:v>
                </c:pt>
                <c:pt idx="2089">
                  <c:v>66</c:v>
                </c:pt>
                <c:pt idx="2090">
                  <c:v>66</c:v>
                </c:pt>
                <c:pt idx="2091">
                  <c:v>66</c:v>
                </c:pt>
                <c:pt idx="2092">
                  <c:v>66</c:v>
                </c:pt>
                <c:pt idx="2093">
                  <c:v>66</c:v>
                </c:pt>
                <c:pt idx="2094">
                  <c:v>66</c:v>
                </c:pt>
                <c:pt idx="2095">
                  <c:v>66</c:v>
                </c:pt>
                <c:pt idx="2096">
                  <c:v>66</c:v>
                </c:pt>
                <c:pt idx="2097">
                  <c:v>66</c:v>
                </c:pt>
                <c:pt idx="2098">
                  <c:v>66</c:v>
                </c:pt>
                <c:pt idx="2099">
                  <c:v>66</c:v>
                </c:pt>
                <c:pt idx="2100">
                  <c:v>66</c:v>
                </c:pt>
                <c:pt idx="2101">
                  <c:v>66</c:v>
                </c:pt>
                <c:pt idx="2102">
                  <c:v>66</c:v>
                </c:pt>
                <c:pt idx="2103">
                  <c:v>66</c:v>
                </c:pt>
                <c:pt idx="2104">
                  <c:v>66</c:v>
                </c:pt>
                <c:pt idx="2105">
                  <c:v>66</c:v>
                </c:pt>
                <c:pt idx="2106">
                  <c:v>66</c:v>
                </c:pt>
                <c:pt idx="2107">
                  <c:v>66</c:v>
                </c:pt>
                <c:pt idx="2108">
                  <c:v>66</c:v>
                </c:pt>
                <c:pt idx="2109">
                  <c:v>66</c:v>
                </c:pt>
                <c:pt idx="2110">
                  <c:v>66</c:v>
                </c:pt>
                <c:pt idx="2111">
                  <c:v>66</c:v>
                </c:pt>
                <c:pt idx="2112">
                  <c:v>66</c:v>
                </c:pt>
                <c:pt idx="2113">
                  <c:v>66</c:v>
                </c:pt>
                <c:pt idx="2114">
                  <c:v>66</c:v>
                </c:pt>
                <c:pt idx="2115">
                  <c:v>66</c:v>
                </c:pt>
                <c:pt idx="2116">
                  <c:v>66</c:v>
                </c:pt>
                <c:pt idx="2117">
                  <c:v>66</c:v>
                </c:pt>
                <c:pt idx="2118">
                  <c:v>66</c:v>
                </c:pt>
                <c:pt idx="2119">
                  <c:v>66</c:v>
                </c:pt>
                <c:pt idx="2120">
                  <c:v>66</c:v>
                </c:pt>
                <c:pt idx="2121">
                  <c:v>66</c:v>
                </c:pt>
                <c:pt idx="2122">
                  <c:v>66</c:v>
                </c:pt>
                <c:pt idx="2123">
                  <c:v>66</c:v>
                </c:pt>
                <c:pt idx="2124">
                  <c:v>66</c:v>
                </c:pt>
                <c:pt idx="2125">
                  <c:v>66</c:v>
                </c:pt>
                <c:pt idx="2126">
                  <c:v>66</c:v>
                </c:pt>
                <c:pt idx="2127">
                  <c:v>66</c:v>
                </c:pt>
                <c:pt idx="2128">
                  <c:v>66</c:v>
                </c:pt>
                <c:pt idx="2129">
                  <c:v>66</c:v>
                </c:pt>
                <c:pt idx="2130">
                  <c:v>66</c:v>
                </c:pt>
                <c:pt idx="2131">
                  <c:v>66</c:v>
                </c:pt>
                <c:pt idx="2132">
                  <c:v>66</c:v>
                </c:pt>
                <c:pt idx="2133">
                  <c:v>66</c:v>
                </c:pt>
                <c:pt idx="2134">
                  <c:v>66</c:v>
                </c:pt>
                <c:pt idx="2135">
                  <c:v>66</c:v>
                </c:pt>
                <c:pt idx="2136">
                  <c:v>66</c:v>
                </c:pt>
                <c:pt idx="2137">
                  <c:v>66</c:v>
                </c:pt>
                <c:pt idx="2138">
                  <c:v>66</c:v>
                </c:pt>
                <c:pt idx="2139">
                  <c:v>66</c:v>
                </c:pt>
                <c:pt idx="2140">
                  <c:v>66</c:v>
                </c:pt>
                <c:pt idx="2141">
                  <c:v>66</c:v>
                </c:pt>
                <c:pt idx="2142">
                  <c:v>66</c:v>
                </c:pt>
                <c:pt idx="2143">
                  <c:v>66</c:v>
                </c:pt>
                <c:pt idx="2144">
                  <c:v>66</c:v>
                </c:pt>
                <c:pt idx="2145">
                  <c:v>66</c:v>
                </c:pt>
                <c:pt idx="2146">
                  <c:v>66</c:v>
                </c:pt>
                <c:pt idx="2147">
                  <c:v>66</c:v>
                </c:pt>
                <c:pt idx="2148">
                  <c:v>66</c:v>
                </c:pt>
                <c:pt idx="2149">
                  <c:v>66</c:v>
                </c:pt>
                <c:pt idx="2150">
                  <c:v>66</c:v>
                </c:pt>
                <c:pt idx="2151">
                  <c:v>66</c:v>
                </c:pt>
                <c:pt idx="2152">
                  <c:v>66</c:v>
                </c:pt>
                <c:pt idx="2153">
                  <c:v>66</c:v>
                </c:pt>
                <c:pt idx="2154">
                  <c:v>66</c:v>
                </c:pt>
                <c:pt idx="2155">
                  <c:v>66</c:v>
                </c:pt>
                <c:pt idx="2156">
                  <c:v>66</c:v>
                </c:pt>
                <c:pt idx="2157">
                  <c:v>66</c:v>
                </c:pt>
                <c:pt idx="2158">
                  <c:v>66</c:v>
                </c:pt>
                <c:pt idx="2159">
                  <c:v>66</c:v>
                </c:pt>
                <c:pt idx="2160">
                  <c:v>66</c:v>
                </c:pt>
                <c:pt idx="2161">
                  <c:v>66</c:v>
                </c:pt>
                <c:pt idx="2162">
                  <c:v>66</c:v>
                </c:pt>
                <c:pt idx="2163">
                  <c:v>66</c:v>
                </c:pt>
                <c:pt idx="2164">
                  <c:v>66</c:v>
                </c:pt>
                <c:pt idx="2165">
                  <c:v>66</c:v>
                </c:pt>
                <c:pt idx="2166">
                  <c:v>66</c:v>
                </c:pt>
                <c:pt idx="2167">
                  <c:v>66</c:v>
                </c:pt>
                <c:pt idx="2168">
                  <c:v>66</c:v>
                </c:pt>
                <c:pt idx="2169">
                  <c:v>66</c:v>
                </c:pt>
                <c:pt idx="2170">
                  <c:v>66</c:v>
                </c:pt>
                <c:pt idx="2171">
                  <c:v>66</c:v>
                </c:pt>
                <c:pt idx="2172">
                  <c:v>66</c:v>
                </c:pt>
                <c:pt idx="2173">
                  <c:v>66</c:v>
                </c:pt>
                <c:pt idx="2174">
                  <c:v>66</c:v>
                </c:pt>
                <c:pt idx="2175">
                  <c:v>66</c:v>
                </c:pt>
                <c:pt idx="2176">
                  <c:v>66</c:v>
                </c:pt>
                <c:pt idx="2177">
                  <c:v>66</c:v>
                </c:pt>
                <c:pt idx="2178">
                  <c:v>66</c:v>
                </c:pt>
                <c:pt idx="2179">
                  <c:v>66</c:v>
                </c:pt>
                <c:pt idx="2180">
                  <c:v>66</c:v>
                </c:pt>
                <c:pt idx="2181">
                  <c:v>66</c:v>
                </c:pt>
                <c:pt idx="2182">
                  <c:v>66</c:v>
                </c:pt>
                <c:pt idx="2183">
                  <c:v>66</c:v>
                </c:pt>
                <c:pt idx="2184">
                  <c:v>66</c:v>
                </c:pt>
                <c:pt idx="2185">
                  <c:v>66</c:v>
                </c:pt>
                <c:pt idx="2186">
                  <c:v>66</c:v>
                </c:pt>
                <c:pt idx="2187">
                  <c:v>66</c:v>
                </c:pt>
                <c:pt idx="2188">
                  <c:v>66</c:v>
                </c:pt>
                <c:pt idx="2189">
                  <c:v>66</c:v>
                </c:pt>
                <c:pt idx="2190">
                  <c:v>66</c:v>
                </c:pt>
                <c:pt idx="2191">
                  <c:v>66</c:v>
                </c:pt>
                <c:pt idx="2192">
                  <c:v>66</c:v>
                </c:pt>
                <c:pt idx="2193">
                  <c:v>66</c:v>
                </c:pt>
                <c:pt idx="2194">
                  <c:v>66</c:v>
                </c:pt>
                <c:pt idx="2195">
                  <c:v>66</c:v>
                </c:pt>
                <c:pt idx="2196">
                  <c:v>66</c:v>
                </c:pt>
                <c:pt idx="2197">
                  <c:v>66</c:v>
                </c:pt>
                <c:pt idx="2198">
                  <c:v>66</c:v>
                </c:pt>
                <c:pt idx="2199">
                  <c:v>66</c:v>
                </c:pt>
                <c:pt idx="2200">
                  <c:v>66</c:v>
                </c:pt>
                <c:pt idx="2201">
                  <c:v>66</c:v>
                </c:pt>
                <c:pt idx="2202">
                  <c:v>66</c:v>
                </c:pt>
                <c:pt idx="2203">
                  <c:v>66</c:v>
                </c:pt>
                <c:pt idx="2204">
                  <c:v>66</c:v>
                </c:pt>
                <c:pt idx="2205">
                  <c:v>66</c:v>
                </c:pt>
                <c:pt idx="2206">
                  <c:v>66</c:v>
                </c:pt>
                <c:pt idx="2207">
                  <c:v>66</c:v>
                </c:pt>
                <c:pt idx="2208">
                  <c:v>66</c:v>
                </c:pt>
                <c:pt idx="2209">
                  <c:v>66</c:v>
                </c:pt>
                <c:pt idx="2210">
                  <c:v>66</c:v>
                </c:pt>
                <c:pt idx="2211">
                  <c:v>66</c:v>
                </c:pt>
                <c:pt idx="2212">
                  <c:v>66</c:v>
                </c:pt>
                <c:pt idx="2213">
                  <c:v>66</c:v>
                </c:pt>
                <c:pt idx="2214">
                  <c:v>66</c:v>
                </c:pt>
                <c:pt idx="2215">
                  <c:v>66</c:v>
                </c:pt>
                <c:pt idx="2216">
                  <c:v>66</c:v>
                </c:pt>
                <c:pt idx="2217">
                  <c:v>66</c:v>
                </c:pt>
                <c:pt idx="2218">
                  <c:v>66</c:v>
                </c:pt>
                <c:pt idx="2219">
                  <c:v>66</c:v>
                </c:pt>
                <c:pt idx="2220">
                  <c:v>66</c:v>
                </c:pt>
                <c:pt idx="2221">
                  <c:v>66</c:v>
                </c:pt>
                <c:pt idx="2222">
                  <c:v>66</c:v>
                </c:pt>
                <c:pt idx="2223">
                  <c:v>66</c:v>
                </c:pt>
                <c:pt idx="2224">
                  <c:v>66</c:v>
                </c:pt>
                <c:pt idx="2225">
                  <c:v>66</c:v>
                </c:pt>
                <c:pt idx="2226">
                  <c:v>66</c:v>
                </c:pt>
                <c:pt idx="2227">
                  <c:v>66</c:v>
                </c:pt>
                <c:pt idx="2228">
                  <c:v>66</c:v>
                </c:pt>
                <c:pt idx="2229">
                  <c:v>66</c:v>
                </c:pt>
                <c:pt idx="2230">
                  <c:v>66</c:v>
                </c:pt>
                <c:pt idx="2231">
                  <c:v>66</c:v>
                </c:pt>
                <c:pt idx="2232">
                  <c:v>66</c:v>
                </c:pt>
                <c:pt idx="2233">
                  <c:v>66</c:v>
                </c:pt>
                <c:pt idx="2234">
                  <c:v>66</c:v>
                </c:pt>
                <c:pt idx="2235">
                  <c:v>66</c:v>
                </c:pt>
                <c:pt idx="2236">
                  <c:v>66</c:v>
                </c:pt>
                <c:pt idx="2237">
                  <c:v>66</c:v>
                </c:pt>
                <c:pt idx="2238">
                  <c:v>66</c:v>
                </c:pt>
                <c:pt idx="2239">
                  <c:v>66</c:v>
                </c:pt>
                <c:pt idx="2240">
                  <c:v>66</c:v>
                </c:pt>
                <c:pt idx="2241">
                  <c:v>66</c:v>
                </c:pt>
                <c:pt idx="2242">
                  <c:v>66</c:v>
                </c:pt>
                <c:pt idx="2243">
                  <c:v>66</c:v>
                </c:pt>
                <c:pt idx="2244">
                  <c:v>66</c:v>
                </c:pt>
                <c:pt idx="2245">
                  <c:v>66</c:v>
                </c:pt>
                <c:pt idx="2246">
                  <c:v>66</c:v>
                </c:pt>
                <c:pt idx="2247">
                  <c:v>66</c:v>
                </c:pt>
                <c:pt idx="2248">
                  <c:v>66</c:v>
                </c:pt>
                <c:pt idx="2249">
                  <c:v>66</c:v>
                </c:pt>
                <c:pt idx="2250">
                  <c:v>66</c:v>
                </c:pt>
                <c:pt idx="2251">
                  <c:v>66</c:v>
                </c:pt>
                <c:pt idx="2252">
                  <c:v>66</c:v>
                </c:pt>
                <c:pt idx="2253">
                  <c:v>66</c:v>
                </c:pt>
                <c:pt idx="2254">
                  <c:v>66</c:v>
                </c:pt>
                <c:pt idx="2255">
                  <c:v>66</c:v>
                </c:pt>
                <c:pt idx="2256">
                  <c:v>66</c:v>
                </c:pt>
                <c:pt idx="2257">
                  <c:v>66</c:v>
                </c:pt>
                <c:pt idx="2258">
                  <c:v>66</c:v>
                </c:pt>
                <c:pt idx="2259">
                  <c:v>66</c:v>
                </c:pt>
                <c:pt idx="2260">
                  <c:v>66</c:v>
                </c:pt>
                <c:pt idx="2261">
                  <c:v>66</c:v>
                </c:pt>
                <c:pt idx="2262">
                  <c:v>66</c:v>
                </c:pt>
                <c:pt idx="2263">
                  <c:v>66</c:v>
                </c:pt>
                <c:pt idx="2264">
                  <c:v>66</c:v>
                </c:pt>
                <c:pt idx="2265">
                  <c:v>66</c:v>
                </c:pt>
                <c:pt idx="2266">
                  <c:v>66</c:v>
                </c:pt>
                <c:pt idx="2267">
                  <c:v>66</c:v>
                </c:pt>
                <c:pt idx="2268">
                  <c:v>66</c:v>
                </c:pt>
                <c:pt idx="2269">
                  <c:v>66</c:v>
                </c:pt>
                <c:pt idx="2270">
                  <c:v>66</c:v>
                </c:pt>
                <c:pt idx="2271">
                  <c:v>66</c:v>
                </c:pt>
                <c:pt idx="2272">
                  <c:v>66</c:v>
                </c:pt>
                <c:pt idx="2273">
                  <c:v>66</c:v>
                </c:pt>
                <c:pt idx="2274">
                  <c:v>66</c:v>
                </c:pt>
                <c:pt idx="2275">
                  <c:v>66</c:v>
                </c:pt>
                <c:pt idx="2276">
                  <c:v>66</c:v>
                </c:pt>
                <c:pt idx="2277">
                  <c:v>66</c:v>
                </c:pt>
                <c:pt idx="2278">
                  <c:v>66</c:v>
                </c:pt>
                <c:pt idx="2279">
                  <c:v>66</c:v>
                </c:pt>
                <c:pt idx="2280">
                  <c:v>66</c:v>
                </c:pt>
                <c:pt idx="2281">
                  <c:v>66</c:v>
                </c:pt>
                <c:pt idx="2282">
                  <c:v>66</c:v>
                </c:pt>
                <c:pt idx="2283">
                  <c:v>66</c:v>
                </c:pt>
                <c:pt idx="2284">
                  <c:v>66</c:v>
                </c:pt>
                <c:pt idx="2285">
                  <c:v>66</c:v>
                </c:pt>
                <c:pt idx="2286">
                  <c:v>66</c:v>
                </c:pt>
                <c:pt idx="2287">
                  <c:v>66</c:v>
                </c:pt>
                <c:pt idx="2288">
                  <c:v>66</c:v>
                </c:pt>
                <c:pt idx="2289">
                  <c:v>66</c:v>
                </c:pt>
                <c:pt idx="2290">
                  <c:v>66</c:v>
                </c:pt>
                <c:pt idx="2291">
                  <c:v>66</c:v>
                </c:pt>
                <c:pt idx="2292">
                  <c:v>66</c:v>
                </c:pt>
                <c:pt idx="2293">
                  <c:v>66</c:v>
                </c:pt>
                <c:pt idx="2294">
                  <c:v>66</c:v>
                </c:pt>
                <c:pt idx="2295">
                  <c:v>66</c:v>
                </c:pt>
                <c:pt idx="2296">
                  <c:v>66</c:v>
                </c:pt>
                <c:pt idx="2297">
                  <c:v>66</c:v>
                </c:pt>
                <c:pt idx="2298">
                  <c:v>66</c:v>
                </c:pt>
                <c:pt idx="2299">
                  <c:v>66</c:v>
                </c:pt>
                <c:pt idx="2300">
                  <c:v>66</c:v>
                </c:pt>
                <c:pt idx="2301">
                  <c:v>66</c:v>
                </c:pt>
                <c:pt idx="2302">
                  <c:v>66</c:v>
                </c:pt>
                <c:pt idx="2303">
                  <c:v>66</c:v>
                </c:pt>
                <c:pt idx="2304">
                  <c:v>66</c:v>
                </c:pt>
                <c:pt idx="2305">
                  <c:v>66</c:v>
                </c:pt>
                <c:pt idx="2306">
                  <c:v>66</c:v>
                </c:pt>
                <c:pt idx="2307">
                  <c:v>66</c:v>
                </c:pt>
                <c:pt idx="2308">
                  <c:v>66</c:v>
                </c:pt>
                <c:pt idx="2309">
                  <c:v>66</c:v>
                </c:pt>
                <c:pt idx="2310">
                  <c:v>66</c:v>
                </c:pt>
                <c:pt idx="2311">
                  <c:v>66</c:v>
                </c:pt>
                <c:pt idx="2312">
                  <c:v>66</c:v>
                </c:pt>
                <c:pt idx="2313">
                  <c:v>66</c:v>
                </c:pt>
                <c:pt idx="2314">
                  <c:v>66</c:v>
                </c:pt>
                <c:pt idx="2315">
                  <c:v>66</c:v>
                </c:pt>
                <c:pt idx="2316">
                  <c:v>66</c:v>
                </c:pt>
                <c:pt idx="2317">
                  <c:v>66</c:v>
                </c:pt>
                <c:pt idx="2318">
                  <c:v>66</c:v>
                </c:pt>
                <c:pt idx="2319">
                  <c:v>66</c:v>
                </c:pt>
                <c:pt idx="2320">
                  <c:v>66</c:v>
                </c:pt>
                <c:pt idx="2321">
                  <c:v>66</c:v>
                </c:pt>
                <c:pt idx="2322">
                  <c:v>66</c:v>
                </c:pt>
                <c:pt idx="2323">
                  <c:v>66</c:v>
                </c:pt>
                <c:pt idx="2324">
                  <c:v>66</c:v>
                </c:pt>
                <c:pt idx="2325">
                  <c:v>66</c:v>
                </c:pt>
                <c:pt idx="2326">
                  <c:v>66</c:v>
                </c:pt>
                <c:pt idx="2327">
                  <c:v>66</c:v>
                </c:pt>
                <c:pt idx="2328">
                  <c:v>66</c:v>
                </c:pt>
                <c:pt idx="2329">
                  <c:v>66</c:v>
                </c:pt>
                <c:pt idx="2330">
                  <c:v>66</c:v>
                </c:pt>
                <c:pt idx="2331">
                  <c:v>66</c:v>
                </c:pt>
                <c:pt idx="2332">
                  <c:v>66</c:v>
                </c:pt>
                <c:pt idx="2333">
                  <c:v>66</c:v>
                </c:pt>
                <c:pt idx="2334">
                  <c:v>66</c:v>
                </c:pt>
                <c:pt idx="2335">
                  <c:v>66</c:v>
                </c:pt>
                <c:pt idx="2336">
                  <c:v>66</c:v>
                </c:pt>
                <c:pt idx="2337">
                  <c:v>66</c:v>
                </c:pt>
                <c:pt idx="2338">
                  <c:v>66</c:v>
                </c:pt>
                <c:pt idx="2339">
                  <c:v>66</c:v>
                </c:pt>
                <c:pt idx="2340">
                  <c:v>66</c:v>
                </c:pt>
                <c:pt idx="2341">
                  <c:v>66</c:v>
                </c:pt>
                <c:pt idx="2342">
                  <c:v>66</c:v>
                </c:pt>
                <c:pt idx="2343">
                  <c:v>66</c:v>
                </c:pt>
                <c:pt idx="2344">
                  <c:v>66</c:v>
                </c:pt>
                <c:pt idx="2345">
                  <c:v>66</c:v>
                </c:pt>
                <c:pt idx="2346">
                  <c:v>66</c:v>
                </c:pt>
                <c:pt idx="2347">
                  <c:v>66</c:v>
                </c:pt>
                <c:pt idx="2348">
                  <c:v>66</c:v>
                </c:pt>
                <c:pt idx="2349">
                  <c:v>66</c:v>
                </c:pt>
                <c:pt idx="2350">
                  <c:v>66</c:v>
                </c:pt>
                <c:pt idx="2351">
                  <c:v>66</c:v>
                </c:pt>
                <c:pt idx="2352">
                  <c:v>66</c:v>
                </c:pt>
                <c:pt idx="2353">
                  <c:v>66</c:v>
                </c:pt>
                <c:pt idx="2354">
                  <c:v>66</c:v>
                </c:pt>
                <c:pt idx="2355">
                  <c:v>66</c:v>
                </c:pt>
                <c:pt idx="2356">
                  <c:v>66</c:v>
                </c:pt>
                <c:pt idx="2357">
                  <c:v>66</c:v>
                </c:pt>
                <c:pt idx="2358">
                  <c:v>66</c:v>
                </c:pt>
                <c:pt idx="2359">
                  <c:v>66</c:v>
                </c:pt>
                <c:pt idx="2360">
                  <c:v>66</c:v>
                </c:pt>
                <c:pt idx="2361">
                  <c:v>66</c:v>
                </c:pt>
                <c:pt idx="2362">
                  <c:v>66</c:v>
                </c:pt>
                <c:pt idx="2363">
                  <c:v>66</c:v>
                </c:pt>
                <c:pt idx="2364">
                  <c:v>66</c:v>
                </c:pt>
                <c:pt idx="2365">
                  <c:v>66</c:v>
                </c:pt>
                <c:pt idx="2366">
                  <c:v>66</c:v>
                </c:pt>
                <c:pt idx="2367">
                  <c:v>66</c:v>
                </c:pt>
                <c:pt idx="2368">
                  <c:v>66</c:v>
                </c:pt>
                <c:pt idx="2369">
                  <c:v>66</c:v>
                </c:pt>
                <c:pt idx="2370">
                  <c:v>66</c:v>
                </c:pt>
                <c:pt idx="2371">
                  <c:v>66</c:v>
                </c:pt>
                <c:pt idx="2372">
                  <c:v>66</c:v>
                </c:pt>
                <c:pt idx="2373">
                  <c:v>66</c:v>
                </c:pt>
                <c:pt idx="2374">
                  <c:v>66</c:v>
                </c:pt>
                <c:pt idx="2375">
                  <c:v>66</c:v>
                </c:pt>
                <c:pt idx="2376">
                  <c:v>66</c:v>
                </c:pt>
                <c:pt idx="2377">
                  <c:v>66</c:v>
                </c:pt>
                <c:pt idx="2378">
                  <c:v>66</c:v>
                </c:pt>
                <c:pt idx="2379">
                  <c:v>66</c:v>
                </c:pt>
                <c:pt idx="2380">
                  <c:v>66</c:v>
                </c:pt>
                <c:pt idx="2381">
                  <c:v>66</c:v>
                </c:pt>
                <c:pt idx="2382">
                  <c:v>66</c:v>
                </c:pt>
                <c:pt idx="2383">
                  <c:v>66</c:v>
                </c:pt>
                <c:pt idx="2384">
                  <c:v>66</c:v>
                </c:pt>
                <c:pt idx="2385">
                  <c:v>66</c:v>
                </c:pt>
                <c:pt idx="2386">
                  <c:v>66</c:v>
                </c:pt>
                <c:pt idx="2387">
                  <c:v>66</c:v>
                </c:pt>
                <c:pt idx="2388">
                  <c:v>66</c:v>
                </c:pt>
                <c:pt idx="2389">
                  <c:v>66</c:v>
                </c:pt>
                <c:pt idx="2390">
                  <c:v>66</c:v>
                </c:pt>
                <c:pt idx="2391">
                  <c:v>66</c:v>
                </c:pt>
                <c:pt idx="2392">
                  <c:v>66</c:v>
                </c:pt>
                <c:pt idx="2393">
                  <c:v>66</c:v>
                </c:pt>
                <c:pt idx="2394">
                  <c:v>66</c:v>
                </c:pt>
                <c:pt idx="2395">
                  <c:v>66</c:v>
                </c:pt>
                <c:pt idx="2396">
                  <c:v>66</c:v>
                </c:pt>
                <c:pt idx="2397">
                  <c:v>66</c:v>
                </c:pt>
                <c:pt idx="2398">
                  <c:v>66</c:v>
                </c:pt>
                <c:pt idx="2399">
                  <c:v>66</c:v>
                </c:pt>
                <c:pt idx="2400">
                  <c:v>66</c:v>
                </c:pt>
                <c:pt idx="2401">
                  <c:v>66</c:v>
                </c:pt>
                <c:pt idx="2402">
                  <c:v>66</c:v>
                </c:pt>
                <c:pt idx="2403">
                  <c:v>66</c:v>
                </c:pt>
                <c:pt idx="2404">
                  <c:v>66</c:v>
                </c:pt>
                <c:pt idx="2405">
                  <c:v>66</c:v>
                </c:pt>
                <c:pt idx="2406">
                  <c:v>66</c:v>
                </c:pt>
                <c:pt idx="2407">
                  <c:v>66</c:v>
                </c:pt>
                <c:pt idx="2408">
                  <c:v>66</c:v>
                </c:pt>
                <c:pt idx="2409">
                  <c:v>66</c:v>
                </c:pt>
                <c:pt idx="2410">
                  <c:v>66</c:v>
                </c:pt>
                <c:pt idx="2411">
                  <c:v>66</c:v>
                </c:pt>
                <c:pt idx="2412">
                  <c:v>66</c:v>
                </c:pt>
                <c:pt idx="2413">
                  <c:v>66</c:v>
                </c:pt>
                <c:pt idx="2414">
                  <c:v>66</c:v>
                </c:pt>
                <c:pt idx="2415">
                  <c:v>66</c:v>
                </c:pt>
                <c:pt idx="2416">
                  <c:v>66</c:v>
                </c:pt>
                <c:pt idx="2417">
                  <c:v>66</c:v>
                </c:pt>
                <c:pt idx="2418">
                  <c:v>66</c:v>
                </c:pt>
                <c:pt idx="2419">
                  <c:v>66</c:v>
                </c:pt>
                <c:pt idx="2420">
                  <c:v>66</c:v>
                </c:pt>
                <c:pt idx="2421">
                  <c:v>66</c:v>
                </c:pt>
                <c:pt idx="2422">
                  <c:v>66</c:v>
                </c:pt>
                <c:pt idx="2423">
                  <c:v>66</c:v>
                </c:pt>
                <c:pt idx="2424">
                  <c:v>66</c:v>
                </c:pt>
                <c:pt idx="2425">
                  <c:v>66</c:v>
                </c:pt>
                <c:pt idx="2426">
                  <c:v>66</c:v>
                </c:pt>
                <c:pt idx="2427">
                  <c:v>66</c:v>
                </c:pt>
                <c:pt idx="2428">
                  <c:v>66</c:v>
                </c:pt>
                <c:pt idx="2429">
                  <c:v>66</c:v>
                </c:pt>
                <c:pt idx="2430">
                  <c:v>66</c:v>
                </c:pt>
                <c:pt idx="2431">
                  <c:v>66</c:v>
                </c:pt>
                <c:pt idx="2432">
                  <c:v>66</c:v>
                </c:pt>
                <c:pt idx="2433">
                  <c:v>66</c:v>
                </c:pt>
                <c:pt idx="2434">
                  <c:v>66</c:v>
                </c:pt>
                <c:pt idx="2435">
                  <c:v>66</c:v>
                </c:pt>
                <c:pt idx="2436">
                  <c:v>66</c:v>
                </c:pt>
                <c:pt idx="2437">
                  <c:v>66</c:v>
                </c:pt>
                <c:pt idx="2438">
                  <c:v>66</c:v>
                </c:pt>
                <c:pt idx="2439">
                  <c:v>66</c:v>
                </c:pt>
                <c:pt idx="2440">
                  <c:v>66</c:v>
                </c:pt>
                <c:pt idx="2441">
                  <c:v>66</c:v>
                </c:pt>
                <c:pt idx="2442">
                  <c:v>66</c:v>
                </c:pt>
                <c:pt idx="2443">
                  <c:v>66</c:v>
                </c:pt>
                <c:pt idx="2444">
                  <c:v>66</c:v>
                </c:pt>
                <c:pt idx="2445">
                  <c:v>66</c:v>
                </c:pt>
                <c:pt idx="2446">
                  <c:v>66</c:v>
                </c:pt>
                <c:pt idx="2447">
                  <c:v>66</c:v>
                </c:pt>
                <c:pt idx="2448">
                  <c:v>66</c:v>
                </c:pt>
                <c:pt idx="2449">
                  <c:v>66</c:v>
                </c:pt>
                <c:pt idx="2450">
                  <c:v>66</c:v>
                </c:pt>
                <c:pt idx="2451">
                  <c:v>66</c:v>
                </c:pt>
                <c:pt idx="2452">
                  <c:v>67</c:v>
                </c:pt>
                <c:pt idx="2453">
                  <c:v>67</c:v>
                </c:pt>
                <c:pt idx="2454">
                  <c:v>66</c:v>
                </c:pt>
                <c:pt idx="2455">
                  <c:v>67</c:v>
                </c:pt>
                <c:pt idx="2456">
                  <c:v>67</c:v>
                </c:pt>
                <c:pt idx="2457">
                  <c:v>66</c:v>
                </c:pt>
                <c:pt idx="2458">
                  <c:v>66</c:v>
                </c:pt>
                <c:pt idx="2459">
                  <c:v>66</c:v>
                </c:pt>
                <c:pt idx="2460">
                  <c:v>67</c:v>
                </c:pt>
                <c:pt idx="2461">
                  <c:v>67</c:v>
                </c:pt>
                <c:pt idx="2462">
                  <c:v>67</c:v>
                </c:pt>
                <c:pt idx="2463">
                  <c:v>67</c:v>
                </c:pt>
                <c:pt idx="2464">
                  <c:v>67</c:v>
                </c:pt>
                <c:pt idx="2465">
                  <c:v>67</c:v>
                </c:pt>
                <c:pt idx="2466">
                  <c:v>67</c:v>
                </c:pt>
                <c:pt idx="2467">
                  <c:v>67</c:v>
                </c:pt>
                <c:pt idx="2468">
                  <c:v>67</c:v>
                </c:pt>
                <c:pt idx="2469">
                  <c:v>67</c:v>
                </c:pt>
                <c:pt idx="2470">
                  <c:v>67</c:v>
                </c:pt>
                <c:pt idx="2471">
                  <c:v>67</c:v>
                </c:pt>
                <c:pt idx="2472">
                  <c:v>67</c:v>
                </c:pt>
                <c:pt idx="2473">
                  <c:v>67</c:v>
                </c:pt>
                <c:pt idx="2474">
                  <c:v>67</c:v>
                </c:pt>
                <c:pt idx="2475">
                  <c:v>67</c:v>
                </c:pt>
                <c:pt idx="2476">
                  <c:v>67</c:v>
                </c:pt>
                <c:pt idx="2477">
                  <c:v>67</c:v>
                </c:pt>
                <c:pt idx="2478">
                  <c:v>67</c:v>
                </c:pt>
                <c:pt idx="2479">
                  <c:v>67</c:v>
                </c:pt>
                <c:pt idx="2480">
                  <c:v>67</c:v>
                </c:pt>
                <c:pt idx="2481">
                  <c:v>67</c:v>
                </c:pt>
                <c:pt idx="2482">
                  <c:v>67</c:v>
                </c:pt>
                <c:pt idx="2483">
                  <c:v>67</c:v>
                </c:pt>
                <c:pt idx="2484">
                  <c:v>67</c:v>
                </c:pt>
                <c:pt idx="2485">
                  <c:v>67</c:v>
                </c:pt>
                <c:pt idx="2486">
                  <c:v>67</c:v>
                </c:pt>
                <c:pt idx="2487">
                  <c:v>67</c:v>
                </c:pt>
                <c:pt idx="2488">
                  <c:v>67</c:v>
                </c:pt>
                <c:pt idx="2489">
                  <c:v>66</c:v>
                </c:pt>
                <c:pt idx="2490">
                  <c:v>66</c:v>
                </c:pt>
                <c:pt idx="2491">
                  <c:v>67</c:v>
                </c:pt>
                <c:pt idx="2492">
                  <c:v>66</c:v>
                </c:pt>
                <c:pt idx="2493">
                  <c:v>66</c:v>
                </c:pt>
                <c:pt idx="2494">
                  <c:v>67</c:v>
                </c:pt>
                <c:pt idx="2495">
                  <c:v>66</c:v>
                </c:pt>
                <c:pt idx="2496">
                  <c:v>66</c:v>
                </c:pt>
                <c:pt idx="2497">
                  <c:v>66</c:v>
                </c:pt>
                <c:pt idx="2498">
                  <c:v>66</c:v>
                </c:pt>
                <c:pt idx="2499">
                  <c:v>66</c:v>
                </c:pt>
                <c:pt idx="2500">
                  <c:v>66</c:v>
                </c:pt>
                <c:pt idx="2501">
                  <c:v>66</c:v>
                </c:pt>
                <c:pt idx="2502">
                  <c:v>66</c:v>
                </c:pt>
                <c:pt idx="2503">
                  <c:v>66</c:v>
                </c:pt>
                <c:pt idx="2504">
                  <c:v>66</c:v>
                </c:pt>
                <c:pt idx="2505">
                  <c:v>66</c:v>
                </c:pt>
                <c:pt idx="2506">
                  <c:v>66</c:v>
                </c:pt>
                <c:pt idx="2507">
                  <c:v>66</c:v>
                </c:pt>
                <c:pt idx="2508">
                  <c:v>66</c:v>
                </c:pt>
                <c:pt idx="2509">
                  <c:v>66</c:v>
                </c:pt>
                <c:pt idx="2510">
                  <c:v>66</c:v>
                </c:pt>
                <c:pt idx="2511">
                  <c:v>66</c:v>
                </c:pt>
                <c:pt idx="2512">
                  <c:v>66</c:v>
                </c:pt>
                <c:pt idx="2513">
                  <c:v>67</c:v>
                </c:pt>
                <c:pt idx="2514">
                  <c:v>67</c:v>
                </c:pt>
                <c:pt idx="2515">
                  <c:v>67</c:v>
                </c:pt>
                <c:pt idx="2516">
                  <c:v>66</c:v>
                </c:pt>
                <c:pt idx="2517">
                  <c:v>67</c:v>
                </c:pt>
                <c:pt idx="2518">
                  <c:v>67</c:v>
                </c:pt>
                <c:pt idx="2519">
                  <c:v>67</c:v>
                </c:pt>
                <c:pt idx="2520">
                  <c:v>66</c:v>
                </c:pt>
                <c:pt idx="2521">
                  <c:v>66</c:v>
                </c:pt>
                <c:pt idx="2522">
                  <c:v>66</c:v>
                </c:pt>
                <c:pt idx="2523">
                  <c:v>66</c:v>
                </c:pt>
                <c:pt idx="2524">
                  <c:v>66</c:v>
                </c:pt>
                <c:pt idx="2525">
                  <c:v>67</c:v>
                </c:pt>
                <c:pt idx="2526">
                  <c:v>67</c:v>
                </c:pt>
                <c:pt idx="2527">
                  <c:v>67</c:v>
                </c:pt>
                <c:pt idx="2528">
                  <c:v>67</c:v>
                </c:pt>
                <c:pt idx="2529">
                  <c:v>67</c:v>
                </c:pt>
                <c:pt idx="2530">
                  <c:v>67</c:v>
                </c:pt>
                <c:pt idx="2531">
                  <c:v>67</c:v>
                </c:pt>
                <c:pt idx="2532">
                  <c:v>67</c:v>
                </c:pt>
                <c:pt idx="2533">
                  <c:v>67</c:v>
                </c:pt>
                <c:pt idx="2534">
                  <c:v>67</c:v>
                </c:pt>
                <c:pt idx="2535">
                  <c:v>67</c:v>
                </c:pt>
                <c:pt idx="2536">
                  <c:v>67</c:v>
                </c:pt>
                <c:pt idx="2537">
                  <c:v>67</c:v>
                </c:pt>
                <c:pt idx="2538">
                  <c:v>67</c:v>
                </c:pt>
                <c:pt idx="2539">
                  <c:v>67</c:v>
                </c:pt>
                <c:pt idx="2540">
                  <c:v>66</c:v>
                </c:pt>
                <c:pt idx="2541">
                  <c:v>67</c:v>
                </c:pt>
                <c:pt idx="2542">
                  <c:v>67</c:v>
                </c:pt>
                <c:pt idx="2543">
                  <c:v>67</c:v>
                </c:pt>
                <c:pt idx="2544">
                  <c:v>67</c:v>
                </c:pt>
                <c:pt idx="2545">
                  <c:v>67</c:v>
                </c:pt>
                <c:pt idx="2546">
                  <c:v>67</c:v>
                </c:pt>
                <c:pt idx="2547">
                  <c:v>67</c:v>
                </c:pt>
                <c:pt idx="2548">
                  <c:v>67</c:v>
                </c:pt>
                <c:pt idx="2549">
                  <c:v>67</c:v>
                </c:pt>
                <c:pt idx="2550">
                  <c:v>67</c:v>
                </c:pt>
                <c:pt idx="2551">
                  <c:v>67</c:v>
                </c:pt>
                <c:pt idx="2552">
                  <c:v>67</c:v>
                </c:pt>
                <c:pt idx="2553">
                  <c:v>67</c:v>
                </c:pt>
                <c:pt idx="2554">
                  <c:v>67</c:v>
                </c:pt>
                <c:pt idx="2555">
                  <c:v>67</c:v>
                </c:pt>
                <c:pt idx="2556">
                  <c:v>67</c:v>
                </c:pt>
                <c:pt idx="2557">
                  <c:v>67</c:v>
                </c:pt>
                <c:pt idx="2558">
                  <c:v>67</c:v>
                </c:pt>
                <c:pt idx="2559">
                  <c:v>66</c:v>
                </c:pt>
                <c:pt idx="2560">
                  <c:v>66</c:v>
                </c:pt>
                <c:pt idx="2561">
                  <c:v>67</c:v>
                </c:pt>
                <c:pt idx="2562">
                  <c:v>67</c:v>
                </c:pt>
                <c:pt idx="2563">
                  <c:v>67</c:v>
                </c:pt>
                <c:pt idx="2564">
                  <c:v>67</c:v>
                </c:pt>
                <c:pt idx="2565">
                  <c:v>67</c:v>
                </c:pt>
                <c:pt idx="2566">
                  <c:v>67</c:v>
                </c:pt>
                <c:pt idx="2567">
                  <c:v>67</c:v>
                </c:pt>
                <c:pt idx="2568">
                  <c:v>67</c:v>
                </c:pt>
                <c:pt idx="2569">
                  <c:v>67</c:v>
                </c:pt>
                <c:pt idx="2570">
                  <c:v>67</c:v>
                </c:pt>
                <c:pt idx="2571">
                  <c:v>67</c:v>
                </c:pt>
                <c:pt idx="2572">
                  <c:v>67</c:v>
                </c:pt>
                <c:pt idx="2573">
                  <c:v>67</c:v>
                </c:pt>
                <c:pt idx="2574">
                  <c:v>67</c:v>
                </c:pt>
                <c:pt idx="2575">
                  <c:v>67</c:v>
                </c:pt>
                <c:pt idx="2576">
                  <c:v>67</c:v>
                </c:pt>
                <c:pt idx="2577">
                  <c:v>67</c:v>
                </c:pt>
                <c:pt idx="2578">
                  <c:v>67</c:v>
                </c:pt>
                <c:pt idx="2579">
                  <c:v>67</c:v>
                </c:pt>
                <c:pt idx="2580">
                  <c:v>66</c:v>
                </c:pt>
                <c:pt idx="2581">
                  <c:v>67</c:v>
                </c:pt>
                <c:pt idx="2582">
                  <c:v>67</c:v>
                </c:pt>
                <c:pt idx="2583">
                  <c:v>67</c:v>
                </c:pt>
                <c:pt idx="2584">
                  <c:v>67</c:v>
                </c:pt>
                <c:pt idx="2585">
                  <c:v>67</c:v>
                </c:pt>
                <c:pt idx="2586">
                  <c:v>67</c:v>
                </c:pt>
                <c:pt idx="2587">
                  <c:v>67</c:v>
                </c:pt>
                <c:pt idx="2588">
                  <c:v>67</c:v>
                </c:pt>
                <c:pt idx="2589">
                  <c:v>67</c:v>
                </c:pt>
                <c:pt idx="2590">
                  <c:v>67</c:v>
                </c:pt>
                <c:pt idx="2591">
                  <c:v>67</c:v>
                </c:pt>
                <c:pt idx="2592">
                  <c:v>67</c:v>
                </c:pt>
                <c:pt idx="2593">
                  <c:v>67</c:v>
                </c:pt>
                <c:pt idx="2594">
                  <c:v>67</c:v>
                </c:pt>
                <c:pt idx="2595">
                  <c:v>67</c:v>
                </c:pt>
                <c:pt idx="2596">
                  <c:v>67</c:v>
                </c:pt>
                <c:pt idx="2597">
                  <c:v>67</c:v>
                </c:pt>
                <c:pt idx="2598">
                  <c:v>67</c:v>
                </c:pt>
                <c:pt idx="2599">
                  <c:v>67</c:v>
                </c:pt>
                <c:pt idx="2600">
                  <c:v>67</c:v>
                </c:pt>
                <c:pt idx="2601">
                  <c:v>66</c:v>
                </c:pt>
                <c:pt idx="2602">
                  <c:v>66</c:v>
                </c:pt>
                <c:pt idx="2603">
                  <c:v>67</c:v>
                </c:pt>
                <c:pt idx="2604">
                  <c:v>67</c:v>
                </c:pt>
                <c:pt idx="2605">
                  <c:v>67</c:v>
                </c:pt>
                <c:pt idx="2606">
                  <c:v>67</c:v>
                </c:pt>
                <c:pt idx="2607">
                  <c:v>67</c:v>
                </c:pt>
                <c:pt idx="2608">
                  <c:v>67</c:v>
                </c:pt>
                <c:pt idx="2609">
                  <c:v>67</c:v>
                </c:pt>
                <c:pt idx="2610">
                  <c:v>67</c:v>
                </c:pt>
                <c:pt idx="2611">
                  <c:v>67</c:v>
                </c:pt>
                <c:pt idx="2612">
                  <c:v>67</c:v>
                </c:pt>
                <c:pt idx="2613">
                  <c:v>66</c:v>
                </c:pt>
                <c:pt idx="2614">
                  <c:v>66</c:v>
                </c:pt>
                <c:pt idx="2615">
                  <c:v>66</c:v>
                </c:pt>
                <c:pt idx="2616">
                  <c:v>66</c:v>
                </c:pt>
                <c:pt idx="2617">
                  <c:v>66</c:v>
                </c:pt>
                <c:pt idx="2618">
                  <c:v>66</c:v>
                </c:pt>
                <c:pt idx="2619">
                  <c:v>66</c:v>
                </c:pt>
                <c:pt idx="2620">
                  <c:v>67</c:v>
                </c:pt>
                <c:pt idx="2621">
                  <c:v>67</c:v>
                </c:pt>
                <c:pt idx="2622">
                  <c:v>67</c:v>
                </c:pt>
                <c:pt idx="2623">
                  <c:v>67</c:v>
                </c:pt>
                <c:pt idx="2624">
                  <c:v>67</c:v>
                </c:pt>
                <c:pt idx="2625">
                  <c:v>67</c:v>
                </c:pt>
                <c:pt idx="2626">
                  <c:v>67</c:v>
                </c:pt>
                <c:pt idx="2627">
                  <c:v>67</c:v>
                </c:pt>
                <c:pt idx="2628">
                  <c:v>67</c:v>
                </c:pt>
                <c:pt idx="2629">
                  <c:v>67</c:v>
                </c:pt>
                <c:pt idx="2630">
                  <c:v>67</c:v>
                </c:pt>
                <c:pt idx="2631">
                  <c:v>67</c:v>
                </c:pt>
                <c:pt idx="2632">
                  <c:v>66</c:v>
                </c:pt>
                <c:pt idx="2633">
                  <c:v>66</c:v>
                </c:pt>
                <c:pt idx="2634">
                  <c:v>67</c:v>
                </c:pt>
                <c:pt idx="2635">
                  <c:v>67</c:v>
                </c:pt>
                <c:pt idx="2636">
                  <c:v>67</c:v>
                </c:pt>
                <c:pt idx="2637">
                  <c:v>67</c:v>
                </c:pt>
                <c:pt idx="2638">
                  <c:v>67</c:v>
                </c:pt>
                <c:pt idx="2639">
                  <c:v>67</c:v>
                </c:pt>
                <c:pt idx="2640">
                  <c:v>67</c:v>
                </c:pt>
                <c:pt idx="2641">
                  <c:v>66</c:v>
                </c:pt>
                <c:pt idx="2642">
                  <c:v>66</c:v>
                </c:pt>
                <c:pt idx="2643">
                  <c:v>66</c:v>
                </c:pt>
                <c:pt idx="2644">
                  <c:v>66</c:v>
                </c:pt>
                <c:pt idx="2645">
                  <c:v>66</c:v>
                </c:pt>
                <c:pt idx="2646">
                  <c:v>66</c:v>
                </c:pt>
                <c:pt idx="2647">
                  <c:v>66</c:v>
                </c:pt>
                <c:pt idx="2648">
                  <c:v>67</c:v>
                </c:pt>
                <c:pt idx="2649">
                  <c:v>67</c:v>
                </c:pt>
                <c:pt idx="2650">
                  <c:v>67</c:v>
                </c:pt>
                <c:pt idx="2651">
                  <c:v>66</c:v>
                </c:pt>
                <c:pt idx="2652">
                  <c:v>66</c:v>
                </c:pt>
                <c:pt idx="2653">
                  <c:v>66</c:v>
                </c:pt>
                <c:pt idx="2654">
                  <c:v>66</c:v>
                </c:pt>
                <c:pt idx="2655">
                  <c:v>66</c:v>
                </c:pt>
                <c:pt idx="2656">
                  <c:v>66</c:v>
                </c:pt>
                <c:pt idx="2657">
                  <c:v>67</c:v>
                </c:pt>
                <c:pt idx="2658">
                  <c:v>67</c:v>
                </c:pt>
                <c:pt idx="2659">
                  <c:v>67</c:v>
                </c:pt>
                <c:pt idx="2660">
                  <c:v>67</c:v>
                </c:pt>
                <c:pt idx="2661">
                  <c:v>67</c:v>
                </c:pt>
                <c:pt idx="2662">
                  <c:v>66</c:v>
                </c:pt>
                <c:pt idx="2663">
                  <c:v>66</c:v>
                </c:pt>
                <c:pt idx="2664">
                  <c:v>66</c:v>
                </c:pt>
                <c:pt idx="2665">
                  <c:v>66</c:v>
                </c:pt>
                <c:pt idx="2666">
                  <c:v>66</c:v>
                </c:pt>
                <c:pt idx="2667">
                  <c:v>66</c:v>
                </c:pt>
                <c:pt idx="2668">
                  <c:v>66</c:v>
                </c:pt>
                <c:pt idx="2669">
                  <c:v>66</c:v>
                </c:pt>
                <c:pt idx="2670">
                  <c:v>66</c:v>
                </c:pt>
                <c:pt idx="2671">
                  <c:v>66</c:v>
                </c:pt>
                <c:pt idx="2672">
                  <c:v>66</c:v>
                </c:pt>
                <c:pt idx="2673">
                  <c:v>66</c:v>
                </c:pt>
                <c:pt idx="2674">
                  <c:v>66</c:v>
                </c:pt>
                <c:pt idx="2675">
                  <c:v>66</c:v>
                </c:pt>
                <c:pt idx="2676">
                  <c:v>67</c:v>
                </c:pt>
                <c:pt idx="2677">
                  <c:v>67</c:v>
                </c:pt>
                <c:pt idx="2678">
                  <c:v>66</c:v>
                </c:pt>
                <c:pt idx="2679">
                  <c:v>67</c:v>
                </c:pt>
                <c:pt idx="2680">
                  <c:v>67</c:v>
                </c:pt>
                <c:pt idx="2681">
                  <c:v>67</c:v>
                </c:pt>
                <c:pt idx="2682">
                  <c:v>67</c:v>
                </c:pt>
                <c:pt idx="2683">
                  <c:v>66</c:v>
                </c:pt>
                <c:pt idx="2684">
                  <c:v>67</c:v>
                </c:pt>
                <c:pt idx="2685">
                  <c:v>67</c:v>
                </c:pt>
                <c:pt idx="2686">
                  <c:v>67</c:v>
                </c:pt>
                <c:pt idx="2687">
                  <c:v>67</c:v>
                </c:pt>
                <c:pt idx="2688">
                  <c:v>67</c:v>
                </c:pt>
                <c:pt idx="2689">
                  <c:v>67</c:v>
                </c:pt>
                <c:pt idx="2690">
                  <c:v>67</c:v>
                </c:pt>
                <c:pt idx="2691">
                  <c:v>67</c:v>
                </c:pt>
                <c:pt idx="2692">
                  <c:v>67</c:v>
                </c:pt>
                <c:pt idx="2693">
                  <c:v>67</c:v>
                </c:pt>
                <c:pt idx="2694">
                  <c:v>67</c:v>
                </c:pt>
                <c:pt idx="2695">
                  <c:v>67</c:v>
                </c:pt>
                <c:pt idx="2696">
                  <c:v>67</c:v>
                </c:pt>
                <c:pt idx="2697">
                  <c:v>67</c:v>
                </c:pt>
                <c:pt idx="2698">
                  <c:v>67</c:v>
                </c:pt>
                <c:pt idx="2699">
                  <c:v>67</c:v>
                </c:pt>
                <c:pt idx="2700">
                  <c:v>67</c:v>
                </c:pt>
                <c:pt idx="2701">
                  <c:v>67</c:v>
                </c:pt>
                <c:pt idx="2702">
                  <c:v>66</c:v>
                </c:pt>
                <c:pt idx="2703">
                  <c:v>67</c:v>
                </c:pt>
                <c:pt idx="2704">
                  <c:v>67</c:v>
                </c:pt>
                <c:pt idx="2705">
                  <c:v>67</c:v>
                </c:pt>
                <c:pt idx="2706">
                  <c:v>67</c:v>
                </c:pt>
                <c:pt idx="2707">
                  <c:v>67</c:v>
                </c:pt>
                <c:pt idx="2708">
                  <c:v>67</c:v>
                </c:pt>
                <c:pt idx="2709">
                  <c:v>67</c:v>
                </c:pt>
                <c:pt idx="2710">
                  <c:v>67</c:v>
                </c:pt>
                <c:pt idx="2711">
                  <c:v>67</c:v>
                </c:pt>
                <c:pt idx="2712">
                  <c:v>67</c:v>
                </c:pt>
                <c:pt idx="2713">
                  <c:v>67</c:v>
                </c:pt>
                <c:pt idx="2714">
                  <c:v>67</c:v>
                </c:pt>
                <c:pt idx="2715">
                  <c:v>67</c:v>
                </c:pt>
                <c:pt idx="2716">
                  <c:v>67</c:v>
                </c:pt>
                <c:pt idx="2717">
                  <c:v>67</c:v>
                </c:pt>
                <c:pt idx="2718">
                  <c:v>67</c:v>
                </c:pt>
                <c:pt idx="2719">
                  <c:v>67</c:v>
                </c:pt>
                <c:pt idx="2720">
                  <c:v>67</c:v>
                </c:pt>
                <c:pt idx="2721">
                  <c:v>67</c:v>
                </c:pt>
                <c:pt idx="2722">
                  <c:v>67</c:v>
                </c:pt>
                <c:pt idx="2723">
                  <c:v>67</c:v>
                </c:pt>
                <c:pt idx="2724">
                  <c:v>67</c:v>
                </c:pt>
                <c:pt idx="2725">
                  <c:v>67</c:v>
                </c:pt>
                <c:pt idx="2726">
                  <c:v>67</c:v>
                </c:pt>
                <c:pt idx="2727">
                  <c:v>67</c:v>
                </c:pt>
                <c:pt idx="2728">
                  <c:v>67</c:v>
                </c:pt>
                <c:pt idx="2729">
                  <c:v>67</c:v>
                </c:pt>
                <c:pt idx="2730">
                  <c:v>67</c:v>
                </c:pt>
                <c:pt idx="2731">
                  <c:v>67</c:v>
                </c:pt>
                <c:pt idx="2732">
                  <c:v>67</c:v>
                </c:pt>
                <c:pt idx="2733">
                  <c:v>67</c:v>
                </c:pt>
                <c:pt idx="2734">
                  <c:v>67</c:v>
                </c:pt>
                <c:pt idx="2735">
                  <c:v>67</c:v>
                </c:pt>
                <c:pt idx="2736">
                  <c:v>67</c:v>
                </c:pt>
                <c:pt idx="2737">
                  <c:v>66</c:v>
                </c:pt>
                <c:pt idx="2738">
                  <c:v>67</c:v>
                </c:pt>
                <c:pt idx="2739">
                  <c:v>67</c:v>
                </c:pt>
                <c:pt idx="2740">
                  <c:v>67</c:v>
                </c:pt>
                <c:pt idx="2741">
                  <c:v>67</c:v>
                </c:pt>
                <c:pt idx="2742">
                  <c:v>67</c:v>
                </c:pt>
                <c:pt idx="2743">
                  <c:v>67</c:v>
                </c:pt>
                <c:pt idx="2744">
                  <c:v>67</c:v>
                </c:pt>
                <c:pt idx="2745">
                  <c:v>67</c:v>
                </c:pt>
                <c:pt idx="2746">
                  <c:v>67</c:v>
                </c:pt>
                <c:pt idx="2747">
                  <c:v>67</c:v>
                </c:pt>
                <c:pt idx="2748">
                  <c:v>67</c:v>
                </c:pt>
                <c:pt idx="2749">
                  <c:v>67</c:v>
                </c:pt>
                <c:pt idx="2750">
                  <c:v>67</c:v>
                </c:pt>
                <c:pt idx="2751">
                  <c:v>67</c:v>
                </c:pt>
                <c:pt idx="2752">
                  <c:v>67</c:v>
                </c:pt>
                <c:pt idx="2753">
                  <c:v>67</c:v>
                </c:pt>
                <c:pt idx="2754">
                  <c:v>67</c:v>
                </c:pt>
                <c:pt idx="2755">
                  <c:v>67</c:v>
                </c:pt>
                <c:pt idx="2756">
                  <c:v>67</c:v>
                </c:pt>
                <c:pt idx="2757">
                  <c:v>67</c:v>
                </c:pt>
                <c:pt idx="2758">
                  <c:v>67</c:v>
                </c:pt>
                <c:pt idx="2759">
                  <c:v>67</c:v>
                </c:pt>
                <c:pt idx="2760">
                  <c:v>67</c:v>
                </c:pt>
                <c:pt idx="2761">
                  <c:v>67</c:v>
                </c:pt>
                <c:pt idx="2762">
                  <c:v>67</c:v>
                </c:pt>
                <c:pt idx="2763">
                  <c:v>67</c:v>
                </c:pt>
                <c:pt idx="2764">
                  <c:v>67</c:v>
                </c:pt>
                <c:pt idx="2765">
                  <c:v>67</c:v>
                </c:pt>
                <c:pt idx="2766">
                  <c:v>67</c:v>
                </c:pt>
                <c:pt idx="2767">
                  <c:v>67</c:v>
                </c:pt>
                <c:pt idx="2768">
                  <c:v>67</c:v>
                </c:pt>
                <c:pt idx="2769">
                  <c:v>67</c:v>
                </c:pt>
                <c:pt idx="2770">
                  <c:v>67</c:v>
                </c:pt>
                <c:pt idx="2771">
                  <c:v>67</c:v>
                </c:pt>
                <c:pt idx="2772">
                  <c:v>67</c:v>
                </c:pt>
                <c:pt idx="2773">
                  <c:v>67</c:v>
                </c:pt>
                <c:pt idx="2774">
                  <c:v>67</c:v>
                </c:pt>
                <c:pt idx="2775">
                  <c:v>67</c:v>
                </c:pt>
                <c:pt idx="2776">
                  <c:v>67</c:v>
                </c:pt>
                <c:pt idx="2777">
                  <c:v>67</c:v>
                </c:pt>
                <c:pt idx="2778">
                  <c:v>67</c:v>
                </c:pt>
                <c:pt idx="2779">
                  <c:v>67</c:v>
                </c:pt>
                <c:pt idx="2780">
                  <c:v>67</c:v>
                </c:pt>
                <c:pt idx="2781">
                  <c:v>67</c:v>
                </c:pt>
                <c:pt idx="2782">
                  <c:v>67</c:v>
                </c:pt>
                <c:pt idx="2783">
                  <c:v>67</c:v>
                </c:pt>
                <c:pt idx="2784">
                  <c:v>67</c:v>
                </c:pt>
                <c:pt idx="2785">
                  <c:v>67</c:v>
                </c:pt>
                <c:pt idx="2786">
                  <c:v>67</c:v>
                </c:pt>
                <c:pt idx="2787">
                  <c:v>67</c:v>
                </c:pt>
                <c:pt idx="2788">
                  <c:v>67</c:v>
                </c:pt>
                <c:pt idx="2789">
                  <c:v>67</c:v>
                </c:pt>
                <c:pt idx="2790">
                  <c:v>67</c:v>
                </c:pt>
                <c:pt idx="2791">
                  <c:v>67</c:v>
                </c:pt>
                <c:pt idx="2792">
                  <c:v>67</c:v>
                </c:pt>
                <c:pt idx="2793">
                  <c:v>67</c:v>
                </c:pt>
                <c:pt idx="2794">
                  <c:v>67</c:v>
                </c:pt>
                <c:pt idx="2795">
                  <c:v>67</c:v>
                </c:pt>
                <c:pt idx="2796">
                  <c:v>67</c:v>
                </c:pt>
                <c:pt idx="2797">
                  <c:v>67</c:v>
                </c:pt>
                <c:pt idx="2798">
                  <c:v>67</c:v>
                </c:pt>
                <c:pt idx="2799">
                  <c:v>67</c:v>
                </c:pt>
                <c:pt idx="2800">
                  <c:v>67</c:v>
                </c:pt>
                <c:pt idx="2801">
                  <c:v>67</c:v>
                </c:pt>
                <c:pt idx="2802">
                  <c:v>67</c:v>
                </c:pt>
                <c:pt idx="2803">
                  <c:v>67</c:v>
                </c:pt>
                <c:pt idx="2804">
                  <c:v>67</c:v>
                </c:pt>
                <c:pt idx="2805">
                  <c:v>67</c:v>
                </c:pt>
                <c:pt idx="2806">
                  <c:v>67</c:v>
                </c:pt>
                <c:pt idx="2807">
                  <c:v>67</c:v>
                </c:pt>
                <c:pt idx="2808">
                  <c:v>67</c:v>
                </c:pt>
                <c:pt idx="2809">
                  <c:v>67</c:v>
                </c:pt>
                <c:pt idx="2810">
                  <c:v>67</c:v>
                </c:pt>
                <c:pt idx="2811">
                  <c:v>67</c:v>
                </c:pt>
                <c:pt idx="2812">
                  <c:v>67</c:v>
                </c:pt>
                <c:pt idx="2813">
                  <c:v>67</c:v>
                </c:pt>
                <c:pt idx="2814">
                  <c:v>67</c:v>
                </c:pt>
                <c:pt idx="2815">
                  <c:v>67</c:v>
                </c:pt>
                <c:pt idx="2816">
                  <c:v>67</c:v>
                </c:pt>
                <c:pt idx="2817">
                  <c:v>67</c:v>
                </c:pt>
                <c:pt idx="2818">
                  <c:v>67</c:v>
                </c:pt>
                <c:pt idx="2819">
                  <c:v>67</c:v>
                </c:pt>
                <c:pt idx="2820">
                  <c:v>67</c:v>
                </c:pt>
                <c:pt idx="2821">
                  <c:v>67</c:v>
                </c:pt>
                <c:pt idx="2822">
                  <c:v>67</c:v>
                </c:pt>
                <c:pt idx="2823">
                  <c:v>67</c:v>
                </c:pt>
                <c:pt idx="2824">
                  <c:v>67</c:v>
                </c:pt>
                <c:pt idx="2825">
                  <c:v>67</c:v>
                </c:pt>
                <c:pt idx="2826">
                  <c:v>67</c:v>
                </c:pt>
                <c:pt idx="2827">
                  <c:v>67</c:v>
                </c:pt>
                <c:pt idx="2828">
                  <c:v>67</c:v>
                </c:pt>
                <c:pt idx="2829">
                  <c:v>67</c:v>
                </c:pt>
                <c:pt idx="2830">
                  <c:v>67</c:v>
                </c:pt>
                <c:pt idx="2831">
                  <c:v>67</c:v>
                </c:pt>
                <c:pt idx="2832">
                  <c:v>67</c:v>
                </c:pt>
                <c:pt idx="2833">
                  <c:v>67</c:v>
                </c:pt>
                <c:pt idx="2834">
                  <c:v>67</c:v>
                </c:pt>
                <c:pt idx="2835">
                  <c:v>67</c:v>
                </c:pt>
                <c:pt idx="2836">
                  <c:v>67</c:v>
                </c:pt>
                <c:pt idx="2837">
                  <c:v>67</c:v>
                </c:pt>
                <c:pt idx="2838">
                  <c:v>67</c:v>
                </c:pt>
                <c:pt idx="2839">
                  <c:v>67</c:v>
                </c:pt>
                <c:pt idx="2840">
                  <c:v>67</c:v>
                </c:pt>
                <c:pt idx="2841">
                  <c:v>67</c:v>
                </c:pt>
                <c:pt idx="2842">
                  <c:v>67</c:v>
                </c:pt>
                <c:pt idx="2843">
                  <c:v>67</c:v>
                </c:pt>
                <c:pt idx="2844">
                  <c:v>67</c:v>
                </c:pt>
                <c:pt idx="2845">
                  <c:v>67</c:v>
                </c:pt>
                <c:pt idx="2846">
                  <c:v>67</c:v>
                </c:pt>
                <c:pt idx="2847">
                  <c:v>67</c:v>
                </c:pt>
                <c:pt idx="2848">
                  <c:v>67</c:v>
                </c:pt>
                <c:pt idx="2849">
                  <c:v>67</c:v>
                </c:pt>
                <c:pt idx="2850">
                  <c:v>67</c:v>
                </c:pt>
                <c:pt idx="2851">
                  <c:v>67</c:v>
                </c:pt>
                <c:pt idx="2852">
                  <c:v>67</c:v>
                </c:pt>
                <c:pt idx="2853">
                  <c:v>67</c:v>
                </c:pt>
                <c:pt idx="2854">
                  <c:v>67</c:v>
                </c:pt>
                <c:pt idx="2855">
                  <c:v>67</c:v>
                </c:pt>
                <c:pt idx="2856">
                  <c:v>67</c:v>
                </c:pt>
                <c:pt idx="2857">
                  <c:v>67</c:v>
                </c:pt>
                <c:pt idx="2858">
                  <c:v>67</c:v>
                </c:pt>
                <c:pt idx="2859">
                  <c:v>67</c:v>
                </c:pt>
                <c:pt idx="2860">
                  <c:v>67</c:v>
                </c:pt>
                <c:pt idx="2861">
                  <c:v>67</c:v>
                </c:pt>
                <c:pt idx="2862">
                  <c:v>67</c:v>
                </c:pt>
                <c:pt idx="2863">
                  <c:v>67</c:v>
                </c:pt>
                <c:pt idx="2864">
                  <c:v>67</c:v>
                </c:pt>
                <c:pt idx="2865">
                  <c:v>67</c:v>
                </c:pt>
                <c:pt idx="2866">
                  <c:v>67</c:v>
                </c:pt>
                <c:pt idx="2867">
                  <c:v>67</c:v>
                </c:pt>
                <c:pt idx="2868">
                  <c:v>67</c:v>
                </c:pt>
                <c:pt idx="2869">
                  <c:v>67</c:v>
                </c:pt>
                <c:pt idx="2870">
                  <c:v>67</c:v>
                </c:pt>
                <c:pt idx="2871">
                  <c:v>67</c:v>
                </c:pt>
                <c:pt idx="2872">
                  <c:v>67</c:v>
                </c:pt>
                <c:pt idx="2873">
                  <c:v>67</c:v>
                </c:pt>
                <c:pt idx="2874">
                  <c:v>67</c:v>
                </c:pt>
                <c:pt idx="2875">
                  <c:v>67</c:v>
                </c:pt>
                <c:pt idx="2876">
                  <c:v>67</c:v>
                </c:pt>
                <c:pt idx="2877">
                  <c:v>67</c:v>
                </c:pt>
                <c:pt idx="2878">
                  <c:v>67</c:v>
                </c:pt>
                <c:pt idx="2879">
                  <c:v>67</c:v>
                </c:pt>
                <c:pt idx="2880">
                  <c:v>67</c:v>
                </c:pt>
                <c:pt idx="2881">
                  <c:v>67</c:v>
                </c:pt>
                <c:pt idx="2882">
                  <c:v>67</c:v>
                </c:pt>
                <c:pt idx="2883">
                  <c:v>67</c:v>
                </c:pt>
                <c:pt idx="2884">
                  <c:v>67</c:v>
                </c:pt>
                <c:pt idx="2885">
                  <c:v>67</c:v>
                </c:pt>
                <c:pt idx="2886">
                  <c:v>67</c:v>
                </c:pt>
                <c:pt idx="2887">
                  <c:v>67</c:v>
                </c:pt>
                <c:pt idx="2888">
                  <c:v>67</c:v>
                </c:pt>
                <c:pt idx="2889">
                  <c:v>67</c:v>
                </c:pt>
                <c:pt idx="2890">
                  <c:v>67</c:v>
                </c:pt>
                <c:pt idx="2891">
                  <c:v>67</c:v>
                </c:pt>
                <c:pt idx="2892">
                  <c:v>67</c:v>
                </c:pt>
                <c:pt idx="2893">
                  <c:v>67</c:v>
                </c:pt>
                <c:pt idx="2894">
                  <c:v>67</c:v>
                </c:pt>
                <c:pt idx="2895">
                  <c:v>67</c:v>
                </c:pt>
                <c:pt idx="2896">
                  <c:v>67</c:v>
                </c:pt>
                <c:pt idx="2897">
                  <c:v>67</c:v>
                </c:pt>
                <c:pt idx="2898">
                  <c:v>67</c:v>
                </c:pt>
                <c:pt idx="2899">
                  <c:v>67</c:v>
                </c:pt>
                <c:pt idx="2900">
                  <c:v>67</c:v>
                </c:pt>
                <c:pt idx="2901">
                  <c:v>67</c:v>
                </c:pt>
                <c:pt idx="2902">
                  <c:v>67</c:v>
                </c:pt>
                <c:pt idx="2903">
                  <c:v>67</c:v>
                </c:pt>
                <c:pt idx="2904">
                  <c:v>67</c:v>
                </c:pt>
                <c:pt idx="2905">
                  <c:v>67</c:v>
                </c:pt>
                <c:pt idx="2906">
                  <c:v>67</c:v>
                </c:pt>
                <c:pt idx="2907">
                  <c:v>67</c:v>
                </c:pt>
                <c:pt idx="2908">
                  <c:v>67</c:v>
                </c:pt>
                <c:pt idx="2909">
                  <c:v>67</c:v>
                </c:pt>
                <c:pt idx="2910">
                  <c:v>67</c:v>
                </c:pt>
                <c:pt idx="2911">
                  <c:v>67</c:v>
                </c:pt>
                <c:pt idx="2912">
                  <c:v>67</c:v>
                </c:pt>
                <c:pt idx="2913">
                  <c:v>67</c:v>
                </c:pt>
                <c:pt idx="2914">
                  <c:v>67</c:v>
                </c:pt>
                <c:pt idx="2915">
                  <c:v>67</c:v>
                </c:pt>
                <c:pt idx="2916">
                  <c:v>67</c:v>
                </c:pt>
                <c:pt idx="2917">
                  <c:v>67</c:v>
                </c:pt>
                <c:pt idx="2918">
                  <c:v>67</c:v>
                </c:pt>
                <c:pt idx="2919">
                  <c:v>67</c:v>
                </c:pt>
                <c:pt idx="2920">
                  <c:v>67</c:v>
                </c:pt>
                <c:pt idx="2921">
                  <c:v>67</c:v>
                </c:pt>
                <c:pt idx="2922">
                  <c:v>67</c:v>
                </c:pt>
                <c:pt idx="2923">
                  <c:v>67</c:v>
                </c:pt>
                <c:pt idx="2924">
                  <c:v>67</c:v>
                </c:pt>
                <c:pt idx="2925">
                  <c:v>67</c:v>
                </c:pt>
                <c:pt idx="2926">
                  <c:v>67</c:v>
                </c:pt>
                <c:pt idx="2927">
                  <c:v>67</c:v>
                </c:pt>
                <c:pt idx="2928">
                  <c:v>67</c:v>
                </c:pt>
                <c:pt idx="2929">
                  <c:v>67</c:v>
                </c:pt>
                <c:pt idx="2930">
                  <c:v>67</c:v>
                </c:pt>
                <c:pt idx="2931">
                  <c:v>67</c:v>
                </c:pt>
                <c:pt idx="2932">
                  <c:v>67</c:v>
                </c:pt>
                <c:pt idx="2933">
                  <c:v>67</c:v>
                </c:pt>
                <c:pt idx="2934">
                  <c:v>67</c:v>
                </c:pt>
                <c:pt idx="2935">
                  <c:v>67</c:v>
                </c:pt>
                <c:pt idx="2936">
                  <c:v>67</c:v>
                </c:pt>
                <c:pt idx="2937">
                  <c:v>67</c:v>
                </c:pt>
                <c:pt idx="2938">
                  <c:v>67</c:v>
                </c:pt>
                <c:pt idx="2939">
                  <c:v>67</c:v>
                </c:pt>
                <c:pt idx="2940">
                  <c:v>67</c:v>
                </c:pt>
                <c:pt idx="2941">
                  <c:v>66</c:v>
                </c:pt>
                <c:pt idx="2942">
                  <c:v>67</c:v>
                </c:pt>
                <c:pt idx="2943">
                  <c:v>67</c:v>
                </c:pt>
                <c:pt idx="2944">
                  <c:v>67</c:v>
                </c:pt>
                <c:pt idx="2945">
                  <c:v>67</c:v>
                </c:pt>
                <c:pt idx="2946">
                  <c:v>67</c:v>
                </c:pt>
                <c:pt idx="2947">
                  <c:v>67</c:v>
                </c:pt>
                <c:pt idx="2948">
                  <c:v>67</c:v>
                </c:pt>
                <c:pt idx="2949">
                  <c:v>67</c:v>
                </c:pt>
                <c:pt idx="2950">
                  <c:v>67</c:v>
                </c:pt>
                <c:pt idx="2951">
                  <c:v>67</c:v>
                </c:pt>
                <c:pt idx="2952">
                  <c:v>67</c:v>
                </c:pt>
                <c:pt idx="2953">
                  <c:v>67</c:v>
                </c:pt>
                <c:pt idx="2954">
                  <c:v>67</c:v>
                </c:pt>
                <c:pt idx="2955">
                  <c:v>67</c:v>
                </c:pt>
                <c:pt idx="2956">
                  <c:v>67</c:v>
                </c:pt>
                <c:pt idx="2957">
                  <c:v>67</c:v>
                </c:pt>
                <c:pt idx="2958">
                  <c:v>67</c:v>
                </c:pt>
                <c:pt idx="2959">
                  <c:v>67</c:v>
                </c:pt>
                <c:pt idx="2960">
                  <c:v>67</c:v>
                </c:pt>
                <c:pt idx="2961">
                  <c:v>67</c:v>
                </c:pt>
                <c:pt idx="2962">
                  <c:v>67</c:v>
                </c:pt>
                <c:pt idx="2963">
                  <c:v>67</c:v>
                </c:pt>
                <c:pt idx="2964">
                  <c:v>67</c:v>
                </c:pt>
                <c:pt idx="2965">
                  <c:v>67</c:v>
                </c:pt>
                <c:pt idx="2966">
                  <c:v>67</c:v>
                </c:pt>
                <c:pt idx="2967">
                  <c:v>67</c:v>
                </c:pt>
                <c:pt idx="2968">
                  <c:v>67</c:v>
                </c:pt>
                <c:pt idx="2969">
                  <c:v>67</c:v>
                </c:pt>
                <c:pt idx="2970">
                  <c:v>67</c:v>
                </c:pt>
                <c:pt idx="2971">
                  <c:v>67</c:v>
                </c:pt>
                <c:pt idx="2972">
                  <c:v>67</c:v>
                </c:pt>
                <c:pt idx="2973">
                  <c:v>67</c:v>
                </c:pt>
                <c:pt idx="2974">
                  <c:v>66</c:v>
                </c:pt>
                <c:pt idx="2975">
                  <c:v>67</c:v>
                </c:pt>
                <c:pt idx="2976">
                  <c:v>67</c:v>
                </c:pt>
                <c:pt idx="2977">
                  <c:v>67</c:v>
                </c:pt>
                <c:pt idx="2978">
                  <c:v>67</c:v>
                </c:pt>
                <c:pt idx="2979">
                  <c:v>67</c:v>
                </c:pt>
                <c:pt idx="2980">
                  <c:v>67</c:v>
                </c:pt>
                <c:pt idx="2981">
                  <c:v>67</c:v>
                </c:pt>
                <c:pt idx="2982">
                  <c:v>67</c:v>
                </c:pt>
                <c:pt idx="2983">
                  <c:v>67</c:v>
                </c:pt>
                <c:pt idx="2984">
                  <c:v>67</c:v>
                </c:pt>
                <c:pt idx="2985">
                  <c:v>67</c:v>
                </c:pt>
                <c:pt idx="2986">
                  <c:v>67</c:v>
                </c:pt>
                <c:pt idx="2987">
                  <c:v>67</c:v>
                </c:pt>
                <c:pt idx="2988">
                  <c:v>67</c:v>
                </c:pt>
                <c:pt idx="2989">
                  <c:v>67</c:v>
                </c:pt>
                <c:pt idx="2990">
                  <c:v>67</c:v>
                </c:pt>
                <c:pt idx="2991">
                  <c:v>67</c:v>
                </c:pt>
                <c:pt idx="2992">
                  <c:v>67</c:v>
                </c:pt>
                <c:pt idx="2993">
                  <c:v>67</c:v>
                </c:pt>
                <c:pt idx="2994">
                  <c:v>67</c:v>
                </c:pt>
                <c:pt idx="2995">
                  <c:v>67</c:v>
                </c:pt>
                <c:pt idx="2996">
                  <c:v>67</c:v>
                </c:pt>
                <c:pt idx="2997">
                  <c:v>67</c:v>
                </c:pt>
                <c:pt idx="2998">
                  <c:v>67</c:v>
                </c:pt>
                <c:pt idx="2999">
                  <c:v>67</c:v>
                </c:pt>
                <c:pt idx="3000">
                  <c:v>67</c:v>
                </c:pt>
                <c:pt idx="3001">
                  <c:v>67</c:v>
                </c:pt>
                <c:pt idx="3002">
                  <c:v>67</c:v>
                </c:pt>
                <c:pt idx="3003">
                  <c:v>67</c:v>
                </c:pt>
                <c:pt idx="3004">
                  <c:v>67</c:v>
                </c:pt>
                <c:pt idx="3005">
                  <c:v>66</c:v>
                </c:pt>
                <c:pt idx="3006">
                  <c:v>67</c:v>
                </c:pt>
                <c:pt idx="3007">
                  <c:v>67</c:v>
                </c:pt>
                <c:pt idx="3008">
                  <c:v>67</c:v>
                </c:pt>
                <c:pt idx="3009">
                  <c:v>67</c:v>
                </c:pt>
                <c:pt idx="3010">
                  <c:v>67</c:v>
                </c:pt>
                <c:pt idx="3011">
                  <c:v>67</c:v>
                </c:pt>
                <c:pt idx="3012">
                  <c:v>67</c:v>
                </c:pt>
                <c:pt idx="3013">
                  <c:v>67</c:v>
                </c:pt>
                <c:pt idx="3014">
                  <c:v>67</c:v>
                </c:pt>
                <c:pt idx="3015">
                  <c:v>67</c:v>
                </c:pt>
                <c:pt idx="3016">
                  <c:v>67</c:v>
                </c:pt>
                <c:pt idx="3017">
                  <c:v>67</c:v>
                </c:pt>
                <c:pt idx="3018">
                  <c:v>67</c:v>
                </c:pt>
                <c:pt idx="3019">
                  <c:v>67</c:v>
                </c:pt>
                <c:pt idx="3020">
                  <c:v>67</c:v>
                </c:pt>
                <c:pt idx="3021">
                  <c:v>66</c:v>
                </c:pt>
                <c:pt idx="3022">
                  <c:v>66</c:v>
                </c:pt>
                <c:pt idx="3023">
                  <c:v>66</c:v>
                </c:pt>
                <c:pt idx="3024">
                  <c:v>67</c:v>
                </c:pt>
                <c:pt idx="3025">
                  <c:v>67</c:v>
                </c:pt>
                <c:pt idx="3026">
                  <c:v>67</c:v>
                </c:pt>
                <c:pt idx="3027">
                  <c:v>67</c:v>
                </c:pt>
                <c:pt idx="3028">
                  <c:v>67</c:v>
                </c:pt>
                <c:pt idx="3029">
                  <c:v>67</c:v>
                </c:pt>
                <c:pt idx="3030">
                  <c:v>67</c:v>
                </c:pt>
                <c:pt idx="3031">
                  <c:v>67</c:v>
                </c:pt>
                <c:pt idx="3032">
                  <c:v>67</c:v>
                </c:pt>
                <c:pt idx="3033">
                  <c:v>67</c:v>
                </c:pt>
                <c:pt idx="3034">
                  <c:v>67</c:v>
                </c:pt>
                <c:pt idx="3035">
                  <c:v>67</c:v>
                </c:pt>
                <c:pt idx="3036">
                  <c:v>67</c:v>
                </c:pt>
                <c:pt idx="3037">
                  <c:v>67</c:v>
                </c:pt>
                <c:pt idx="3038">
                  <c:v>67</c:v>
                </c:pt>
                <c:pt idx="3039">
                  <c:v>67</c:v>
                </c:pt>
                <c:pt idx="3040">
                  <c:v>67</c:v>
                </c:pt>
                <c:pt idx="3041">
                  <c:v>67</c:v>
                </c:pt>
                <c:pt idx="3042">
                  <c:v>67</c:v>
                </c:pt>
                <c:pt idx="3043">
                  <c:v>67</c:v>
                </c:pt>
                <c:pt idx="3044">
                  <c:v>67</c:v>
                </c:pt>
                <c:pt idx="3045">
                  <c:v>67</c:v>
                </c:pt>
                <c:pt idx="3046">
                  <c:v>67</c:v>
                </c:pt>
                <c:pt idx="3047">
                  <c:v>67</c:v>
                </c:pt>
                <c:pt idx="3048">
                  <c:v>67</c:v>
                </c:pt>
                <c:pt idx="3049">
                  <c:v>67</c:v>
                </c:pt>
                <c:pt idx="3050">
                  <c:v>67</c:v>
                </c:pt>
                <c:pt idx="3051">
                  <c:v>67</c:v>
                </c:pt>
                <c:pt idx="3052">
                  <c:v>67</c:v>
                </c:pt>
                <c:pt idx="3053">
                  <c:v>67</c:v>
                </c:pt>
                <c:pt idx="3054">
                  <c:v>67</c:v>
                </c:pt>
                <c:pt idx="3055">
                  <c:v>67</c:v>
                </c:pt>
                <c:pt idx="3056">
                  <c:v>67</c:v>
                </c:pt>
                <c:pt idx="3057">
                  <c:v>67</c:v>
                </c:pt>
                <c:pt idx="3058">
                  <c:v>67</c:v>
                </c:pt>
                <c:pt idx="3059">
                  <c:v>67</c:v>
                </c:pt>
                <c:pt idx="3060">
                  <c:v>67</c:v>
                </c:pt>
                <c:pt idx="3061">
                  <c:v>67</c:v>
                </c:pt>
                <c:pt idx="3062">
                  <c:v>67</c:v>
                </c:pt>
                <c:pt idx="3063">
                  <c:v>67</c:v>
                </c:pt>
                <c:pt idx="3064">
                  <c:v>67</c:v>
                </c:pt>
                <c:pt idx="3065">
                  <c:v>67</c:v>
                </c:pt>
                <c:pt idx="3066">
                  <c:v>67</c:v>
                </c:pt>
                <c:pt idx="3067">
                  <c:v>67</c:v>
                </c:pt>
                <c:pt idx="3068">
                  <c:v>67</c:v>
                </c:pt>
                <c:pt idx="3069">
                  <c:v>67</c:v>
                </c:pt>
                <c:pt idx="3070">
                  <c:v>67</c:v>
                </c:pt>
                <c:pt idx="3071">
                  <c:v>67</c:v>
                </c:pt>
                <c:pt idx="3072">
                  <c:v>67</c:v>
                </c:pt>
                <c:pt idx="3073">
                  <c:v>67</c:v>
                </c:pt>
                <c:pt idx="3074">
                  <c:v>67</c:v>
                </c:pt>
                <c:pt idx="3075">
                  <c:v>67</c:v>
                </c:pt>
                <c:pt idx="3076">
                  <c:v>67</c:v>
                </c:pt>
                <c:pt idx="3077">
                  <c:v>67</c:v>
                </c:pt>
                <c:pt idx="3078">
                  <c:v>67</c:v>
                </c:pt>
                <c:pt idx="3079">
                  <c:v>67</c:v>
                </c:pt>
                <c:pt idx="3080">
                  <c:v>67</c:v>
                </c:pt>
                <c:pt idx="3081">
                  <c:v>67</c:v>
                </c:pt>
                <c:pt idx="3082">
                  <c:v>67</c:v>
                </c:pt>
                <c:pt idx="3083">
                  <c:v>67</c:v>
                </c:pt>
                <c:pt idx="3084">
                  <c:v>67</c:v>
                </c:pt>
                <c:pt idx="3085">
                  <c:v>67</c:v>
                </c:pt>
                <c:pt idx="3086">
                  <c:v>67</c:v>
                </c:pt>
                <c:pt idx="3087">
                  <c:v>67</c:v>
                </c:pt>
                <c:pt idx="3088">
                  <c:v>67</c:v>
                </c:pt>
                <c:pt idx="3089">
                  <c:v>67</c:v>
                </c:pt>
                <c:pt idx="3090">
                  <c:v>67</c:v>
                </c:pt>
                <c:pt idx="3091">
                  <c:v>67</c:v>
                </c:pt>
                <c:pt idx="3092">
                  <c:v>67</c:v>
                </c:pt>
                <c:pt idx="3093">
                  <c:v>67</c:v>
                </c:pt>
                <c:pt idx="3094">
                  <c:v>67</c:v>
                </c:pt>
                <c:pt idx="3095">
                  <c:v>67</c:v>
                </c:pt>
                <c:pt idx="3096">
                  <c:v>67</c:v>
                </c:pt>
                <c:pt idx="3097">
                  <c:v>67</c:v>
                </c:pt>
                <c:pt idx="3098">
                  <c:v>67</c:v>
                </c:pt>
                <c:pt idx="3099">
                  <c:v>67</c:v>
                </c:pt>
                <c:pt idx="3100">
                  <c:v>67</c:v>
                </c:pt>
                <c:pt idx="3101">
                  <c:v>67</c:v>
                </c:pt>
                <c:pt idx="3102">
                  <c:v>67</c:v>
                </c:pt>
                <c:pt idx="3103">
                  <c:v>67</c:v>
                </c:pt>
                <c:pt idx="3104">
                  <c:v>67</c:v>
                </c:pt>
                <c:pt idx="3105">
                  <c:v>67</c:v>
                </c:pt>
                <c:pt idx="3106">
                  <c:v>67</c:v>
                </c:pt>
                <c:pt idx="3107">
                  <c:v>67</c:v>
                </c:pt>
                <c:pt idx="3108">
                  <c:v>67</c:v>
                </c:pt>
                <c:pt idx="3109">
                  <c:v>67</c:v>
                </c:pt>
                <c:pt idx="3110">
                  <c:v>67</c:v>
                </c:pt>
                <c:pt idx="3111">
                  <c:v>67</c:v>
                </c:pt>
                <c:pt idx="3112">
                  <c:v>67</c:v>
                </c:pt>
                <c:pt idx="3113">
                  <c:v>67</c:v>
                </c:pt>
                <c:pt idx="3114">
                  <c:v>67</c:v>
                </c:pt>
                <c:pt idx="3115">
                  <c:v>67</c:v>
                </c:pt>
                <c:pt idx="3116">
                  <c:v>67</c:v>
                </c:pt>
                <c:pt idx="3117">
                  <c:v>67</c:v>
                </c:pt>
                <c:pt idx="3118">
                  <c:v>67</c:v>
                </c:pt>
                <c:pt idx="3119">
                  <c:v>67</c:v>
                </c:pt>
                <c:pt idx="3120">
                  <c:v>67</c:v>
                </c:pt>
                <c:pt idx="3121">
                  <c:v>67</c:v>
                </c:pt>
                <c:pt idx="3122">
                  <c:v>67</c:v>
                </c:pt>
                <c:pt idx="3123">
                  <c:v>67</c:v>
                </c:pt>
                <c:pt idx="3124">
                  <c:v>67</c:v>
                </c:pt>
                <c:pt idx="3125">
                  <c:v>67</c:v>
                </c:pt>
                <c:pt idx="3126">
                  <c:v>67</c:v>
                </c:pt>
                <c:pt idx="3127">
                  <c:v>67</c:v>
                </c:pt>
                <c:pt idx="3128">
                  <c:v>67</c:v>
                </c:pt>
                <c:pt idx="3129">
                  <c:v>67</c:v>
                </c:pt>
                <c:pt idx="3130">
                  <c:v>67</c:v>
                </c:pt>
                <c:pt idx="3131">
                  <c:v>67</c:v>
                </c:pt>
                <c:pt idx="3132">
                  <c:v>67</c:v>
                </c:pt>
                <c:pt idx="3133">
                  <c:v>67</c:v>
                </c:pt>
                <c:pt idx="3134">
                  <c:v>67</c:v>
                </c:pt>
                <c:pt idx="3135">
                  <c:v>67</c:v>
                </c:pt>
                <c:pt idx="3136">
                  <c:v>67</c:v>
                </c:pt>
                <c:pt idx="3137">
                  <c:v>67</c:v>
                </c:pt>
                <c:pt idx="3138">
                  <c:v>67</c:v>
                </c:pt>
                <c:pt idx="3139">
                  <c:v>67</c:v>
                </c:pt>
                <c:pt idx="3140">
                  <c:v>67</c:v>
                </c:pt>
                <c:pt idx="3141">
                  <c:v>67</c:v>
                </c:pt>
                <c:pt idx="3142">
                  <c:v>67</c:v>
                </c:pt>
                <c:pt idx="3143">
                  <c:v>67</c:v>
                </c:pt>
                <c:pt idx="3144">
                  <c:v>67</c:v>
                </c:pt>
                <c:pt idx="3145">
                  <c:v>67</c:v>
                </c:pt>
                <c:pt idx="3146">
                  <c:v>67</c:v>
                </c:pt>
                <c:pt idx="3147">
                  <c:v>67</c:v>
                </c:pt>
                <c:pt idx="3148">
                  <c:v>67</c:v>
                </c:pt>
                <c:pt idx="3149">
                  <c:v>67</c:v>
                </c:pt>
                <c:pt idx="3150">
                  <c:v>66</c:v>
                </c:pt>
                <c:pt idx="3151">
                  <c:v>67</c:v>
                </c:pt>
                <c:pt idx="3152">
                  <c:v>67</c:v>
                </c:pt>
                <c:pt idx="3153">
                  <c:v>67</c:v>
                </c:pt>
                <c:pt idx="3154">
                  <c:v>67</c:v>
                </c:pt>
                <c:pt idx="3155">
                  <c:v>67</c:v>
                </c:pt>
                <c:pt idx="3156">
                  <c:v>67</c:v>
                </c:pt>
                <c:pt idx="3157">
                  <c:v>67</c:v>
                </c:pt>
                <c:pt idx="3158">
                  <c:v>67</c:v>
                </c:pt>
                <c:pt idx="3159">
                  <c:v>67</c:v>
                </c:pt>
                <c:pt idx="3160">
                  <c:v>67</c:v>
                </c:pt>
                <c:pt idx="3161">
                  <c:v>67</c:v>
                </c:pt>
                <c:pt idx="3162">
                  <c:v>67</c:v>
                </c:pt>
                <c:pt idx="3163">
                  <c:v>67</c:v>
                </c:pt>
                <c:pt idx="3164">
                  <c:v>67</c:v>
                </c:pt>
                <c:pt idx="3165">
                  <c:v>67</c:v>
                </c:pt>
                <c:pt idx="3166">
                  <c:v>67</c:v>
                </c:pt>
                <c:pt idx="3167">
                  <c:v>67</c:v>
                </c:pt>
                <c:pt idx="3168">
                  <c:v>67</c:v>
                </c:pt>
                <c:pt idx="3169">
                  <c:v>67</c:v>
                </c:pt>
                <c:pt idx="3170">
                  <c:v>67</c:v>
                </c:pt>
                <c:pt idx="3171">
                  <c:v>67</c:v>
                </c:pt>
                <c:pt idx="3172">
                  <c:v>67</c:v>
                </c:pt>
                <c:pt idx="3173">
                  <c:v>67</c:v>
                </c:pt>
                <c:pt idx="3174">
                  <c:v>67</c:v>
                </c:pt>
                <c:pt idx="3175">
                  <c:v>67</c:v>
                </c:pt>
                <c:pt idx="3176">
                  <c:v>66</c:v>
                </c:pt>
                <c:pt idx="3177">
                  <c:v>67</c:v>
                </c:pt>
                <c:pt idx="3178">
                  <c:v>67</c:v>
                </c:pt>
                <c:pt idx="3179">
                  <c:v>67</c:v>
                </c:pt>
                <c:pt idx="3180">
                  <c:v>67</c:v>
                </c:pt>
                <c:pt idx="3181">
                  <c:v>67</c:v>
                </c:pt>
                <c:pt idx="3182">
                  <c:v>67</c:v>
                </c:pt>
                <c:pt idx="3183">
                  <c:v>67</c:v>
                </c:pt>
                <c:pt idx="3184">
                  <c:v>67</c:v>
                </c:pt>
                <c:pt idx="3185">
                  <c:v>67</c:v>
                </c:pt>
                <c:pt idx="3186">
                  <c:v>67</c:v>
                </c:pt>
                <c:pt idx="3187">
                  <c:v>67</c:v>
                </c:pt>
                <c:pt idx="3188">
                  <c:v>67</c:v>
                </c:pt>
                <c:pt idx="3189">
                  <c:v>67</c:v>
                </c:pt>
                <c:pt idx="3190">
                  <c:v>67</c:v>
                </c:pt>
                <c:pt idx="3191">
                  <c:v>67</c:v>
                </c:pt>
                <c:pt idx="3192">
                  <c:v>67</c:v>
                </c:pt>
                <c:pt idx="3193">
                  <c:v>66</c:v>
                </c:pt>
                <c:pt idx="3194">
                  <c:v>66</c:v>
                </c:pt>
                <c:pt idx="3195">
                  <c:v>67</c:v>
                </c:pt>
                <c:pt idx="3196">
                  <c:v>67</c:v>
                </c:pt>
                <c:pt idx="3197">
                  <c:v>67</c:v>
                </c:pt>
                <c:pt idx="3198">
                  <c:v>67</c:v>
                </c:pt>
                <c:pt idx="3199">
                  <c:v>67</c:v>
                </c:pt>
                <c:pt idx="3200">
                  <c:v>67</c:v>
                </c:pt>
                <c:pt idx="3201">
                  <c:v>67</c:v>
                </c:pt>
                <c:pt idx="3202">
                  <c:v>67</c:v>
                </c:pt>
                <c:pt idx="3203">
                  <c:v>67</c:v>
                </c:pt>
                <c:pt idx="3204">
                  <c:v>67</c:v>
                </c:pt>
                <c:pt idx="3205">
                  <c:v>67</c:v>
                </c:pt>
                <c:pt idx="3206">
                  <c:v>67</c:v>
                </c:pt>
                <c:pt idx="3207">
                  <c:v>67</c:v>
                </c:pt>
                <c:pt idx="3208">
                  <c:v>67</c:v>
                </c:pt>
                <c:pt idx="3209">
                  <c:v>67</c:v>
                </c:pt>
                <c:pt idx="3210">
                  <c:v>67</c:v>
                </c:pt>
                <c:pt idx="3211">
                  <c:v>67</c:v>
                </c:pt>
                <c:pt idx="3212">
                  <c:v>67</c:v>
                </c:pt>
                <c:pt idx="3213">
                  <c:v>67</c:v>
                </c:pt>
                <c:pt idx="3214">
                  <c:v>67</c:v>
                </c:pt>
                <c:pt idx="3215">
                  <c:v>67</c:v>
                </c:pt>
                <c:pt idx="3216">
                  <c:v>67</c:v>
                </c:pt>
                <c:pt idx="3217">
                  <c:v>67</c:v>
                </c:pt>
                <c:pt idx="3218">
                  <c:v>67</c:v>
                </c:pt>
                <c:pt idx="3219">
                  <c:v>67</c:v>
                </c:pt>
                <c:pt idx="3220">
                  <c:v>67</c:v>
                </c:pt>
                <c:pt idx="3221">
                  <c:v>67</c:v>
                </c:pt>
                <c:pt idx="3222">
                  <c:v>67</c:v>
                </c:pt>
                <c:pt idx="3223">
                  <c:v>67</c:v>
                </c:pt>
                <c:pt idx="3224">
                  <c:v>67</c:v>
                </c:pt>
                <c:pt idx="3225">
                  <c:v>67</c:v>
                </c:pt>
                <c:pt idx="3226">
                  <c:v>67</c:v>
                </c:pt>
                <c:pt idx="3227">
                  <c:v>67</c:v>
                </c:pt>
                <c:pt idx="3228">
                  <c:v>67</c:v>
                </c:pt>
                <c:pt idx="3229">
                  <c:v>67</c:v>
                </c:pt>
                <c:pt idx="3230">
                  <c:v>67</c:v>
                </c:pt>
                <c:pt idx="3231">
                  <c:v>67</c:v>
                </c:pt>
                <c:pt idx="3232">
                  <c:v>67</c:v>
                </c:pt>
                <c:pt idx="3233">
                  <c:v>66</c:v>
                </c:pt>
                <c:pt idx="3234">
                  <c:v>67</c:v>
                </c:pt>
                <c:pt idx="3235">
                  <c:v>67</c:v>
                </c:pt>
                <c:pt idx="3236">
                  <c:v>67</c:v>
                </c:pt>
                <c:pt idx="3237">
                  <c:v>67</c:v>
                </c:pt>
                <c:pt idx="3238">
                  <c:v>67</c:v>
                </c:pt>
                <c:pt idx="3239">
                  <c:v>67</c:v>
                </c:pt>
                <c:pt idx="3240">
                  <c:v>67</c:v>
                </c:pt>
                <c:pt idx="3241">
                  <c:v>67</c:v>
                </c:pt>
                <c:pt idx="3242">
                  <c:v>67</c:v>
                </c:pt>
                <c:pt idx="3243">
                  <c:v>67</c:v>
                </c:pt>
                <c:pt idx="3244">
                  <c:v>67</c:v>
                </c:pt>
                <c:pt idx="3245">
                  <c:v>67</c:v>
                </c:pt>
                <c:pt idx="3246">
                  <c:v>67</c:v>
                </c:pt>
                <c:pt idx="3247">
                  <c:v>67</c:v>
                </c:pt>
                <c:pt idx="3248">
                  <c:v>67</c:v>
                </c:pt>
                <c:pt idx="3249">
                  <c:v>67</c:v>
                </c:pt>
                <c:pt idx="3250">
                  <c:v>67</c:v>
                </c:pt>
                <c:pt idx="3251">
                  <c:v>67</c:v>
                </c:pt>
                <c:pt idx="3252">
                  <c:v>67</c:v>
                </c:pt>
                <c:pt idx="3253">
                  <c:v>67</c:v>
                </c:pt>
                <c:pt idx="3254">
                  <c:v>67</c:v>
                </c:pt>
                <c:pt idx="3255">
                  <c:v>67</c:v>
                </c:pt>
                <c:pt idx="3256">
                  <c:v>67</c:v>
                </c:pt>
                <c:pt idx="3257">
                  <c:v>67</c:v>
                </c:pt>
                <c:pt idx="3258">
                  <c:v>67</c:v>
                </c:pt>
                <c:pt idx="3259">
                  <c:v>67</c:v>
                </c:pt>
                <c:pt idx="3260">
                  <c:v>67</c:v>
                </c:pt>
                <c:pt idx="3261">
                  <c:v>67</c:v>
                </c:pt>
                <c:pt idx="3262">
                  <c:v>67</c:v>
                </c:pt>
                <c:pt idx="3263">
                  <c:v>67</c:v>
                </c:pt>
                <c:pt idx="3264">
                  <c:v>67</c:v>
                </c:pt>
                <c:pt idx="3265">
                  <c:v>67</c:v>
                </c:pt>
                <c:pt idx="3266">
                  <c:v>67</c:v>
                </c:pt>
                <c:pt idx="3267">
                  <c:v>67</c:v>
                </c:pt>
                <c:pt idx="3268">
                  <c:v>67</c:v>
                </c:pt>
                <c:pt idx="3269">
                  <c:v>67</c:v>
                </c:pt>
                <c:pt idx="3270">
                  <c:v>67</c:v>
                </c:pt>
                <c:pt idx="3271">
                  <c:v>67</c:v>
                </c:pt>
                <c:pt idx="3272">
                  <c:v>67</c:v>
                </c:pt>
                <c:pt idx="3273">
                  <c:v>67</c:v>
                </c:pt>
                <c:pt idx="3274">
                  <c:v>67</c:v>
                </c:pt>
                <c:pt idx="3275">
                  <c:v>67</c:v>
                </c:pt>
                <c:pt idx="3276">
                  <c:v>67</c:v>
                </c:pt>
                <c:pt idx="3277">
                  <c:v>67</c:v>
                </c:pt>
                <c:pt idx="3278">
                  <c:v>67</c:v>
                </c:pt>
                <c:pt idx="3279">
                  <c:v>67</c:v>
                </c:pt>
                <c:pt idx="3280">
                  <c:v>67</c:v>
                </c:pt>
                <c:pt idx="3281">
                  <c:v>67</c:v>
                </c:pt>
                <c:pt idx="3282">
                  <c:v>67</c:v>
                </c:pt>
                <c:pt idx="3283">
                  <c:v>67</c:v>
                </c:pt>
                <c:pt idx="3284">
                  <c:v>67</c:v>
                </c:pt>
                <c:pt idx="3285">
                  <c:v>67</c:v>
                </c:pt>
                <c:pt idx="3286">
                  <c:v>67</c:v>
                </c:pt>
                <c:pt idx="3287">
                  <c:v>67</c:v>
                </c:pt>
                <c:pt idx="3288">
                  <c:v>66</c:v>
                </c:pt>
                <c:pt idx="3289">
                  <c:v>67</c:v>
                </c:pt>
                <c:pt idx="3290">
                  <c:v>67</c:v>
                </c:pt>
                <c:pt idx="3291">
                  <c:v>67</c:v>
                </c:pt>
                <c:pt idx="3292">
                  <c:v>67</c:v>
                </c:pt>
                <c:pt idx="3293">
                  <c:v>67</c:v>
                </c:pt>
                <c:pt idx="3294">
                  <c:v>67</c:v>
                </c:pt>
                <c:pt idx="3295">
                  <c:v>67</c:v>
                </c:pt>
                <c:pt idx="3296">
                  <c:v>67</c:v>
                </c:pt>
                <c:pt idx="3297">
                  <c:v>67</c:v>
                </c:pt>
                <c:pt idx="3298">
                  <c:v>67</c:v>
                </c:pt>
                <c:pt idx="3299">
                  <c:v>66</c:v>
                </c:pt>
                <c:pt idx="3300">
                  <c:v>66</c:v>
                </c:pt>
                <c:pt idx="3301">
                  <c:v>67</c:v>
                </c:pt>
                <c:pt idx="3302">
                  <c:v>67</c:v>
                </c:pt>
                <c:pt idx="3303">
                  <c:v>67</c:v>
                </c:pt>
                <c:pt idx="3304">
                  <c:v>66</c:v>
                </c:pt>
                <c:pt idx="3305">
                  <c:v>67</c:v>
                </c:pt>
                <c:pt idx="3306">
                  <c:v>67</c:v>
                </c:pt>
                <c:pt idx="3307">
                  <c:v>67</c:v>
                </c:pt>
                <c:pt idx="3308">
                  <c:v>67</c:v>
                </c:pt>
                <c:pt idx="3309">
                  <c:v>67</c:v>
                </c:pt>
                <c:pt idx="3310">
                  <c:v>67</c:v>
                </c:pt>
                <c:pt idx="3311">
                  <c:v>67</c:v>
                </c:pt>
                <c:pt idx="3312">
                  <c:v>67</c:v>
                </c:pt>
                <c:pt idx="3313">
                  <c:v>67</c:v>
                </c:pt>
                <c:pt idx="3314">
                  <c:v>67</c:v>
                </c:pt>
                <c:pt idx="3315">
                  <c:v>67</c:v>
                </c:pt>
                <c:pt idx="3316">
                  <c:v>67</c:v>
                </c:pt>
                <c:pt idx="3317">
                  <c:v>67</c:v>
                </c:pt>
                <c:pt idx="3318">
                  <c:v>67</c:v>
                </c:pt>
                <c:pt idx="3319">
                  <c:v>67</c:v>
                </c:pt>
                <c:pt idx="3320">
                  <c:v>67</c:v>
                </c:pt>
                <c:pt idx="3321">
                  <c:v>67</c:v>
                </c:pt>
                <c:pt idx="3322">
                  <c:v>67</c:v>
                </c:pt>
                <c:pt idx="3323">
                  <c:v>67</c:v>
                </c:pt>
                <c:pt idx="3324">
                  <c:v>67</c:v>
                </c:pt>
                <c:pt idx="3325">
                  <c:v>66</c:v>
                </c:pt>
                <c:pt idx="3326">
                  <c:v>67</c:v>
                </c:pt>
                <c:pt idx="3327">
                  <c:v>67</c:v>
                </c:pt>
                <c:pt idx="3328">
                  <c:v>67</c:v>
                </c:pt>
                <c:pt idx="3329">
                  <c:v>67</c:v>
                </c:pt>
                <c:pt idx="3330">
                  <c:v>67</c:v>
                </c:pt>
                <c:pt idx="3331">
                  <c:v>67</c:v>
                </c:pt>
                <c:pt idx="3332">
                  <c:v>67</c:v>
                </c:pt>
                <c:pt idx="3333">
                  <c:v>67</c:v>
                </c:pt>
                <c:pt idx="3334">
                  <c:v>67</c:v>
                </c:pt>
                <c:pt idx="3335">
                  <c:v>67</c:v>
                </c:pt>
                <c:pt idx="3336">
                  <c:v>67</c:v>
                </c:pt>
                <c:pt idx="3337">
                  <c:v>66</c:v>
                </c:pt>
                <c:pt idx="3338">
                  <c:v>66</c:v>
                </c:pt>
                <c:pt idx="3339">
                  <c:v>66</c:v>
                </c:pt>
                <c:pt idx="3340">
                  <c:v>66</c:v>
                </c:pt>
                <c:pt idx="3341">
                  <c:v>66</c:v>
                </c:pt>
                <c:pt idx="3342">
                  <c:v>66</c:v>
                </c:pt>
                <c:pt idx="3343">
                  <c:v>66</c:v>
                </c:pt>
                <c:pt idx="3344">
                  <c:v>67</c:v>
                </c:pt>
                <c:pt idx="3345">
                  <c:v>66</c:v>
                </c:pt>
                <c:pt idx="3346">
                  <c:v>66</c:v>
                </c:pt>
                <c:pt idx="3347">
                  <c:v>66</c:v>
                </c:pt>
                <c:pt idx="3348">
                  <c:v>67</c:v>
                </c:pt>
                <c:pt idx="3349">
                  <c:v>67</c:v>
                </c:pt>
                <c:pt idx="3350">
                  <c:v>67</c:v>
                </c:pt>
                <c:pt idx="3351">
                  <c:v>67</c:v>
                </c:pt>
                <c:pt idx="3352">
                  <c:v>66</c:v>
                </c:pt>
                <c:pt idx="3353">
                  <c:v>66</c:v>
                </c:pt>
                <c:pt idx="3354">
                  <c:v>66</c:v>
                </c:pt>
                <c:pt idx="3355">
                  <c:v>67</c:v>
                </c:pt>
                <c:pt idx="3356">
                  <c:v>67</c:v>
                </c:pt>
                <c:pt idx="3357">
                  <c:v>67</c:v>
                </c:pt>
                <c:pt idx="3358">
                  <c:v>67</c:v>
                </c:pt>
                <c:pt idx="3359">
                  <c:v>67</c:v>
                </c:pt>
                <c:pt idx="3360">
                  <c:v>67</c:v>
                </c:pt>
                <c:pt idx="3361">
                  <c:v>67</c:v>
                </c:pt>
                <c:pt idx="3362">
                  <c:v>67</c:v>
                </c:pt>
                <c:pt idx="3363">
                  <c:v>66</c:v>
                </c:pt>
                <c:pt idx="3364">
                  <c:v>67</c:v>
                </c:pt>
                <c:pt idx="3365">
                  <c:v>67</c:v>
                </c:pt>
                <c:pt idx="3366">
                  <c:v>67</c:v>
                </c:pt>
                <c:pt idx="3367">
                  <c:v>67</c:v>
                </c:pt>
                <c:pt idx="3368">
                  <c:v>67</c:v>
                </c:pt>
                <c:pt idx="3369">
                  <c:v>67</c:v>
                </c:pt>
                <c:pt idx="3370">
                  <c:v>67</c:v>
                </c:pt>
                <c:pt idx="3371">
                  <c:v>67</c:v>
                </c:pt>
                <c:pt idx="3372">
                  <c:v>67</c:v>
                </c:pt>
                <c:pt idx="3373">
                  <c:v>67</c:v>
                </c:pt>
                <c:pt idx="3374">
                  <c:v>67</c:v>
                </c:pt>
                <c:pt idx="3375">
                  <c:v>67</c:v>
                </c:pt>
                <c:pt idx="3376">
                  <c:v>67</c:v>
                </c:pt>
                <c:pt idx="3377">
                  <c:v>67</c:v>
                </c:pt>
                <c:pt idx="3378">
                  <c:v>67</c:v>
                </c:pt>
                <c:pt idx="3379">
                  <c:v>67</c:v>
                </c:pt>
                <c:pt idx="3380">
                  <c:v>67</c:v>
                </c:pt>
                <c:pt idx="3381">
                  <c:v>67</c:v>
                </c:pt>
                <c:pt idx="3382">
                  <c:v>67</c:v>
                </c:pt>
                <c:pt idx="3383">
                  <c:v>67</c:v>
                </c:pt>
                <c:pt idx="3384">
                  <c:v>66</c:v>
                </c:pt>
                <c:pt idx="3385">
                  <c:v>66</c:v>
                </c:pt>
                <c:pt idx="3386">
                  <c:v>66</c:v>
                </c:pt>
                <c:pt idx="3387">
                  <c:v>66</c:v>
                </c:pt>
                <c:pt idx="3388">
                  <c:v>66</c:v>
                </c:pt>
                <c:pt idx="3389">
                  <c:v>66</c:v>
                </c:pt>
                <c:pt idx="3390">
                  <c:v>66</c:v>
                </c:pt>
                <c:pt idx="3391">
                  <c:v>66</c:v>
                </c:pt>
                <c:pt idx="3392">
                  <c:v>67</c:v>
                </c:pt>
                <c:pt idx="3393">
                  <c:v>66</c:v>
                </c:pt>
                <c:pt idx="3394">
                  <c:v>66</c:v>
                </c:pt>
                <c:pt idx="3395">
                  <c:v>66</c:v>
                </c:pt>
                <c:pt idx="3396">
                  <c:v>66</c:v>
                </c:pt>
                <c:pt idx="3397">
                  <c:v>66</c:v>
                </c:pt>
                <c:pt idx="3398">
                  <c:v>66</c:v>
                </c:pt>
                <c:pt idx="3399">
                  <c:v>66</c:v>
                </c:pt>
                <c:pt idx="3400">
                  <c:v>66</c:v>
                </c:pt>
                <c:pt idx="3401">
                  <c:v>66</c:v>
                </c:pt>
                <c:pt idx="3402">
                  <c:v>66</c:v>
                </c:pt>
                <c:pt idx="3403">
                  <c:v>66</c:v>
                </c:pt>
                <c:pt idx="3404">
                  <c:v>67</c:v>
                </c:pt>
                <c:pt idx="3405">
                  <c:v>67</c:v>
                </c:pt>
                <c:pt idx="3406">
                  <c:v>67</c:v>
                </c:pt>
                <c:pt idx="3407">
                  <c:v>67</c:v>
                </c:pt>
                <c:pt idx="3408">
                  <c:v>67</c:v>
                </c:pt>
                <c:pt idx="3409">
                  <c:v>67</c:v>
                </c:pt>
                <c:pt idx="3410">
                  <c:v>67</c:v>
                </c:pt>
                <c:pt idx="3411">
                  <c:v>66</c:v>
                </c:pt>
                <c:pt idx="3412">
                  <c:v>66</c:v>
                </c:pt>
                <c:pt idx="3413">
                  <c:v>66</c:v>
                </c:pt>
                <c:pt idx="3414">
                  <c:v>66</c:v>
                </c:pt>
                <c:pt idx="3415">
                  <c:v>66</c:v>
                </c:pt>
                <c:pt idx="3416">
                  <c:v>66</c:v>
                </c:pt>
                <c:pt idx="3417">
                  <c:v>66</c:v>
                </c:pt>
                <c:pt idx="3418">
                  <c:v>66</c:v>
                </c:pt>
                <c:pt idx="3419">
                  <c:v>66</c:v>
                </c:pt>
                <c:pt idx="3420">
                  <c:v>66</c:v>
                </c:pt>
                <c:pt idx="3421">
                  <c:v>66</c:v>
                </c:pt>
                <c:pt idx="3422">
                  <c:v>66</c:v>
                </c:pt>
                <c:pt idx="3423">
                  <c:v>66</c:v>
                </c:pt>
                <c:pt idx="3424">
                  <c:v>66</c:v>
                </c:pt>
                <c:pt idx="3425">
                  <c:v>66</c:v>
                </c:pt>
                <c:pt idx="3426">
                  <c:v>66</c:v>
                </c:pt>
                <c:pt idx="3427">
                  <c:v>66</c:v>
                </c:pt>
                <c:pt idx="3428">
                  <c:v>66</c:v>
                </c:pt>
                <c:pt idx="3429">
                  <c:v>66</c:v>
                </c:pt>
                <c:pt idx="3430">
                  <c:v>66</c:v>
                </c:pt>
                <c:pt idx="3431">
                  <c:v>66</c:v>
                </c:pt>
                <c:pt idx="3432">
                  <c:v>66</c:v>
                </c:pt>
                <c:pt idx="3433">
                  <c:v>66</c:v>
                </c:pt>
                <c:pt idx="3434">
                  <c:v>66</c:v>
                </c:pt>
                <c:pt idx="3435">
                  <c:v>66</c:v>
                </c:pt>
                <c:pt idx="3436">
                  <c:v>66</c:v>
                </c:pt>
                <c:pt idx="3437">
                  <c:v>66</c:v>
                </c:pt>
                <c:pt idx="3438">
                  <c:v>66</c:v>
                </c:pt>
                <c:pt idx="3439">
                  <c:v>66</c:v>
                </c:pt>
                <c:pt idx="3440">
                  <c:v>66</c:v>
                </c:pt>
                <c:pt idx="3441">
                  <c:v>67</c:v>
                </c:pt>
                <c:pt idx="3442">
                  <c:v>66</c:v>
                </c:pt>
                <c:pt idx="3443">
                  <c:v>66</c:v>
                </c:pt>
                <c:pt idx="3444">
                  <c:v>66</c:v>
                </c:pt>
                <c:pt idx="3445">
                  <c:v>66</c:v>
                </c:pt>
                <c:pt idx="3446">
                  <c:v>66</c:v>
                </c:pt>
                <c:pt idx="3447">
                  <c:v>66</c:v>
                </c:pt>
                <c:pt idx="3448">
                  <c:v>66</c:v>
                </c:pt>
                <c:pt idx="3449">
                  <c:v>66</c:v>
                </c:pt>
                <c:pt idx="3450">
                  <c:v>66</c:v>
                </c:pt>
                <c:pt idx="3451">
                  <c:v>66</c:v>
                </c:pt>
                <c:pt idx="3452">
                  <c:v>66</c:v>
                </c:pt>
                <c:pt idx="3453">
                  <c:v>66</c:v>
                </c:pt>
                <c:pt idx="3454">
                  <c:v>66</c:v>
                </c:pt>
                <c:pt idx="3455">
                  <c:v>66</c:v>
                </c:pt>
                <c:pt idx="3456">
                  <c:v>66</c:v>
                </c:pt>
                <c:pt idx="3457">
                  <c:v>66</c:v>
                </c:pt>
                <c:pt idx="3458">
                  <c:v>66</c:v>
                </c:pt>
                <c:pt idx="3459">
                  <c:v>66</c:v>
                </c:pt>
                <c:pt idx="3460">
                  <c:v>66</c:v>
                </c:pt>
                <c:pt idx="3461">
                  <c:v>66</c:v>
                </c:pt>
                <c:pt idx="3462">
                  <c:v>66</c:v>
                </c:pt>
                <c:pt idx="3463">
                  <c:v>66</c:v>
                </c:pt>
                <c:pt idx="3464">
                  <c:v>66</c:v>
                </c:pt>
                <c:pt idx="3465">
                  <c:v>66</c:v>
                </c:pt>
                <c:pt idx="3466">
                  <c:v>66</c:v>
                </c:pt>
                <c:pt idx="3467">
                  <c:v>66</c:v>
                </c:pt>
                <c:pt idx="3468">
                  <c:v>66</c:v>
                </c:pt>
                <c:pt idx="3469">
                  <c:v>66</c:v>
                </c:pt>
                <c:pt idx="3470">
                  <c:v>66</c:v>
                </c:pt>
                <c:pt idx="3471">
                  <c:v>66</c:v>
                </c:pt>
                <c:pt idx="3472">
                  <c:v>66</c:v>
                </c:pt>
                <c:pt idx="3473">
                  <c:v>67</c:v>
                </c:pt>
                <c:pt idx="3474">
                  <c:v>66</c:v>
                </c:pt>
                <c:pt idx="3475">
                  <c:v>67</c:v>
                </c:pt>
                <c:pt idx="3476">
                  <c:v>66</c:v>
                </c:pt>
                <c:pt idx="3477">
                  <c:v>67</c:v>
                </c:pt>
                <c:pt idx="3478">
                  <c:v>66</c:v>
                </c:pt>
                <c:pt idx="3479">
                  <c:v>66</c:v>
                </c:pt>
                <c:pt idx="3480">
                  <c:v>66</c:v>
                </c:pt>
                <c:pt idx="3481">
                  <c:v>66</c:v>
                </c:pt>
                <c:pt idx="3482">
                  <c:v>66</c:v>
                </c:pt>
                <c:pt idx="3483">
                  <c:v>66</c:v>
                </c:pt>
                <c:pt idx="3484">
                  <c:v>66</c:v>
                </c:pt>
                <c:pt idx="3485">
                  <c:v>66</c:v>
                </c:pt>
                <c:pt idx="3486">
                  <c:v>66</c:v>
                </c:pt>
                <c:pt idx="3487">
                  <c:v>66</c:v>
                </c:pt>
                <c:pt idx="3488">
                  <c:v>66</c:v>
                </c:pt>
                <c:pt idx="3489">
                  <c:v>67</c:v>
                </c:pt>
                <c:pt idx="3490">
                  <c:v>66</c:v>
                </c:pt>
                <c:pt idx="3491">
                  <c:v>66</c:v>
                </c:pt>
                <c:pt idx="3492">
                  <c:v>66</c:v>
                </c:pt>
                <c:pt idx="3493">
                  <c:v>66</c:v>
                </c:pt>
                <c:pt idx="3494">
                  <c:v>66</c:v>
                </c:pt>
                <c:pt idx="3495">
                  <c:v>66</c:v>
                </c:pt>
                <c:pt idx="3496">
                  <c:v>66</c:v>
                </c:pt>
                <c:pt idx="3497">
                  <c:v>66</c:v>
                </c:pt>
                <c:pt idx="3498">
                  <c:v>66</c:v>
                </c:pt>
                <c:pt idx="3499">
                  <c:v>66</c:v>
                </c:pt>
                <c:pt idx="3500">
                  <c:v>66</c:v>
                </c:pt>
                <c:pt idx="3501">
                  <c:v>66</c:v>
                </c:pt>
                <c:pt idx="3502">
                  <c:v>66</c:v>
                </c:pt>
                <c:pt idx="3503">
                  <c:v>66</c:v>
                </c:pt>
                <c:pt idx="3504">
                  <c:v>66</c:v>
                </c:pt>
                <c:pt idx="3505">
                  <c:v>66</c:v>
                </c:pt>
                <c:pt idx="3506">
                  <c:v>66</c:v>
                </c:pt>
                <c:pt idx="3507">
                  <c:v>66</c:v>
                </c:pt>
                <c:pt idx="3508">
                  <c:v>66</c:v>
                </c:pt>
                <c:pt idx="3509">
                  <c:v>66</c:v>
                </c:pt>
                <c:pt idx="3510">
                  <c:v>66</c:v>
                </c:pt>
                <c:pt idx="3511">
                  <c:v>66</c:v>
                </c:pt>
                <c:pt idx="3512">
                  <c:v>66</c:v>
                </c:pt>
                <c:pt idx="3513">
                  <c:v>66</c:v>
                </c:pt>
                <c:pt idx="3514">
                  <c:v>66</c:v>
                </c:pt>
                <c:pt idx="3515">
                  <c:v>66</c:v>
                </c:pt>
                <c:pt idx="3516">
                  <c:v>66</c:v>
                </c:pt>
                <c:pt idx="3517">
                  <c:v>66</c:v>
                </c:pt>
                <c:pt idx="3518">
                  <c:v>66</c:v>
                </c:pt>
                <c:pt idx="3519">
                  <c:v>66</c:v>
                </c:pt>
                <c:pt idx="3520">
                  <c:v>66</c:v>
                </c:pt>
                <c:pt idx="3521">
                  <c:v>66</c:v>
                </c:pt>
                <c:pt idx="3522">
                  <c:v>66</c:v>
                </c:pt>
                <c:pt idx="3523">
                  <c:v>66</c:v>
                </c:pt>
                <c:pt idx="3524">
                  <c:v>66</c:v>
                </c:pt>
                <c:pt idx="3525">
                  <c:v>66</c:v>
                </c:pt>
                <c:pt idx="3526">
                  <c:v>66</c:v>
                </c:pt>
                <c:pt idx="3527">
                  <c:v>66</c:v>
                </c:pt>
                <c:pt idx="3528">
                  <c:v>66</c:v>
                </c:pt>
                <c:pt idx="3529">
                  <c:v>66</c:v>
                </c:pt>
                <c:pt idx="3530">
                  <c:v>66</c:v>
                </c:pt>
                <c:pt idx="3531">
                  <c:v>66</c:v>
                </c:pt>
                <c:pt idx="3532">
                  <c:v>66</c:v>
                </c:pt>
                <c:pt idx="3533">
                  <c:v>66</c:v>
                </c:pt>
                <c:pt idx="3534">
                  <c:v>66</c:v>
                </c:pt>
                <c:pt idx="3535">
                  <c:v>66</c:v>
                </c:pt>
                <c:pt idx="3536">
                  <c:v>66</c:v>
                </c:pt>
                <c:pt idx="3537">
                  <c:v>66</c:v>
                </c:pt>
                <c:pt idx="3538">
                  <c:v>66</c:v>
                </c:pt>
                <c:pt idx="3539">
                  <c:v>66</c:v>
                </c:pt>
                <c:pt idx="3540">
                  <c:v>66</c:v>
                </c:pt>
                <c:pt idx="3541">
                  <c:v>66</c:v>
                </c:pt>
                <c:pt idx="3542">
                  <c:v>66</c:v>
                </c:pt>
                <c:pt idx="3543">
                  <c:v>66</c:v>
                </c:pt>
                <c:pt idx="3544">
                  <c:v>66</c:v>
                </c:pt>
                <c:pt idx="3545">
                  <c:v>66</c:v>
                </c:pt>
                <c:pt idx="3546">
                  <c:v>66</c:v>
                </c:pt>
                <c:pt idx="3547">
                  <c:v>66</c:v>
                </c:pt>
                <c:pt idx="3548">
                  <c:v>66</c:v>
                </c:pt>
                <c:pt idx="3549">
                  <c:v>66</c:v>
                </c:pt>
                <c:pt idx="3550">
                  <c:v>66</c:v>
                </c:pt>
                <c:pt idx="3551">
                  <c:v>66</c:v>
                </c:pt>
                <c:pt idx="3552">
                  <c:v>66</c:v>
                </c:pt>
                <c:pt idx="3553">
                  <c:v>66</c:v>
                </c:pt>
                <c:pt idx="3554">
                  <c:v>66</c:v>
                </c:pt>
                <c:pt idx="3555">
                  <c:v>66</c:v>
                </c:pt>
                <c:pt idx="3556">
                  <c:v>66</c:v>
                </c:pt>
                <c:pt idx="3557">
                  <c:v>66</c:v>
                </c:pt>
                <c:pt idx="3558">
                  <c:v>66</c:v>
                </c:pt>
                <c:pt idx="3559">
                  <c:v>66</c:v>
                </c:pt>
                <c:pt idx="3560">
                  <c:v>66</c:v>
                </c:pt>
                <c:pt idx="3561">
                  <c:v>66</c:v>
                </c:pt>
                <c:pt idx="3562">
                  <c:v>66</c:v>
                </c:pt>
                <c:pt idx="3563">
                  <c:v>66</c:v>
                </c:pt>
                <c:pt idx="3564">
                  <c:v>66</c:v>
                </c:pt>
                <c:pt idx="3565">
                  <c:v>66</c:v>
                </c:pt>
                <c:pt idx="3566">
                  <c:v>66</c:v>
                </c:pt>
                <c:pt idx="3567">
                  <c:v>66</c:v>
                </c:pt>
                <c:pt idx="3568">
                  <c:v>66</c:v>
                </c:pt>
                <c:pt idx="3569">
                  <c:v>66</c:v>
                </c:pt>
                <c:pt idx="3570">
                  <c:v>66</c:v>
                </c:pt>
                <c:pt idx="3571">
                  <c:v>66</c:v>
                </c:pt>
                <c:pt idx="3572">
                  <c:v>66</c:v>
                </c:pt>
                <c:pt idx="3573">
                  <c:v>66</c:v>
                </c:pt>
                <c:pt idx="3574">
                  <c:v>66</c:v>
                </c:pt>
                <c:pt idx="3575">
                  <c:v>66</c:v>
                </c:pt>
                <c:pt idx="3576">
                  <c:v>66</c:v>
                </c:pt>
                <c:pt idx="3577">
                  <c:v>66</c:v>
                </c:pt>
                <c:pt idx="3578">
                  <c:v>66</c:v>
                </c:pt>
                <c:pt idx="3579">
                  <c:v>66</c:v>
                </c:pt>
                <c:pt idx="3580">
                  <c:v>66</c:v>
                </c:pt>
                <c:pt idx="3581">
                  <c:v>66</c:v>
                </c:pt>
                <c:pt idx="3582">
                  <c:v>66</c:v>
                </c:pt>
                <c:pt idx="3583">
                  <c:v>66</c:v>
                </c:pt>
                <c:pt idx="3584">
                  <c:v>66</c:v>
                </c:pt>
                <c:pt idx="3585">
                  <c:v>66</c:v>
                </c:pt>
                <c:pt idx="3586">
                  <c:v>66</c:v>
                </c:pt>
                <c:pt idx="3587">
                  <c:v>66</c:v>
                </c:pt>
                <c:pt idx="3588">
                  <c:v>66</c:v>
                </c:pt>
                <c:pt idx="3589">
                  <c:v>66</c:v>
                </c:pt>
                <c:pt idx="3590">
                  <c:v>66</c:v>
                </c:pt>
                <c:pt idx="3591">
                  <c:v>66</c:v>
                </c:pt>
                <c:pt idx="3592">
                  <c:v>66</c:v>
                </c:pt>
                <c:pt idx="3593">
                  <c:v>66</c:v>
                </c:pt>
                <c:pt idx="3594">
                  <c:v>66</c:v>
                </c:pt>
                <c:pt idx="3595">
                  <c:v>66</c:v>
                </c:pt>
                <c:pt idx="3596">
                  <c:v>66</c:v>
                </c:pt>
                <c:pt idx="3597">
                  <c:v>66</c:v>
                </c:pt>
                <c:pt idx="3598">
                  <c:v>66</c:v>
                </c:pt>
                <c:pt idx="3599">
                  <c:v>66</c:v>
                </c:pt>
                <c:pt idx="3600">
                  <c:v>66</c:v>
                </c:pt>
                <c:pt idx="3601">
                  <c:v>66</c:v>
                </c:pt>
                <c:pt idx="3602">
                  <c:v>66</c:v>
                </c:pt>
                <c:pt idx="3603">
                  <c:v>66</c:v>
                </c:pt>
                <c:pt idx="3604">
                  <c:v>66</c:v>
                </c:pt>
                <c:pt idx="3605">
                  <c:v>66</c:v>
                </c:pt>
                <c:pt idx="3606">
                  <c:v>66</c:v>
                </c:pt>
                <c:pt idx="3607">
                  <c:v>66</c:v>
                </c:pt>
                <c:pt idx="3608">
                  <c:v>66</c:v>
                </c:pt>
                <c:pt idx="3609">
                  <c:v>66</c:v>
                </c:pt>
                <c:pt idx="3610">
                  <c:v>66</c:v>
                </c:pt>
                <c:pt idx="3611">
                  <c:v>66</c:v>
                </c:pt>
                <c:pt idx="3612">
                  <c:v>66</c:v>
                </c:pt>
                <c:pt idx="3613">
                  <c:v>66</c:v>
                </c:pt>
              </c:numCache>
            </c:numRef>
          </c:val>
          <c:smooth val="0"/>
          <c:extLst>
            <c:ext xmlns:c16="http://schemas.microsoft.com/office/drawing/2014/chart" uri="{C3380CC4-5D6E-409C-BE32-E72D297353CC}">
              <c16:uniqueId val="{00000001-673A-4C34-82F3-BEBF0592B430}"/>
            </c:ext>
          </c:extLst>
        </c:ser>
        <c:dLbls>
          <c:showLegendKey val="0"/>
          <c:showVal val="0"/>
          <c:showCatName val="0"/>
          <c:showSerName val="0"/>
          <c:showPercent val="0"/>
          <c:showBubbleSize val="0"/>
        </c:dLbls>
        <c:marker val="1"/>
        <c:smooth val="0"/>
        <c:axId val="1297128671"/>
        <c:axId val="1248669823"/>
      </c:lineChart>
      <c:catAx>
        <c:axId val="986437567"/>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976384831"/>
        <c:crosses val="autoZero"/>
        <c:auto val="1"/>
        <c:lblAlgn val="ctr"/>
        <c:lblOffset val="100"/>
        <c:noMultiLvlLbl val="0"/>
      </c:catAx>
      <c:valAx>
        <c:axId val="976384831"/>
        <c:scaling>
          <c:orientation val="minMax"/>
          <c:max val="12"/>
          <c:min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986437567"/>
        <c:crosses val="autoZero"/>
        <c:crossBetween val="between"/>
      </c:valAx>
      <c:valAx>
        <c:axId val="1248669823"/>
        <c:scaling>
          <c:orientation val="minMax"/>
          <c:min val="56"/>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297128671"/>
        <c:crosses val="max"/>
        <c:crossBetween val="between"/>
      </c:valAx>
      <c:catAx>
        <c:axId val="1297128671"/>
        <c:scaling>
          <c:orientation val="minMax"/>
        </c:scaling>
        <c:delete val="1"/>
        <c:axPos val="b"/>
        <c:majorTickMark val="out"/>
        <c:minorTickMark val="none"/>
        <c:tickLblPos val="nextTo"/>
        <c:crossAx val="124866982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FDFDA3DB-4ABB-6B6A-B5C6-44033C7B44C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7CA5EE10-0835-D895-CAEB-887BDDDC49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42CEEA-E706-4555-A6F2-76CBEE8B0214}" type="datetimeFigureOut">
              <a:rPr kumimoji="1" lang="ja-JP" altLang="en-US" smtClean="0"/>
              <a:t>2026/8/27</a:t>
            </a:fld>
            <a:endParaRPr kumimoji="1" lang="ja-JP" altLang="en-US"/>
          </a:p>
        </p:txBody>
      </p:sp>
      <p:sp>
        <p:nvSpPr>
          <p:cNvPr id="4" name="フッター プレースホルダー 3">
            <a:extLst>
              <a:ext uri="{FF2B5EF4-FFF2-40B4-BE49-F238E27FC236}">
                <a16:creationId xmlns:a16="http://schemas.microsoft.com/office/drawing/2014/main" id="{DE335A0F-F5C0-DEFB-5758-6DB2209195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66453D27-E811-5D11-733F-6E84F98FD42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E36876-DA70-44CA-95E4-4FDEDE03AE33}" type="slidenum">
              <a:rPr kumimoji="1" lang="ja-JP" altLang="en-US" smtClean="0"/>
              <a:t>‹#›</a:t>
            </a:fld>
            <a:endParaRPr kumimoji="1" lang="ja-JP" altLang="en-US"/>
          </a:p>
        </p:txBody>
      </p:sp>
    </p:spTree>
    <p:extLst>
      <p:ext uri="{BB962C8B-B14F-4D97-AF65-F5344CB8AC3E}">
        <p14:creationId xmlns:p14="http://schemas.microsoft.com/office/powerpoint/2010/main" val="4421951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072808-4DA7-7E40-9D76-23B287399EF0}" type="datetimeFigureOut">
              <a:rPr kumimoji="1" lang="ja-JP" altLang="en-US" smtClean="0"/>
              <a:t>2026/8/27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3C2A34-59FF-7345-B7EA-94C85DEA6524}" type="slidenum">
              <a:rPr kumimoji="1" lang="ja-JP" altLang="en-US" smtClean="0"/>
              <a:t>‹#›</a:t>
            </a:fld>
            <a:endParaRPr kumimoji="1" lang="ja-JP" altLang="en-US"/>
          </a:p>
        </p:txBody>
      </p:sp>
    </p:spTree>
    <p:extLst>
      <p:ext uri="{BB962C8B-B14F-4D97-AF65-F5344CB8AC3E}">
        <p14:creationId xmlns:p14="http://schemas.microsoft.com/office/powerpoint/2010/main" val="329176160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お時間になりましたので始めさせて頂きたいと思います。改めてまして第二技術部三課の</a:t>
            </a:r>
            <a:r>
              <a:rPr lang="en-US" altLang="ja-JP" dirty="0"/>
              <a:t>XX</a:t>
            </a:r>
            <a:r>
              <a:rPr lang="ja-JP" altLang="en-US" dirty="0"/>
              <a:t>です</a:t>
            </a:r>
            <a:endParaRPr lang="en-US" altLang="ja-JP" dirty="0"/>
          </a:p>
          <a:p>
            <a:r>
              <a:rPr lang="ja-JP" altLang="en-US" dirty="0"/>
              <a:t>フィジカル</a:t>
            </a:r>
            <a:r>
              <a:rPr lang="en-US" altLang="ja-JP" dirty="0"/>
              <a:t>AI</a:t>
            </a:r>
            <a:r>
              <a:rPr lang="ja-JP" altLang="en-US" dirty="0"/>
              <a:t>勉強会と題しまして、次の</a:t>
            </a:r>
            <a:r>
              <a:rPr lang="en-US" altLang="ja-JP" dirty="0"/>
              <a:t>AI</a:t>
            </a:r>
            <a:r>
              <a:rPr lang="ja-JP" altLang="en-US" dirty="0"/>
              <a:t>の領域として市場の期待値が上がってきている「フィジカル</a:t>
            </a:r>
            <a:r>
              <a:rPr lang="en-US" altLang="ja-JP" dirty="0"/>
              <a:t>AI</a:t>
            </a:r>
            <a:r>
              <a:rPr lang="ja-JP" altLang="en-US"/>
              <a:t>」に関連して色々お話していきたいと思います。</a:t>
            </a:r>
            <a:endParaRPr lang="en-US" altLang="ja-JP"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まず</a:t>
            </a:r>
            <a:r>
              <a:rPr lang="ja-JP" altLang="en-US" dirty="0"/>
              <a:t>そもそもフィジカル</a:t>
            </a:r>
            <a:r>
              <a:rPr lang="en-US" altLang="ja-JP" dirty="0"/>
              <a:t>AI</a:t>
            </a:r>
            <a:r>
              <a:rPr lang="ja-JP" altLang="en-US" dirty="0"/>
              <a:t>ってなんですかから、</a:t>
            </a:r>
            <a:endParaRPr lang="en-US" altLang="ja-JP" dirty="0"/>
          </a:p>
          <a:p>
            <a:r>
              <a:rPr lang="ja-JP" altLang="en-US" dirty="0"/>
              <a:t>なぜ</a:t>
            </a:r>
            <a:r>
              <a:rPr dirty="0" err="1"/>
              <a:t>フィジカルAIに取り組むのか</a:t>
            </a:r>
            <a:r>
              <a:rPr lang="ja-JP" altLang="en-US" dirty="0"/>
              <a:t>、背景と目指すイメージについてお話させて頂いて、</a:t>
            </a:r>
            <a:endParaRPr lang="en-US" altLang="ja-JP" dirty="0"/>
          </a:p>
          <a:p>
            <a:r>
              <a:rPr lang="ja-JP" altLang="en-US" dirty="0"/>
              <a:t>使われている技術の紹介、実際今取り組んでいる取り組みのご紹介という流れでお話させて頂こうと考えています。</a:t>
            </a:r>
            <a:endParaRPr lang="en-US" altLang="ja-JP" dirty="0"/>
          </a:p>
          <a:p>
            <a:r>
              <a:rPr lang="ja-JP" altLang="en-US" dirty="0"/>
              <a:t>色々トピックご用意しておりご紹介していきたいと思います。よろしくお願いします。</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8F898-4BE0-50F8-1FA1-C8617BEBA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81A88-7C7C-D7D0-0110-9F0CF235F57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52EC62D-A55B-F8A0-DFAA-10484C2FAA93}"/>
              </a:ext>
            </a:extLst>
          </p:cNvPr>
          <p:cNvSpPr>
            <a:spLocks noGrp="1"/>
          </p:cNvSpPr>
          <p:nvPr>
            <p:ph type="body" sz="quarter" idx="3"/>
          </p:nvPr>
        </p:nvSpPr>
        <p:spPr/>
        <p:txBody>
          <a:bodyPr/>
          <a:lstStyle/>
          <a:p>
            <a:r>
              <a:rPr lang="ja-JP" altLang="en-US" dirty="0"/>
              <a:t>まず冒頭にフィジカル</a:t>
            </a:r>
            <a:r>
              <a:rPr lang="en-US" altLang="ja-JP" dirty="0"/>
              <a:t>AI</a:t>
            </a:r>
            <a:r>
              <a:rPr lang="ja-JP" altLang="en-US" dirty="0"/>
              <a:t>とはどういうものを指して呼んでいるのかをお話していきます。</a:t>
            </a:r>
            <a:endParaRPr dirty="0"/>
          </a:p>
        </p:txBody>
      </p:sp>
      <p:sp>
        <p:nvSpPr>
          <p:cNvPr id="4" name="Slide Number Placeholder 3">
            <a:extLst>
              <a:ext uri="{FF2B5EF4-FFF2-40B4-BE49-F238E27FC236}">
                <a16:creationId xmlns:a16="http://schemas.microsoft.com/office/drawing/2014/main" id="{7155B568-1784-6968-EDEC-7EA2F65FB4C2}"/>
              </a:ext>
            </a:extLst>
          </p:cNvPr>
          <p:cNvSpPr>
            <a:spLocks noGrp="1"/>
          </p:cNvSpPr>
          <p:nvPr>
            <p:ph type="sldNum" sz="quarter" idx="5"/>
          </p:nvPr>
        </p:nvSpPr>
        <p:spPr/>
      </p:sp>
    </p:spTree>
    <p:extLst>
      <p:ext uri="{BB962C8B-B14F-4D97-AF65-F5344CB8AC3E}">
        <p14:creationId xmlns:p14="http://schemas.microsoft.com/office/powerpoint/2010/main" val="587640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まず</a:t>
            </a:r>
            <a:r>
              <a:rPr lang="ja-JP" altLang="en-US" dirty="0"/>
              <a:t>フィジカル</a:t>
            </a:r>
            <a:r>
              <a:rPr lang="en-US" altLang="ja-JP" dirty="0"/>
              <a:t>AI</a:t>
            </a:r>
            <a:r>
              <a:rPr lang="ja-JP" altLang="en-US" dirty="0"/>
              <a:t>とは、現実の空間を理解し、「現実世界を知覚・判断・行動する自律的な</a:t>
            </a:r>
            <a:r>
              <a:rPr lang="en-US" altLang="ja-JP" dirty="0"/>
              <a:t>AI</a:t>
            </a:r>
            <a:r>
              <a:rPr lang="ja-JP" altLang="en-US" dirty="0"/>
              <a:t>」というものとして呼称しています。</a:t>
            </a:r>
            <a:endParaRPr lang="en-US" dirty="0"/>
          </a:p>
          <a:p>
            <a:endParaRPr lang="en-US" dirty="0"/>
          </a:p>
          <a:p>
            <a:r>
              <a:rPr lang="ja-JP" altLang="en-US" dirty="0"/>
              <a:t>このフィジカル</a:t>
            </a:r>
            <a:r>
              <a:rPr lang="en-US" altLang="ja-JP" dirty="0"/>
              <a:t>AI</a:t>
            </a:r>
            <a:r>
              <a:rPr lang="ja-JP" altLang="en-US" dirty="0"/>
              <a:t>というのは比較的</a:t>
            </a:r>
            <a:r>
              <a:rPr lang="en-US" altLang="ja-JP" dirty="0"/>
              <a:t>AI</a:t>
            </a:r>
            <a:r>
              <a:rPr lang="ja-JP" altLang="en-US" dirty="0"/>
              <a:t>のカテゴリとしては新しい領域という位置づけです。</a:t>
            </a:r>
            <a:endParaRPr lang="en-US" dirty="0"/>
          </a:p>
          <a:p>
            <a:endParaRPr lang="en-US" dirty="0"/>
          </a:p>
          <a:p>
            <a:r>
              <a:rPr dirty="0"/>
              <a:t>AIの進化は4つの波で整理さ</a:t>
            </a:r>
            <a:r>
              <a:rPr lang="ja-JP" altLang="en-US" dirty="0"/>
              <a:t>れたりしますが、</a:t>
            </a:r>
            <a:endParaRPr dirty="0"/>
          </a:p>
          <a:p>
            <a:r>
              <a:rPr dirty="0"/>
              <a:t>2012年頃からの「認識AI」。</a:t>
            </a:r>
            <a:r>
              <a:rPr dirty="0" err="1"/>
              <a:t>画像に何が写っているかを当てる、音声を文字にする、といった技術です</a:t>
            </a:r>
            <a:r>
              <a:rPr dirty="0"/>
              <a:t>。</a:t>
            </a:r>
            <a:endParaRPr lang="en-US" dirty="0"/>
          </a:p>
          <a:p>
            <a:r>
              <a:rPr dirty="0"/>
              <a:t>次が2022年、ChatGPTに代表される「生成AI」。</a:t>
            </a:r>
            <a:r>
              <a:rPr dirty="0" err="1"/>
              <a:t>文章や画像を作り出せるようになりました</a:t>
            </a:r>
            <a:r>
              <a:rPr dirty="0"/>
              <a:t>。</a:t>
            </a:r>
            <a:endParaRPr lang="en-US" dirty="0"/>
          </a:p>
          <a:p>
            <a:r>
              <a:rPr dirty="0"/>
              <a:t>そして2024年頃からは、AIが自分で段取りを考えて仕事を進める「エージェントAI</a:t>
            </a:r>
            <a:r>
              <a:rPr lang="en-US" dirty="0"/>
              <a:t>/</a:t>
            </a:r>
            <a:r>
              <a:rPr lang="en-US" dirty="0" err="1"/>
              <a:t>AgenticAI</a:t>
            </a:r>
            <a:r>
              <a:rPr dirty="0" err="1"/>
              <a:t>」が話題になっています</a:t>
            </a:r>
            <a:r>
              <a:rPr dirty="0"/>
              <a:t>。</a:t>
            </a:r>
          </a:p>
          <a:p>
            <a:endParaRPr lang="en-US" dirty="0"/>
          </a:p>
          <a:p>
            <a:r>
              <a:rPr dirty="0" err="1"/>
              <a:t>その次に来るのが</a:t>
            </a:r>
            <a:r>
              <a:rPr dirty="0"/>
              <a:t>、「</a:t>
            </a:r>
            <a:r>
              <a:rPr dirty="0" err="1"/>
              <a:t>フィジカルAI」です</a:t>
            </a:r>
            <a:r>
              <a:rPr dirty="0"/>
              <a:t>。</a:t>
            </a:r>
            <a:r>
              <a:rPr lang="ja-JP" altLang="en-US" dirty="0"/>
              <a:t>他の</a:t>
            </a:r>
            <a:r>
              <a:rPr lang="en-US" altLang="ja-JP" dirty="0"/>
              <a:t>AI</a:t>
            </a:r>
            <a:r>
              <a:rPr lang="ja-JP" altLang="en-US" dirty="0"/>
              <a:t>領域と大きく違うのが</a:t>
            </a:r>
            <a:r>
              <a:rPr dirty="0" err="1"/>
              <a:t>これまでのAIの出力はテキストや画像、つまりデジタルなもの</a:t>
            </a:r>
            <a:r>
              <a:rPr lang="ja-JP" altLang="en-US" dirty="0"/>
              <a:t>としてアウトプットされてました。</a:t>
            </a:r>
            <a:endParaRPr lang="en-US" altLang="ja-JP" dirty="0"/>
          </a:p>
          <a:p>
            <a:r>
              <a:rPr dirty="0" err="1"/>
              <a:t>フィジカルAIは、現実世界で「動作」を出力</a:t>
            </a:r>
            <a:r>
              <a:rPr lang="ja-JP" altLang="en-US" dirty="0"/>
              <a:t>するものとなります</a:t>
            </a:r>
            <a:r>
              <a:rPr dirty="0"/>
              <a:t>。</a:t>
            </a:r>
            <a:r>
              <a:rPr dirty="0" err="1"/>
              <a:t>ロボット、自動運転車、ドローンといった身体を持って、物理的な仕事をするAIです</a:t>
            </a:r>
            <a:r>
              <a:rPr dirty="0"/>
              <a: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37676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な</a:t>
            </a:r>
            <a:r>
              <a:rPr lang="ja-JP" altLang="en-US" dirty="0"/>
              <a:t>んで</a:t>
            </a:r>
            <a:r>
              <a:rPr dirty="0"/>
              <a:t>「今」</a:t>
            </a:r>
            <a:r>
              <a:rPr lang="ja-JP" altLang="en-US" dirty="0"/>
              <a:t>フィジカル</a:t>
            </a:r>
            <a:r>
              <a:rPr lang="en-US" altLang="ja-JP" dirty="0"/>
              <a:t>AI</a:t>
            </a:r>
            <a:r>
              <a:rPr lang="ja-JP" altLang="en-US" dirty="0"/>
              <a:t>が注目されだしたのかというのが、要素として</a:t>
            </a:r>
            <a:r>
              <a:rPr dirty="0"/>
              <a:t>3つ</a:t>
            </a:r>
            <a:r>
              <a:rPr lang="ja-JP" altLang="en-US" dirty="0"/>
              <a:t>あると思っていまして、</a:t>
            </a:r>
            <a:endParaRPr dirty="0"/>
          </a:p>
          <a:p>
            <a:r>
              <a:rPr dirty="0"/>
              <a:t>1つ目は技術</a:t>
            </a:r>
            <a:r>
              <a:rPr lang="ja-JP" altLang="en-US" dirty="0"/>
              <a:t>が追い付いてきたという点があります</a:t>
            </a:r>
            <a:r>
              <a:rPr dirty="0"/>
              <a:t>。これまでのロボットは、決められた動きしかできませんでした。それがLLM・基盤モデルの進化で、言葉と常識を理解できるようになった。</a:t>
            </a:r>
            <a:endParaRPr lang="en-US" dirty="0"/>
          </a:p>
          <a:p>
            <a:r>
              <a:rPr dirty="0" err="1"/>
              <a:t>加えて、後ほど詳しく説明しますが、シミュレーションで学習させる技術が</a:t>
            </a:r>
            <a:r>
              <a:rPr lang="ja-JP" altLang="en-US" dirty="0"/>
              <a:t>確立してきて</a:t>
            </a:r>
            <a:r>
              <a:rPr dirty="0"/>
              <a:t>、</a:t>
            </a:r>
            <a:r>
              <a:rPr dirty="0" err="1"/>
              <a:t>開発のコストと時間が劇的に下が</a:t>
            </a:r>
            <a:r>
              <a:rPr lang="ja-JP" altLang="en-US" dirty="0"/>
              <a:t>ったという要因があります。</a:t>
            </a:r>
            <a:endParaRPr lang="en-US" altLang="ja-JP" dirty="0"/>
          </a:p>
          <a:p>
            <a:endParaRPr dirty="0"/>
          </a:p>
          <a:p>
            <a:r>
              <a:rPr dirty="0"/>
              <a:t>2つ目は社会</a:t>
            </a:r>
            <a:r>
              <a:rPr lang="ja-JP" altLang="en-US" dirty="0"/>
              <a:t>的課題</a:t>
            </a:r>
            <a:r>
              <a:rPr dirty="0"/>
              <a:t>です。日本では2030年に約644万人の人手不足という試算が</a:t>
            </a:r>
            <a:r>
              <a:rPr lang="ja-JP" altLang="en-US" dirty="0"/>
              <a:t>出ているとのことですが、</a:t>
            </a:r>
            <a:endParaRPr lang="en-US" altLang="ja-JP" dirty="0"/>
          </a:p>
          <a:p>
            <a:r>
              <a:rPr dirty="0" err="1"/>
              <a:t>特に製造・物流・建設・介護といった「身体を使う仕事」ほど深刻で、やりたいからやるのではなく</a:t>
            </a:r>
            <a:r>
              <a:rPr dirty="0"/>
              <a:t>、</a:t>
            </a:r>
            <a:r>
              <a:rPr lang="ja-JP" altLang="en-US" dirty="0"/>
              <a:t>どうにか</a:t>
            </a:r>
            <a:r>
              <a:rPr dirty="0" err="1"/>
              <a:t>やらざるを得ない状況</a:t>
            </a:r>
            <a:r>
              <a:rPr lang="ja-JP" altLang="en-US" dirty="0"/>
              <a:t>になってきているという要因があると考えられます。</a:t>
            </a:r>
            <a:endParaRPr lang="en-US" altLang="ja-JP" dirty="0"/>
          </a:p>
          <a:p>
            <a:endParaRPr dirty="0"/>
          </a:p>
          <a:p>
            <a:r>
              <a:rPr dirty="0"/>
              <a:t>3つ目は産業界の本気度</a:t>
            </a:r>
            <a:r>
              <a:rPr lang="ja-JP" altLang="en-US" dirty="0"/>
              <a:t>が上がってきた事</a:t>
            </a:r>
            <a:r>
              <a:rPr dirty="0" err="1"/>
              <a:t>です</a:t>
            </a:r>
            <a:r>
              <a:rPr dirty="0"/>
              <a:t>。</a:t>
            </a:r>
            <a:endParaRPr lang="en-US" dirty="0"/>
          </a:p>
          <a:p>
            <a:r>
              <a:rPr dirty="0" err="1"/>
              <a:t>NVIDIAのCEOは「ロボティクスのChatGPTモーメントは目前」と言い切りました</a:t>
            </a:r>
            <a:r>
              <a:rPr dirty="0"/>
              <a:t>。</a:t>
            </a:r>
            <a:endParaRPr lang="en-US" dirty="0"/>
          </a:p>
          <a:p>
            <a:r>
              <a:rPr lang="ja-JP" altLang="en-US" dirty="0"/>
              <a:t>実際これってどういう意味かというと、従来ロボットは決められた動作しか出来ませんでしたが、</a:t>
            </a:r>
            <a:r>
              <a:rPr lang="en-US" altLang="ja-JP" dirty="0"/>
              <a:t>ChatGPT</a:t>
            </a:r>
            <a:r>
              <a:rPr lang="ja-JP" altLang="en-US" dirty="0"/>
              <a:t>のようなロボットが実現すると</a:t>
            </a:r>
            <a:endParaRPr lang="en-US" altLang="ja-JP" dirty="0"/>
          </a:p>
          <a:p>
            <a:r>
              <a:rPr lang="ja-JP" altLang="en-US" dirty="0"/>
              <a:t>「この箱を棚に戻してくれ」とお願いすると、物体認識⇒状況理解⇒動作計画⇒アーム制御の一連を実行出来ることになります。</a:t>
            </a:r>
            <a:endParaRPr lang="en-US" altLang="ja-JP" dirty="0"/>
          </a:p>
          <a:p>
            <a:r>
              <a:rPr dirty="0" err="1"/>
              <a:t>実際、ヒューマノイド系スタートアップには巨額の投資が集まって</a:t>
            </a:r>
            <a:r>
              <a:rPr lang="ja-JP" altLang="en-US" dirty="0"/>
              <a:t>いる状況ということで</a:t>
            </a:r>
            <a:r>
              <a:rPr dirty="0" err="1"/>
              <a:t>技術が</a:t>
            </a:r>
            <a:r>
              <a:rPr lang="ja-JP" altLang="en-US" dirty="0"/>
              <a:t>追い付き</a:t>
            </a:r>
            <a:r>
              <a:rPr dirty="0"/>
              <a:t>、</a:t>
            </a:r>
            <a:r>
              <a:rPr dirty="0" err="1"/>
              <a:t>社会が求めて、お金が集まっている</a:t>
            </a:r>
            <a:r>
              <a:rPr dirty="0"/>
              <a:t>。</a:t>
            </a:r>
            <a:r>
              <a:rPr lang="ja-JP" altLang="en-US" dirty="0"/>
              <a:t>から今注目されている領域となります。</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030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CE66A-E0AD-A267-81CA-7ACD82920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3731A-F01D-AA3B-DF1B-3C3E477FFC3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948FB65-4675-DD28-B2E3-6C7F1C6E9795}"/>
              </a:ext>
            </a:extLst>
          </p:cNvPr>
          <p:cNvSpPr>
            <a:spLocks noGrp="1"/>
          </p:cNvSpPr>
          <p:nvPr>
            <p:ph type="body" sz="quarter" idx="3"/>
          </p:nvPr>
        </p:nvSpPr>
        <p:spPr/>
        <p:txBody>
          <a:bodyPr/>
          <a:lstStyle/>
          <a:p>
            <a:r>
              <a:rPr lang="ja-JP" altLang="en-US" dirty="0"/>
              <a:t>ここからフィジカル</a:t>
            </a:r>
            <a:r>
              <a:rPr lang="en-US" altLang="ja-JP" dirty="0"/>
              <a:t>AI</a:t>
            </a:r>
            <a:r>
              <a:rPr lang="ja-JP" altLang="en-US" dirty="0"/>
              <a:t>の領域に取り組んでいく</a:t>
            </a:r>
            <a:r>
              <a:rPr dirty="0" err="1"/>
              <a:t>背景となる市場データと、目指していく姿をお話しします</a:t>
            </a:r>
            <a:r>
              <a:rPr dirty="0"/>
              <a:t>。</a:t>
            </a:r>
          </a:p>
        </p:txBody>
      </p:sp>
      <p:sp>
        <p:nvSpPr>
          <p:cNvPr id="4" name="Slide Number Placeholder 3">
            <a:extLst>
              <a:ext uri="{FF2B5EF4-FFF2-40B4-BE49-F238E27FC236}">
                <a16:creationId xmlns:a16="http://schemas.microsoft.com/office/drawing/2014/main" id="{0B167967-2AC7-CCD3-00A1-54ED4DF95B99}"/>
              </a:ext>
            </a:extLst>
          </p:cNvPr>
          <p:cNvSpPr>
            <a:spLocks noGrp="1"/>
          </p:cNvSpPr>
          <p:nvPr>
            <p:ph type="sldNum" sz="quarter" idx="5"/>
          </p:nvPr>
        </p:nvSpPr>
        <p:spPr/>
      </p:sp>
    </p:spTree>
    <p:extLst>
      <p:ext uri="{BB962C8B-B14F-4D97-AF65-F5344CB8AC3E}">
        <p14:creationId xmlns:p14="http://schemas.microsoft.com/office/powerpoint/2010/main" val="3443294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なぜ</a:t>
            </a:r>
            <a:r>
              <a:rPr lang="ja-JP" altLang="en-US" dirty="0"/>
              <a:t>我々</a:t>
            </a:r>
            <a:r>
              <a:rPr dirty="0" err="1"/>
              <a:t>がフィジカルAIに取り組むのか</a:t>
            </a:r>
            <a:r>
              <a:rPr lang="ja-JP" altLang="en-US" dirty="0"/>
              <a:t>の背景をお話いたしますと</a:t>
            </a:r>
            <a:endParaRPr dirty="0"/>
          </a:p>
          <a:p>
            <a:r>
              <a:rPr dirty="0" err="1"/>
              <a:t>私たちの主力である、ネットワーク</a:t>
            </a:r>
            <a:r>
              <a:rPr lang="ja-JP" altLang="en-US" dirty="0"/>
              <a:t>領域</a:t>
            </a:r>
            <a:r>
              <a:rPr dirty="0"/>
              <a:t>や、Nutanix・3Tier構成といったコンピューティングインフラ</a:t>
            </a:r>
            <a:r>
              <a:rPr lang="ja-JP" altLang="en-US" dirty="0"/>
              <a:t>領域</a:t>
            </a:r>
            <a:r>
              <a:rPr dirty="0" err="1"/>
              <a:t>の「単品インテグレーション」は、市場として成熟してきました。モノを納めて構築して終わり、という商売だけでは</a:t>
            </a:r>
            <a:r>
              <a:rPr dirty="0"/>
              <a:t>、</a:t>
            </a:r>
            <a:endParaRPr lang="en-US" dirty="0"/>
          </a:p>
          <a:p>
            <a:r>
              <a:rPr dirty="0" err="1"/>
              <a:t>単価も案件数も大きな成長が見込めない</a:t>
            </a:r>
            <a:r>
              <a:rPr lang="ja-JP" altLang="en-US" dirty="0"/>
              <a:t>というのが現状となってきています。</a:t>
            </a:r>
            <a:endParaRPr dirty="0"/>
          </a:p>
          <a:p>
            <a:r>
              <a:rPr dirty="0" err="1"/>
              <a:t>だからこそ、まだ成熟していない市場を狙って、技術のキャッチアップと営業活動を先回り</a:t>
            </a:r>
            <a:r>
              <a:rPr lang="ja-JP" altLang="en-US" dirty="0"/>
              <a:t>していく</a:t>
            </a:r>
            <a:r>
              <a:rPr dirty="0" err="1"/>
              <a:t>必要があります</a:t>
            </a:r>
            <a:r>
              <a:rPr dirty="0"/>
              <a:t>。</a:t>
            </a:r>
            <a:endParaRPr lang="en-US" dirty="0"/>
          </a:p>
          <a:p>
            <a:endParaRPr lang="en-US" altLang="ja-JP" dirty="0"/>
          </a:p>
          <a:p>
            <a:r>
              <a:rPr lang="ja-JP" altLang="en-US" dirty="0"/>
              <a:t>今後の</a:t>
            </a:r>
            <a:r>
              <a:rPr dirty="0" err="1"/>
              <a:t>方向性は</a:t>
            </a:r>
            <a:endParaRPr lang="en-US" dirty="0"/>
          </a:p>
          <a:p>
            <a:r>
              <a:rPr dirty="0" err="1"/>
              <a:t>次の</a:t>
            </a:r>
            <a:r>
              <a:rPr lang="ja-JP" altLang="en-US" dirty="0"/>
              <a:t>市場</a:t>
            </a:r>
            <a:r>
              <a:rPr dirty="0" err="1"/>
              <a:t>成長領域であるフィジカルAI</a:t>
            </a:r>
            <a:r>
              <a:rPr lang="ja-JP" altLang="en-US" dirty="0"/>
              <a:t>に商圏を広げていくことを目指したい。</a:t>
            </a:r>
            <a:endParaRPr lang="en-US" altLang="ja-JP"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kumimoji="1" lang="ja-JP" altLang="en-US" sz="1200" b="0" i="0" kern="1200" dirty="0">
                <a:solidFill>
                  <a:schemeClr val="tx1"/>
                </a:solidFill>
                <a:effectLst/>
                <a:latin typeface="+mn-lt"/>
                <a:ea typeface="+mn-ea"/>
                <a:cs typeface="+mn-cs"/>
              </a:rPr>
              <a:t>これが</a:t>
            </a:r>
            <a:r>
              <a:rPr kumimoji="1" lang="en-US" altLang="ja-JP" sz="1200" b="0" i="0" kern="1200" dirty="0">
                <a:solidFill>
                  <a:schemeClr val="tx1"/>
                </a:solidFill>
                <a:effectLst/>
                <a:latin typeface="+mn-lt"/>
                <a:ea typeface="+mn-ea"/>
                <a:cs typeface="+mn-cs"/>
              </a:rPr>
              <a:t>MCA</a:t>
            </a:r>
            <a:r>
              <a:rPr kumimoji="1" lang="ja-JP" altLang="en-US" sz="1200" b="0" i="0" kern="1200" dirty="0">
                <a:solidFill>
                  <a:schemeClr val="tx1"/>
                </a:solidFill>
                <a:effectLst/>
                <a:latin typeface="+mn-lt"/>
                <a:ea typeface="+mn-ea"/>
                <a:cs typeface="+mn-cs"/>
              </a:rPr>
              <a:t>社が公開している</a:t>
            </a:r>
            <a:r>
              <a:rPr lang="ja-JP" altLang="en-US" dirty="0"/>
              <a:t>大手通信事業者の設備投資額の推移と予測</a:t>
            </a:r>
            <a:r>
              <a:rPr kumimoji="1" lang="ja-JP" altLang="en-US" sz="1200" b="0" i="0" kern="1200" dirty="0">
                <a:solidFill>
                  <a:schemeClr val="tx1"/>
                </a:solidFill>
                <a:effectLst/>
                <a:latin typeface="+mn-lt"/>
                <a:ea typeface="+mn-ea"/>
                <a:cs typeface="+mn-cs"/>
              </a:rPr>
              <a:t>レポートとしては、</a:t>
            </a:r>
            <a:endParaRPr kumimoji="1" lang="en-US"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2024年度の国内市場におけるキャリアグループの設備投資額は2兆3,161億円</a:t>
            </a:r>
            <a:r>
              <a:rPr kumimoji="1" lang="ja-JP" altLang="en-US" sz="1200" b="0" i="0" kern="1200" dirty="0">
                <a:solidFill>
                  <a:schemeClr val="tx1"/>
                </a:solidFill>
                <a:effectLst/>
                <a:latin typeface="+mn-lt"/>
                <a:ea typeface="+mn-ea"/>
                <a:cs typeface="+mn-cs"/>
              </a:rPr>
              <a:t>、</a:t>
            </a:r>
            <a:r>
              <a:rPr dirty="0"/>
              <a:t>ですが、2026〜2028年度は横ばいの見通しです。</a:t>
            </a:r>
          </a:p>
          <a:p>
            <a:r>
              <a:rPr lang="ja-JP" altLang="en-US" dirty="0"/>
              <a:t>データ上</a:t>
            </a:r>
            <a:r>
              <a:rPr dirty="0" err="1"/>
              <a:t>既存商圏の自然な成長には期待</a:t>
            </a:r>
            <a:r>
              <a:rPr lang="ja-JP" altLang="en-US" dirty="0"/>
              <a:t>が難しい傾向にある。</a:t>
            </a:r>
            <a:endParaRPr lang="en-US" altLang="ja-JP" dirty="0"/>
          </a:p>
          <a:p>
            <a:r>
              <a:rPr dirty="0" err="1"/>
              <a:t>つまり、新規商圏による収益獲得が</a:t>
            </a:r>
            <a:r>
              <a:rPr lang="ja-JP" altLang="en-US" dirty="0"/>
              <a:t>必要</a:t>
            </a:r>
            <a:r>
              <a:rPr dirty="0" err="1"/>
              <a:t>ということが、この</a:t>
            </a:r>
            <a:r>
              <a:rPr lang="ja-JP" altLang="en-US" dirty="0"/>
              <a:t>１枚から理解出来ます。</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一方で、</a:t>
            </a:r>
            <a:r>
              <a:rPr dirty="0" err="1"/>
              <a:t>フィジカルAIの市場</a:t>
            </a:r>
            <a:r>
              <a:rPr lang="ja-JP" altLang="en-US" dirty="0"/>
              <a:t>はとなりますが。</a:t>
            </a:r>
            <a:endParaRPr dirty="0"/>
          </a:p>
          <a:p>
            <a:r>
              <a:rPr dirty="0"/>
              <a:t>日本のフィジカルAI市場は、FY30で約14.6億ドル、日本円で約2,300億円、年平均成長率36.2%と予測されています。</a:t>
            </a:r>
          </a:p>
          <a:p>
            <a:r>
              <a:rPr dirty="0" err="1"/>
              <a:t>重要なの</a:t>
            </a:r>
            <a:r>
              <a:rPr lang="ja-JP" altLang="en-US" dirty="0"/>
              <a:t>は市場の状況で、</a:t>
            </a:r>
            <a:r>
              <a:rPr dirty="0" err="1"/>
              <a:t>GPUやロボット本体といったコア部分はすでに激戦区ですが、SIやユースケースはまだ確立していません</a:t>
            </a:r>
            <a:r>
              <a:rPr dirty="0"/>
              <a:t>。</a:t>
            </a:r>
            <a:endParaRPr lang="en-US" dirty="0"/>
          </a:p>
          <a:p>
            <a:r>
              <a:rPr dirty="0" err="1"/>
              <a:t>市場が立ち上げ初期で、大手企業も模索している段階だからこそ、エコシステムの構築から大手と組める可能性があります</a:t>
            </a:r>
            <a:r>
              <a:rPr dirty="0"/>
              <a:t>。</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ご紹介したように</a:t>
            </a:r>
            <a:r>
              <a:rPr lang="en-US" altLang="ja-JP" dirty="0"/>
              <a:t>AIOps/</a:t>
            </a:r>
            <a:r>
              <a:rPr lang="ja-JP" altLang="en-US" dirty="0"/>
              <a:t>自動化・オンプレ生成</a:t>
            </a:r>
            <a:r>
              <a:rPr lang="en-US" altLang="ja-JP" dirty="0"/>
              <a:t>AI</a:t>
            </a:r>
            <a:r>
              <a:rPr lang="ja-JP" altLang="en-US" dirty="0"/>
              <a:t>・ フィジカル</a:t>
            </a:r>
            <a:r>
              <a:rPr lang="en-US" altLang="ja-JP" dirty="0"/>
              <a:t>AI</a:t>
            </a:r>
            <a:r>
              <a:rPr lang="ja-JP" altLang="en-US" dirty="0"/>
              <a:t>と３つ領域がございますが、</a:t>
            </a:r>
            <a:endParaRPr lang="en-US" altLang="ja-JP" dirty="0"/>
          </a:p>
          <a:p>
            <a:r>
              <a:rPr lang="ja-JP" altLang="en-US" dirty="0"/>
              <a:t>フィジカル</a:t>
            </a:r>
            <a:r>
              <a:rPr lang="en-US" altLang="ja-JP" dirty="0"/>
              <a:t>AI</a:t>
            </a:r>
            <a:r>
              <a:rPr lang="ja-JP" altLang="en-US" dirty="0"/>
              <a:t>はまだナレッジが不足していたり座組みもユースケースも確立していないというのが現状で最初から全部いきなりは出来ないので、</a:t>
            </a:r>
            <a:endParaRPr dirty="0"/>
          </a:p>
          <a:p>
            <a:r>
              <a:rPr dirty="0" err="1"/>
              <a:t>短期</a:t>
            </a:r>
            <a:r>
              <a:rPr lang="ja-JP" altLang="en-US" dirty="0"/>
              <a:t>的には、先期からも推進している</a:t>
            </a:r>
            <a:r>
              <a:rPr dirty="0" err="1"/>
              <a:t>AIOps・運用自動化</a:t>
            </a:r>
            <a:r>
              <a:rPr lang="ja-JP" altLang="en-US" dirty="0"/>
              <a:t>、</a:t>
            </a:r>
            <a:r>
              <a:rPr dirty="0" err="1"/>
              <a:t>オンプレ生成AI</a:t>
            </a:r>
            <a:r>
              <a:rPr lang="ja-JP" altLang="en-US" dirty="0"/>
              <a:t>の領域を対応しつつ、</a:t>
            </a:r>
            <a:endParaRPr lang="en-US" altLang="ja-JP" dirty="0"/>
          </a:p>
          <a:p>
            <a:r>
              <a:rPr dirty="0" err="1"/>
              <a:t>中長期</a:t>
            </a:r>
            <a:r>
              <a:rPr lang="ja-JP" altLang="en-US" dirty="0"/>
              <a:t>的には</a:t>
            </a:r>
            <a:r>
              <a:rPr dirty="0" err="1"/>
              <a:t>フィジカルAI</a:t>
            </a:r>
            <a:r>
              <a:rPr lang="ja-JP" altLang="en-US" dirty="0"/>
              <a:t>の領域で</a:t>
            </a:r>
            <a:r>
              <a:rPr dirty="0" err="1"/>
              <a:t>SIやユースケース</a:t>
            </a:r>
            <a:r>
              <a:rPr lang="ja-JP" altLang="en-US" dirty="0"/>
              <a:t>を確立させて、</a:t>
            </a:r>
            <a:r>
              <a:rPr dirty="0" err="1"/>
              <a:t>エコシステム構築</a:t>
            </a:r>
            <a:r>
              <a:rPr lang="ja-JP" altLang="en-US" dirty="0"/>
              <a:t>を協力会社さんとも座組みを組みながら推進出来ることを目指しているという状況です。</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08621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6CB89-B2D3-605A-9679-CEABE0703D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FAE4E-E254-9B50-643A-A5A75D91FC9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75B93CA-2522-7C2A-101D-C9217C8AD154}"/>
              </a:ext>
            </a:extLst>
          </p:cNvPr>
          <p:cNvSpPr>
            <a:spLocks noGrp="1"/>
          </p:cNvSpPr>
          <p:nvPr>
            <p:ph type="body" sz="quarter" idx="3"/>
          </p:nvPr>
        </p:nvSpPr>
        <p:spPr/>
        <p:txBody>
          <a:bodyPr/>
          <a:lstStyle/>
          <a:p>
            <a:r>
              <a:rPr lang="ja-JP" altLang="en-US" dirty="0"/>
              <a:t>今後推進していきたいフィジカル</a:t>
            </a:r>
            <a:r>
              <a:rPr lang="en-US" altLang="ja-JP" dirty="0"/>
              <a:t>AI</a:t>
            </a:r>
            <a:r>
              <a:rPr lang="ja-JP" altLang="en-US" dirty="0"/>
              <a:t>を取り入れたのイメージとなりますが、</a:t>
            </a:r>
          </a:p>
          <a:p>
            <a:r>
              <a:rPr lang="ja-JP" altLang="en-US" dirty="0"/>
              <a:t>左が現場、現実空間のエッジ環境です。ロボット・ドローン・カメラといった物理的なデバイスに、後続でご説明します</a:t>
            </a:r>
            <a:r>
              <a:rPr lang="en-US" altLang="ja-JP" dirty="0" err="1"/>
              <a:t>EdgeCortix</a:t>
            </a:r>
            <a:r>
              <a:rPr lang="ja-JP" altLang="en-US" dirty="0"/>
              <a:t>の</a:t>
            </a:r>
            <a:r>
              <a:rPr lang="en-US" altLang="ja-JP" dirty="0" err="1"/>
              <a:t>SakuraⅡ</a:t>
            </a:r>
            <a:r>
              <a:rPr lang="ja-JP" altLang="en-US" dirty="0"/>
              <a:t>といった</a:t>
            </a:r>
            <a:r>
              <a:rPr lang="en-US" altLang="ja-JP" dirty="0"/>
              <a:t>AI</a:t>
            </a:r>
            <a:r>
              <a:rPr lang="ja-JP" altLang="en-US" dirty="0"/>
              <a:t>アクセラレータを搭載し、</a:t>
            </a:r>
            <a:r>
              <a:rPr lang="en-US" altLang="ja-JP" dirty="0"/>
              <a:t>±1</a:t>
            </a:r>
            <a:r>
              <a:rPr lang="ja-JP" altLang="en-US" dirty="0"/>
              <a:t>ミリ秒級の即時推論で自律的な動作計画</a:t>
            </a:r>
            <a:r>
              <a:rPr lang="en-US" altLang="ja-JP" dirty="0"/>
              <a:t>/</a:t>
            </a:r>
            <a:r>
              <a:rPr lang="ja-JP" altLang="en-US" dirty="0"/>
              <a:t>実際の動作を現場の中で完結させます。</a:t>
            </a:r>
          </a:p>
          <a:p>
            <a:r>
              <a:rPr lang="ja-JP" altLang="en-US" dirty="0"/>
              <a:t>ここは協力会社さんと座組みを今後組んでいく必要があると考えています。</a:t>
            </a:r>
          </a:p>
          <a:p>
            <a:endParaRPr lang="en-US" altLang="ja-JP" dirty="0"/>
          </a:p>
          <a:p>
            <a:r>
              <a:rPr lang="ja-JP" altLang="en-US" dirty="0"/>
              <a:t>そして右が集中分析・学習基盤と呼んでしまってますが、これは元々弊社が強みにしていた</a:t>
            </a:r>
            <a:r>
              <a:rPr lang="en-US" altLang="ja-JP" dirty="0"/>
              <a:t>CP</a:t>
            </a:r>
            <a:r>
              <a:rPr lang="ja-JP" altLang="en-US" dirty="0"/>
              <a:t>領域</a:t>
            </a:r>
            <a:r>
              <a:rPr lang="en-US" altLang="ja-JP" dirty="0"/>
              <a:t>Nutanix/3Tier</a:t>
            </a:r>
            <a:r>
              <a:rPr lang="ja-JP" altLang="en-US" dirty="0"/>
              <a:t>の基盤設計構築のナレッジを土台として</a:t>
            </a:r>
            <a:r>
              <a:rPr lang="en-US" altLang="ja-JP" dirty="0"/>
              <a:t>Kubernetes</a:t>
            </a:r>
            <a:r>
              <a:rPr lang="ja-JP" altLang="en-US" dirty="0"/>
              <a:t>などを新しくナレッジを拡張させて、</a:t>
            </a:r>
            <a:r>
              <a:rPr lang="en-US" altLang="ja-JP" dirty="0"/>
              <a:t>AI</a:t>
            </a:r>
            <a:r>
              <a:rPr lang="ja-JP" altLang="en-US" dirty="0"/>
              <a:t>集中推論・学習基盤を整備し、</a:t>
            </a:r>
          </a:p>
          <a:p>
            <a:r>
              <a:rPr lang="ja-JP" altLang="en-US" dirty="0"/>
              <a:t>現場で得たデータを元に更に</a:t>
            </a:r>
            <a:r>
              <a:rPr lang="en-US" altLang="ja-JP" dirty="0"/>
              <a:t>AI</a:t>
            </a:r>
            <a:r>
              <a:rPr lang="ja-JP" altLang="en-US" dirty="0"/>
              <a:t>モデルの精度を上げるトレーニング</a:t>
            </a:r>
            <a:r>
              <a:rPr lang="en-US" altLang="ja-JP" dirty="0"/>
              <a:t>/</a:t>
            </a:r>
            <a:r>
              <a:rPr lang="ja-JP" altLang="en-US" dirty="0"/>
              <a:t>ファインチューニングのかなり重たい処理を担う想定です。ここは長年培ってきたノウハウの延長線上で対応したいと考えています。</a:t>
            </a:r>
            <a:endParaRPr lang="en-US" altLang="ja-JP" dirty="0"/>
          </a:p>
          <a:p>
            <a:endParaRPr lang="ja-JP" altLang="en-US" dirty="0"/>
          </a:p>
          <a:p>
            <a:r>
              <a:rPr lang="ja-JP" altLang="en-US" dirty="0"/>
              <a:t>真ん中がローカル</a:t>
            </a:r>
            <a:r>
              <a:rPr lang="en-US" altLang="ja-JP" dirty="0"/>
              <a:t>5G</a:t>
            </a:r>
            <a:r>
              <a:rPr lang="ja-JP" altLang="en-US" dirty="0"/>
              <a:t>。</a:t>
            </a:r>
            <a:r>
              <a:rPr lang="en-US" altLang="ja-JP" dirty="0"/>
              <a:t>Celona</a:t>
            </a:r>
            <a:r>
              <a:rPr lang="ja-JP" altLang="en-US" dirty="0"/>
              <a:t>を想定しています。</a:t>
            </a:r>
            <a:endParaRPr lang="en-US" altLang="ja-JP" dirty="0"/>
          </a:p>
          <a:p>
            <a:r>
              <a:rPr lang="ja-JP" altLang="en-US" dirty="0"/>
              <a:t>現場と集中学習基盤との間のデータの連携をする際に、有線</a:t>
            </a:r>
            <a:r>
              <a:rPr lang="en-US" altLang="ja-JP" dirty="0"/>
              <a:t>LAN</a:t>
            </a:r>
            <a:r>
              <a:rPr lang="ja-JP" altLang="en-US" dirty="0"/>
              <a:t>の敷設が難しいケースでこの低遅延の専用無線</a:t>
            </a:r>
            <a:r>
              <a:rPr lang="en-US" altLang="ja-JP" dirty="0"/>
              <a:t>LAN</a:t>
            </a:r>
            <a:r>
              <a:rPr lang="ja-JP" altLang="en-US" dirty="0"/>
              <a:t>を敷設が必要と考えています。</a:t>
            </a:r>
            <a:endParaRPr lang="en-US" altLang="ja-JP" dirty="0"/>
          </a:p>
          <a:p>
            <a:r>
              <a:rPr lang="ja-JP" altLang="en-US" dirty="0"/>
              <a:t>こちらは第二技術部二課と連携させて頂くということを勝手案で考えております。</a:t>
            </a:r>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この３要素を１つのエコシステムとして提供する。っというのを目指す姿としてイメージしています。</a:t>
            </a:r>
            <a:endParaRPr lang="en-US" altLang="ja-JP" dirty="0"/>
          </a:p>
          <a:p>
            <a:endParaRPr lang="ja-JP" altLang="en-US" dirty="0"/>
          </a:p>
        </p:txBody>
      </p:sp>
      <p:sp>
        <p:nvSpPr>
          <p:cNvPr id="4" name="Slide Number Placeholder 3">
            <a:extLst>
              <a:ext uri="{FF2B5EF4-FFF2-40B4-BE49-F238E27FC236}">
                <a16:creationId xmlns:a16="http://schemas.microsoft.com/office/drawing/2014/main" id="{6370273A-7EEF-54E9-54D1-D3A2518E0F3D}"/>
              </a:ext>
            </a:extLst>
          </p:cNvPr>
          <p:cNvSpPr>
            <a:spLocks noGrp="1"/>
          </p:cNvSpPr>
          <p:nvPr>
            <p:ph type="sldNum" sz="quarter" idx="5"/>
          </p:nvPr>
        </p:nvSpPr>
        <p:spPr/>
      </p:sp>
    </p:spTree>
    <p:extLst>
      <p:ext uri="{BB962C8B-B14F-4D97-AF65-F5344CB8AC3E}">
        <p14:creationId xmlns:p14="http://schemas.microsoft.com/office/powerpoint/2010/main" val="2152542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このフィジカル</a:t>
            </a:r>
            <a:r>
              <a:rPr lang="en-US" altLang="ja-JP" dirty="0"/>
              <a:t>AI</a:t>
            </a:r>
            <a:r>
              <a:rPr lang="ja-JP" altLang="en-US" dirty="0"/>
              <a:t>の領域におきましてどんな</a:t>
            </a:r>
            <a:r>
              <a:rPr lang="en-US" altLang="ja-JP" dirty="0"/>
              <a:t>AI</a:t>
            </a:r>
            <a:r>
              <a:rPr lang="ja-JP" altLang="en-US" dirty="0"/>
              <a:t>モデルだったり技術が使われているのかというのを紹介をさせて頂きます。</a:t>
            </a:r>
            <a:endParaRPr lang="en-US" altLang="ja-JP"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CC456-7B89-A334-B0FD-46636F456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B692A-EA51-96C0-FF47-4178FAAF91A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95364AD-8F50-D41C-D98A-36405FB45DE9}"/>
              </a:ext>
            </a:extLst>
          </p:cNvPr>
          <p:cNvSpPr>
            <a:spLocks noGrp="1"/>
          </p:cNvSpPr>
          <p:nvPr>
            <p:ph type="body" sz="quarter" idx="3"/>
          </p:nvPr>
        </p:nvSpPr>
        <p:spPr/>
        <p:txBody>
          <a:bodyPr/>
          <a:lstStyle/>
          <a:p>
            <a:r>
              <a:rPr dirty="0"/>
              <a:t>フィジカルAIは1つの技術</a:t>
            </a:r>
            <a:r>
              <a:rPr lang="ja-JP" altLang="en-US" dirty="0"/>
              <a:t>で構成されているわけではなく</a:t>
            </a:r>
            <a:r>
              <a:rPr dirty="0"/>
              <a:t>、</a:t>
            </a:r>
            <a:r>
              <a:rPr lang="ja-JP" altLang="en-US" dirty="0"/>
              <a:t>大きく分けて</a:t>
            </a:r>
            <a:r>
              <a:rPr dirty="0"/>
              <a:t>3つの層の組み合わせ</a:t>
            </a:r>
            <a:r>
              <a:rPr lang="ja-JP" altLang="en-US" dirty="0"/>
              <a:t>で成り立っています。</a:t>
            </a:r>
            <a:endParaRPr lang="en-US" altLang="ja-JP" dirty="0"/>
          </a:p>
          <a:p>
            <a:endParaRPr dirty="0"/>
          </a:p>
          <a:p>
            <a:r>
              <a:rPr dirty="0" err="1"/>
              <a:t>一番上が「頭脳</a:t>
            </a:r>
            <a:r>
              <a:rPr dirty="0"/>
              <a:t>」。</a:t>
            </a:r>
            <a:r>
              <a:rPr dirty="0" err="1"/>
              <a:t>カメラ映像と人の言葉を理解して、次にどう動くかを決める</a:t>
            </a:r>
            <a:r>
              <a:rPr lang="en-US" altLang="ja-JP" dirty="0" err="1"/>
              <a:t>AI</a:t>
            </a:r>
            <a:r>
              <a:rPr dirty="0" err="1"/>
              <a:t>モデルです</a:t>
            </a:r>
            <a:r>
              <a:rPr dirty="0"/>
              <a:t>。</a:t>
            </a:r>
            <a:r>
              <a:rPr lang="ja-JP" altLang="en-US" dirty="0"/>
              <a:t>物体検知</a:t>
            </a:r>
            <a:r>
              <a:rPr lang="en-US" altLang="ja-JP" dirty="0"/>
              <a:t>AI</a:t>
            </a:r>
            <a:r>
              <a:rPr lang="ja-JP" altLang="en-US" dirty="0"/>
              <a:t>モデルや生成</a:t>
            </a:r>
            <a:r>
              <a:rPr lang="en-US" altLang="ja-JP" dirty="0"/>
              <a:t>AI</a:t>
            </a:r>
            <a:r>
              <a:rPr lang="ja-JP" altLang="en-US" dirty="0"/>
              <a:t>モデル、</a:t>
            </a:r>
            <a:r>
              <a:rPr dirty="0" err="1"/>
              <a:t>VLAモデル</a:t>
            </a:r>
            <a:r>
              <a:rPr lang="ja-JP" altLang="en-US" dirty="0"/>
              <a:t>といったものが使われるところで</a:t>
            </a:r>
            <a:r>
              <a:rPr dirty="0"/>
              <a:t>、詳しくは3章で説明します。</a:t>
            </a:r>
          </a:p>
          <a:p>
            <a:endParaRPr lang="en-US" dirty="0"/>
          </a:p>
          <a:p>
            <a:r>
              <a:rPr dirty="0" err="1"/>
              <a:t>真ん中が「訓練場</a:t>
            </a:r>
            <a:r>
              <a:rPr dirty="0"/>
              <a:t>」。ロボットは現実世界でいきなり練習させると、時間もかかるし危険です。そこで物理法則を再現した仮想空間、デジタルツインの中で大量に訓練します。</a:t>
            </a:r>
            <a:endParaRPr lang="en-US" dirty="0"/>
          </a:p>
          <a:p>
            <a:r>
              <a:rPr lang="ja-JP" altLang="en-US" dirty="0"/>
              <a:t>そういった訓練環境を作るツール・技術があります。</a:t>
            </a:r>
            <a:endParaRPr lang="en-US" altLang="ja-JP" dirty="0"/>
          </a:p>
          <a:p>
            <a:endParaRPr dirty="0"/>
          </a:p>
          <a:p>
            <a:r>
              <a:rPr dirty="0" err="1"/>
              <a:t>一番下が「身体</a:t>
            </a:r>
            <a:r>
              <a:rPr dirty="0"/>
              <a:t>」。</a:t>
            </a:r>
            <a:r>
              <a:rPr dirty="0" err="1"/>
              <a:t>センサーで周囲を知覚し</a:t>
            </a:r>
            <a:r>
              <a:rPr lang="ja-JP" altLang="en-US" dirty="0"/>
              <a:t>たり</a:t>
            </a:r>
            <a:r>
              <a:rPr dirty="0"/>
              <a:t>、</a:t>
            </a:r>
            <a:r>
              <a:rPr dirty="0" err="1"/>
              <a:t>関節やモーターで実際に動くロボット</a:t>
            </a:r>
            <a:r>
              <a:rPr lang="ja-JP" altLang="en-US" dirty="0"/>
              <a:t>など物理機器となります</a:t>
            </a:r>
            <a:r>
              <a:rPr dirty="0"/>
              <a:t>。</a:t>
            </a:r>
          </a:p>
          <a:p>
            <a:r>
              <a:rPr dirty="0"/>
              <a:t>この3層が全部そろって初めて</a:t>
            </a:r>
            <a:r>
              <a:rPr lang="ja-JP" altLang="en-US" dirty="0"/>
              <a:t>フィジカル</a:t>
            </a:r>
            <a:r>
              <a:rPr lang="en-US" altLang="ja-JP" dirty="0"/>
              <a:t>AI</a:t>
            </a:r>
            <a:r>
              <a:rPr lang="ja-JP" altLang="en-US" dirty="0"/>
              <a:t>の運用が成り立ちます</a:t>
            </a:r>
            <a:r>
              <a:rPr dirty="0"/>
              <a:t>。</a:t>
            </a:r>
            <a:endParaRPr lang="en-US" dirty="0"/>
          </a:p>
          <a:p>
            <a:r>
              <a:rPr dirty="0"/>
              <a:t>逆に言うと、3層をつなぐプラットフォームを押さえた会社が市場の主導権を</a:t>
            </a:r>
            <a:r>
              <a:rPr lang="ja-JP" altLang="en-US" dirty="0"/>
              <a:t>握ることが出来ると言えるかと思います。</a:t>
            </a:r>
            <a:endParaRPr dirty="0"/>
          </a:p>
        </p:txBody>
      </p:sp>
      <p:sp>
        <p:nvSpPr>
          <p:cNvPr id="4" name="Slide Number Placeholder 3">
            <a:extLst>
              <a:ext uri="{FF2B5EF4-FFF2-40B4-BE49-F238E27FC236}">
                <a16:creationId xmlns:a16="http://schemas.microsoft.com/office/drawing/2014/main" id="{DB908457-0309-D68A-5817-5FC4F9D3CC72}"/>
              </a:ext>
            </a:extLst>
          </p:cNvPr>
          <p:cNvSpPr>
            <a:spLocks noGrp="1"/>
          </p:cNvSpPr>
          <p:nvPr>
            <p:ph type="sldNum" sz="quarter" idx="5"/>
          </p:nvPr>
        </p:nvSpPr>
        <p:spPr/>
      </p:sp>
    </p:spTree>
    <p:extLst>
      <p:ext uri="{BB962C8B-B14F-4D97-AF65-F5344CB8AC3E}">
        <p14:creationId xmlns:p14="http://schemas.microsoft.com/office/powerpoint/2010/main" val="779216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冒頭</a:t>
            </a:r>
            <a:r>
              <a:rPr dirty="0" err="1"/>
              <a:t>のページで「技術が追いついた」と一言で言いましたが、その中身をもう少し具体的にご説明</a:t>
            </a:r>
            <a:r>
              <a:rPr lang="ja-JP" altLang="en-US" dirty="0"/>
              <a:t>したいと思います。</a:t>
            </a:r>
            <a:endParaRPr lang="en-US" altLang="ja-JP" dirty="0"/>
          </a:p>
          <a:p>
            <a:r>
              <a:rPr lang="ja-JP" altLang="en-US" dirty="0"/>
              <a:t>まずフィジカル</a:t>
            </a:r>
            <a:r>
              <a:rPr lang="en-US" altLang="ja-JP" dirty="0"/>
              <a:t>AI</a:t>
            </a:r>
            <a:r>
              <a:rPr lang="ja-JP" altLang="en-US" dirty="0"/>
              <a:t>の環境を構築する上で従来は莫大ともいえる開発コストと時間を必要とされていましたが、</a:t>
            </a:r>
            <a:endParaRPr lang="en-US" altLang="ja-JP" dirty="0"/>
          </a:p>
          <a:p>
            <a:r>
              <a:rPr lang="ja-JP" altLang="en-US" dirty="0"/>
              <a:t>今触れさせて頂いた３つの技術要素の進化により、まず試すことへのハードルが下がり、導入検討へのハードルが下がってきたということを意図しています。</a:t>
            </a:r>
            <a:endParaRPr lang="en-US" altLang="ja-JP" dirty="0"/>
          </a:p>
          <a:p>
            <a:endParaRPr lang="en-US" altLang="ja-JP" dirty="0"/>
          </a:p>
          <a:p>
            <a:r>
              <a:rPr dirty="0"/>
              <a:t>1つ目は頭脳。LLM・VLMの進化でロボットが言葉と常識を理解できるようになり、見る・理解する・動くを1つのモデルで実現するVLA</a:t>
            </a:r>
            <a:r>
              <a:rPr lang="ja-JP" altLang="en-US" dirty="0"/>
              <a:t>などが登場してきています。</a:t>
            </a:r>
            <a:endParaRPr lang="en-US" altLang="ja-JP" dirty="0"/>
          </a:p>
          <a:p>
            <a:r>
              <a:rPr lang="ja-JP" altLang="en-US" dirty="0"/>
              <a:t>それにより従来だと、ロボットというのは決められた通りの動作しか出来ない。っというのが当たり前だったのですが、</a:t>
            </a:r>
            <a:endParaRPr lang="en-US" altLang="ja-JP" dirty="0"/>
          </a:p>
          <a:p>
            <a:r>
              <a:rPr lang="ja-JP" altLang="en-US" dirty="0"/>
              <a:t>現在だと、「青いボールを箱に戻して」などの指示によって、計画と行動が可能になりました。</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2つ目は訓練場。</a:t>
            </a:r>
            <a:r>
              <a:rPr kumimoji="1" lang="ja-JP" altLang="ja-JP" sz="1200" b="0" i="0" kern="1200" dirty="0">
                <a:solidFill>
                  <a:schemeClr val="tx1"/>
                </a:solidFill>
                <a:effectLst/>
                <a:latin typeface="+mn-lt"/>
                <a:ea typeface="+mn-ea"/>
                <a:cs typeface="+mn-cs"/>
              </a:rPr>
              <a:t>シミュレーション技術の成熟で、学習の時間とコストが劇的に低下</a:t>
            </a:r>
            <a:r>
              <a:rPr kumimoji="1" lang="ja-JP" altLang="en-US" sz="1200" b="0" i="0" kern="1200" dirty="0">
                <a:solidFill>
                  <a:schemeClr val="tx1"/>
                </a:solidFill>
                <a:effectLst/>
                <a:latin typeface="+mn-lt"/>
                <a:ea typeface="+mn-ea"/>
                <a:cs typeface="+mn-cs"/>
              </a:rPr>
              <a:t>させることが出来るようになっています。</a:t>
            </a:r>
            <a:endParaRPr kumimoji="1" lang="en-US" altLang="ja-JP"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dirty="0">
                <a:solidFill>
                  <a:schemeClr val="tx1"/>
                </a:solidFill>
                <a:effectLst/>
                <a:latin typeface="+mn-lt"/>
                <a:ea typeface="+mn-ea"/>
                <a:cs typeface="+mn-cs"/>
              </a:rPr>
              <a:t>有名どころですと</a:t>
            </a:r>
            <a:r>
              <a:rPr kumimoji="1" lang="en-US" altLang="ja-JP" sz="1200" b="0" i="0" kern="1200" dirty="0">
                <a:solidFill>
                  <a:schemeClr val="tx1"/>
                </a:solidFill>
                <a:effectLst/>
                <a:latin typeface="+mn-lt"/>
                <a:ea typeface="+mn-ea"/>
                <a:cs typeface="+mn-cs"/>
              </a:rPr>
              <a:t>NVIDIA</a:t>
            </a:r>
            <a:r>
              <a:rPr kumimoji="1" lang="ja-JP" altLang="en-US" sz="1200" b="0" i="0" kern="1200" dirty="0">
                <a:solidFill>
                  <a:schemeClr val="tx1"/>
                </a:solidFill>
                <a:effectLst/>
                <a:latin typeface="+mn-lt"/>
                <a:ea typeface="+mn-ea"/>
                <a:cs typeface="+mn-cs"/>
              </a:rPr>
              <a:t>の</a:t>
            </a:r>
            <a:r>
              <a:rPr kumimoji="1" lang="en-US" altLang="ja-JP" sz="1200" b="0" i="0" kern="1200" dirty="0">
                <a:solidFill>
                  <a:schemeClr val="tx1"/>
                </a:solidFill>
                <a:effectLst/>
                <a:latin typeface="+mn-lt"/>
                <a:ea typeface="+mn-ea"/>
                <a:cs typeface="+mn-cs"/>
              </a:rPr>
              <a:t>Omniverse</a:t>
            </a:r>
            <a:r>
              <a:rPr kumimoji="1" lang="ja-JP" altLang="en-US" sz="1200" b="0" i="0" kern="1200" dirty="0">
                <a:solidFill>
                  <a:schemeClr val="tx1"/>
                </a:solidFill>
                <a:effectLst/>
                <a:latin typeface="+mn-lt"/>
                <a:ea typeface="+mn-ea"/>
                <a:cs typeface="+mn-cs"/>
              </a:rPr>
              <a:t>といった仮想空間作成ツールがあります。</a:t>
            </a:r>
            <a:endParaRPr lang="en-US" dirty="0"/>
          </a:p>
          <a:p>
            <a:r>
              <a:rPr dirty="0" err="1"/>
              <a:t>仮想空間で大量に</a:t>
            </a:r>
            <a:r>
              <a:rPr lang="ja-JP" altLang="en-US" dirty="0"/>
              <a:t>ロボットを並べてシミュレーションを大量</a:t>
            </a:r>
            <a:r>
              <a:rPr dirty="0" err="1"/>
              <a:t>試行して</a:t>
            </a:r>
            <a:r>
              <a:rPr lang="ja-JP" altLang="en-US" dirty="0"/>
              <a:t>、得られた学習データを</a:t>
            </a:r>
            <a:r>
              <a:rPr dirty="0" err="1"/>
              <a:t>現実へ転移する</a:t>
            </a:r>
            <a:r>
              <a:rPr lang="ja-JP" altLang="en-US" dirty="0"/>
              <a:t>という「</a:t>
            </a:r>
            <a:r>
              <a:rPr dirty="0"/>
              <a:t>Sim2Real</a:t>
            </a:r>
            <a:r>
              <a:rPr lang="ja-JP" altLang="en-US" dirty="0"/>
              <a:t>」</a:t>
            </a:r>
            <a:r>
              <a:rPr dirty="0" err="1"/>
              <a:t>の手法が確立</a:t>
            </a:r>
            <a:r>
              <a:rPr lang="ja-JP" altLang="en-US" dirty="0"/>
              <a:t>してきており</a:t>
            </a:r>
            <a:r>
              <a:rPr dirty="0"/>
              <a:t>、</a:t>
            </a:r>
            <a:r>
              <a:rPr dirty="0" err="1"/>
              <a:t>実機では数年かかる試行錯誤が数日レベルまで短縮</a:t>
            </a:r>
            <a:r>
              <a:rPr lang="ja-JP" altLang="en-US" dirty="0"/>
              <a:t>出来る。そういった技術が今あります。</a:t>
            </a:r>
            <a:endParaRPr lang="en-US" dirty="0"/>
          </a:p>
          <a:p>
            <a:endParaRPr lang="en-US" dirty="0"/>
          </a:p>
          <a:p>
            <a:r>
              <a:rPr dirty="0"/>
              <a:t>3つ目は身体。</a:t>
            </a:r>
            <a:r>
              <a:rPr lang="ja-JP" altLang="en-US" dirty="0"/>
              <a:t>高精度なロボット機材や、</a:t>
            </a:r>
            <a:r>
              <a:rPr dirty="0"/>
              <a:t>10W級で動く</a:t>
            </a:r>
            <a:r>
              <a:rPr lang="ja-JP" altLang="en-US" dirty="0"/>
              <a:t>推論処理向けのチップセットなどが登場し、現実空間での</a:t>
            </a:r>
            <a:r>
              <a:rPr lang="en-US" altLang="ja-JP" dirty="0" err="1"/>
              <a:t>AI</a:t>
            </a:r>
            <a:r>
              <a:rPr dirty="0" err="1"/>
              <a:t>実行環境が現実的になりました</a:t>
            </a:r>
            <a:r>
              <a:rPr dirty="0"/>
              <a:t>。</a:t>
            </a:r>
            <a:endParaRPr lang="en-US" dirty="0"/>
          </a:p>
          <a:p>
            <a:endParaRPr lang="en-US" dirty="0"/>
          </a:p>
          <a:p>
            <a:endParaRPr lang="en-US" dirty="0"/>
          </a:p>
          <a:p>
            <a:r>
              <a:rPr lang="ja-JP" altLang="en-US" dirty="0"/>
              <a:t>これら３つの要素があり開発のコストと時間が劇的に下がり、まず試せるというハードルが劇的に下がった</a:t>
            </a:r>
            <a:endParaRPr dirty="0"/>
          </a:p>
          <a:p>
            <a:endParaRPr dirty="0"/>
          </a:p>
          <a:p>
            <a:endParaRPr lang="en-US" dirty="0"/>
          </a:p>
          <a:p>
            <a:endParaRPr lang="en-US" dirty="0"/>
          </a:p>
          <a:p>
            <a:endParaRPr lang="en-US" altLang="ja-JP" dirty="0"/>
          </a:p>
          <a:p>
            <a:endParaRPr lang="en-US" altLang="ja-JP" dirty="0"/>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030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３つの技術カテゴリの頭脳の部分、でどういう</a:t>
            </a:r>
            <a:r>
              <a:rPr lang="en-US" altLang="ja-JP" dirty="0"/>
              <a:t>AI</a:t>
            </a:r>
            <a:r>
              <a:rPr lang="ja-JP" altLang="en-US" dirty="0"/>
              <a:t>モデルが使われているのという例をご紹介したいと思います。</a:t>
            </a:r>
            <a:endParaRPr lang="en-US" altLang="ja-JP" dirty="0"/>
          </a:p>
          <a:p>
            <a:r>
              <a:rPr lang="ja-JP" altLang="en-US" dirty="0"/>
              <a:t>まず物や人を検知するための物体検知</a:t>
            </a:r>
            <a:r>
              <a:rPr lang="en-US" altLang="ja-JP" dirty="0"/>
              <a:t>AI</a:t>
            </a:r>
            <a:r>
              <a:rPr lang="ja-JP" altLang="en-US" dirty="0"/>
              <a:t>モデルというものと、認識しそれを言語化してロボット制御</a:t>
            </a:r>
            <a:r>
              <a:rPr lang="en-US" altLang="ja-JP" dirty="0"/>
              <a:t>OS</a:t>
            </a:r>
            <a:r>
              <a:rPr lang="ja-JP" altLang="en-US" dirty="0"/>
              <a:t>への指示に変換するための大規模言語モデル（</a:t>
            </a:r>
            <a:r>
              <a:rPr lang="en-US" altLang="ja-JP" dirty="0"/>
              <a:t>LLM</a:t>
            </a:r>
            <a:r>
              <a:rPr lang="ja-JP" altLang="en-US" dirty="0"/>
              <a:t>）が必要となります。</a:t>
            </a:r>
            <a:endParaRPr lang="en-US" altLang="ja-JP" dirty="0"/>
          </a:p>
          <a:p>
            <a:endParaRPr lang="en-US" dirty="0"/>
          </a:p>
          <a:p>
            <a:r>
              <a:rPr lang="ja-JP" altLang="en-US" dirty="0"/>
              <a:t>物体検知のモデルとして代表的なのは</a:t>
            </a:r>
            <a:r>
              <a:rPr lang="en-US" altLang="ja-JP" dirty="0"/>
              <a:t>YOLO AI</a:t>
            </a:r>
            <a:r>
              <a:rPr lang="ja-JP" altLang="en-US" dirty="0"/>
              <a:t>モデルでしてカメラ映像の中から人や物の物体を高速に検出する事に長けた</a:t>
            </a:r>
            <a:r>
              <a:rPr lang="en-US" altLang="ja-JP" dirty="0"/>
              <a:t>AI</a:t>
            </a:r>
            <a:r>
              <a:rPr lang="ja-JP" altLang="en-US" dirty="0"/>
              <a:t>モデルとなります。</a:t>
            </a:r>
            <a:endParaRPr lang="en-US" altLang="ja-JP" dirty="0"/>
          </a:p>
          <a:p>
            <a:r>
              <a:rPr lang="en-US" altLang="ja-JP" dirty="0"/>
              <a:t>GPT</a:t>
            </a:r>
            <a:r>
              <a:rPr lang="ja-JP" altLang="en-US" dirty="0"/>
              <a:t>がいわゆる大規模言語モデル（</a:t>
            </a:r>
            <a:r>
              <a:rPr lang="en-US" altLang="ja-JP" dirty="0"/>
              <a:t>LLM</a:t>
            </a:r>
            <a:r>
              <a:rPr lang="ja-JP" altLang="en-US" dirty="0"/>
              <a:t>）のにカテゴライズされる</a:t>
            </a:r>
            <a:r>
              <a:rPr lang="en-US" altLang="ja-JP" dirty="0"/>
              <a:t>AI</a:t>
            </a:r>
            <a:r>
              <a:rPr lang="ja-JP" altLang="en-US" dirty="0"/>
              <a:t>モデルでして、情報を認識し言語化するということが出来ます。</a:t>
            </a:r>
            <a:endParaRPr lang="en-US" altLang="ja-JP" dirty="0"/>
          </a:p>
          <a:p>
            <a:endParaRPr lang="en-US" dirty="0"/>
          </a:p>
          <a:p>
            <a:r>
              <a:rPr lang="ja-JP" altLang="en-US" dirty="0"/>
              <a:t>これらの処理と処理を連結させてロボット制御</a:t>
            </a:r>
            <a:r>
              <a:rPr lang="en-US" altLang="ja-JP" dirty="0"/>
              <a:t>OS</a:t>
            </a:r>
            <a:r>
              <a:rPr lang="ja-JP" altLang="en-US" dirty="0"/>
              <a:t>経由でロボットに指示を送ることでフィジカル</a:t>
            </a:r>
            <a:r>
              <a:rPr lang="en-US" altLang="ja-JP" dirty="0"/>
              <a:t>AI</a:t>
            </a:r>
            <a:r>
              <a:rPr lang="ja-JP" altLang="en-US" dirty="0"/>
              <a:t>の現実空間でロボットが稼働するというイメージになります。</a:t>
            </a:r>
            <a:endParaRPr lang="en-US" altLang="ja-JP" dirty="0"/>
          </a:p>
          <a:p>
            <a:r>
              <a:rPr lang="ja-JP" altLang="en-US" dirty="0"/>
              <a:t>ただし、モデルが複数になっていることにより個別実装の箇所が多い為開発は結構大変のようです。</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5000E-CA96-CCE7-FC78-BBAB5D377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7BD19-E00C-CDBD-1C7E-3FD1F18F33C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1750FAF-C29A-1252-BE9C-7C4DAF1A86C3}"/>
              </a:ext>
            </a:extLst>
          </p:cNvPr>
          <p:cNvSpPr>
            <a:spLocks noGrp="1"/>
          </p:cNvSpPr>
          <p:nvPr>
            <p:ph type="body" sz="quarter" idx="3"/>
          </p:nvPr>
        </p:nvSpPr>
        <p:spPr/>
        <p:txBody>
          <a:bodyPr/>
          <a:lstStyle/>
          <a:p>
            <a:r>
              <a:rPr lang="ja-JP" altLang="en-US" dirty="0"/>
              <a:t>複数の</a:t>
            </a:r>
            <a:r>
              <a:rPr lang="en-US" altLang="ja-JP" dirty="0"/>
              <a:t>AI</a:t>
            </a:r>
            <a:r>
              <a:rPr lang="ja-JP" altLang="en-US" dirty="0"/>
              <a:t>モデル</a:t>
            </a:r>
            <a:r>
              <a:rPr lang="en-US" altLang="ja-JP" dirty="0"/>
              <a:t>/</a:t>
            </a:r>
            <a:r>
              <a:rPr lang="ja-JP" altLang="en-US" dirty="0"/>
              <a:t>ソフトウェアの連携により実装の複雑性という観点の課題があり</a:t>
            </a:r>
            <a:endParaRPr lang="en-US" altLang="ja-JP" dirty="0"/>
          </a:p>
          <a:p>
            <a:r>
              <a:rPr lang="ja-JP" altLang="en-US" dirty="0"/>
              <a:t>そこから生まれたのが、物体検知・認識</a:t>
            </a:r>
            <a:r>
              <a:rPr lang="en-US" altLang="ja-JP" dirty="0"/>
              <a:t>/</a:t>
            </a:r>
            <a:r>
              <a:rPr lang="ja-JP" altLang="en-US" dirty="0"/>
              <a:t>理解</a:t>
            </a:r>
            <a:r>
              <a:rPr lang="en-US" altLang="ja-JP" dirty="0"/>
              <a:t>/</a:t>
            </a:r>
            <a:r>
              <a:rPr lang="ja-JP" altLang="en-US" dirty="0"/>
              <a:t>言語化・アクションの３つの要素が合体した</a:t>
            </a:r>
            <a:r>
              <a:rPr lang="en-US" altLang="ja-JP" dirty="0"/>
              <a:t>AI</a:t>
            </a:r>
            <a:r>
              <a:rPr lang="ja-JP" altLang="en-US" dirty="0"/>
              <a:t>モデル</a:t>
            </a:r>
            <a:r>
              <a:rPr lang="en-US" altLang="ja-JP" dirty="0"/>
              <a:t>VLA(Vision language Action)</a:t>
            </a:r>
            <a:r>
              <a:rPr lang="ja-JP" altLang="en-US" dirty="0"/>
              <a:t>が出てきました。</a:t>
            </a:r>
            <a:endParaRPr lang="en-US" altLang="ja-JP" dirty="0"/>
          </a:p>
          <a:p>
            <a:endParaRPr lang="en-US" altLang="ja-JP" dirty="0"/>
          </a:p>
          <a:p>
            <a:r>
              <a:rPr lang="ja-JP" altLang="en-US" dirty="0"/>
              <a:t>その名の通り、</a:t>
            </a:r>
            <a:r>
              <a:rPr dirty="0" err="1"/>
              <a:t>Vision＝見る、Language＝理解する、Action＝動く、の頭文字です</a:t>
            </a:r>
            <a:r>
              <a:rPr dirty="0"/>
              <a:t>。</a:t>
            </a:r>
          </a:p>
          <a:p>
            <a:r>
              <a:rPr dirty="0"/>
              <a:t>流れはシンプルです。入力は2つ。カメラ映像などのセンサー情報と、「</a:t>
            </a:r>
            <a:r>
              <a:rPr dirty="0" err="1"/>
              <a:t>棚の飲料を補充して」といった人の言葉による指示です</a:t>
            </a:r>
            <a:r>
              <a:rPr dirty="0"/>
              <a:t>。</a:t>
            </a:r>
            <a:endParaRPr lang="en-US" dirty="0"/>
          </a:p>
          <a:p>
            <a:r>
              <a:rPr dirty="0" err="1"/>
              <a:t>これをVLAモデルが受け取り、LLM由来の知識と推論力で状況を理解して動作計画を立てる</a:t>
            </a:r>
            <a:r>
              <a:rPr dirty="0"/>
              <a:t>。</a:t>
            </a:r>
            <a:endParaRPr lang="en-US" dirty="0"/>
          </a:p>
          <a:p>
            <a:r>
              <a:rPr dirty="0" err="1"/>
              <a:t>出力は関節やモーターへの動作指令で、毎秒数十回の連続制御を行います</a:t>
            </a:r>
            <a:r>
              <a:rPr dirty="0"/>
              <a:t>。</a:t>
            </a:r>
            <a:endParaRPr lang="en-US" dirty="0"/>
          </a:p>
          <a:p>
            <a:endParaRPr lang="en-US" dirty="0"/>
          </a:p>
          <a:p>
            <a:r>
              <a:rPr dirty="0"/>
              <a:t>従来のロボットとの違いが重要です。従来は動作を1つずつプログラミングしていたので、決められた手順の外に出ると止まってしまう。</a:t>
            </a:r>
            <a:endParaRPr lang="en-US" dirty="0"/>
          </a:p>
          <a:p>
            <a:r>
              <a:rPr dirty="0" err="1"/>
              <a:t>VLA搭載ロボットは乱暴に言えば</a:t>
            </a:r>
            <a:r>
              <a:rPr dirty="0"/>
              <a:t>、「</a:t>
            </a:r>
            <a:r>
              <a:rPr dirty="0" err="1"/>
              <a:t>ChatGPTに目と手足がついたもの」とイメージして</a:t>
            </a:r>
            <a:r>
              <a:rPr lang="ja-JP" altLang="en-US" dirty="0"/>
              <a:t>頂くとイメージしやすいかもしれません。</a:t>
            </a:r>
            <a:endParaRPr lang="en-US" altLang="ja-JP" dirty="0"/>
          </a:p>
          <a:p>
            <a:r>
              <a:rPr lang="ja-JP" altLang="en-US" dirty="0"/>
              <a:t>と魔法のように言ってますが、実際に検証してみて触ってみると使う側の人もそれなりに使いこなすために学習が必要で、</a:t>
            </a:r>
            <a:endParaRPr lang="en-US" altLang="ja-JP" dirty="0"/>
          </a:p>
          <a:p>
            <a:r>
              <a:rPr lang="en-US" altLang="ja-JP" dirty="0"/>
              <a:t>VLA</a:t>
            </a:r>
            <a:r>
              <a:rPr lang="ja-JP" altLang="en-US" dirty="0"/>
              <a:t>側も学習をさせないと思ったように動かせない</a:t>
            </a:r>
            <a:endParaRPr lang="en-US" altLang="ja-JP" dirty="0"/>
          </a:p>
          <a:p>
            <a:r>
              <a:rPr lang="ja-JP" altLang="en-US" dirty="0"/>
              <a:t>というのが現状です。</a:t>
            </a:r>
            <a:endParaRPr dirty="0"/>
          </a:p>
        </p:txBody>
      </p:sp>
      <p:sp>
        <p:nvSpPr>
          <p:cNvPr id="4" name="Slide Number Placeholder 3">
            <a:extLst>
              <a:ext uri="{FF2B5EF4-FFF2-40B4-BE49-F238E27FC236}">
                <a16:creationId xmlns:a16="http://schemas.microsoft.com/office/drawing/2014/main" id="{AF11AF42-1C94-7A94-05EC-B7F18E587778}"/>
              </a:ext>
            </a:extLst>
          </p:cNvPr>
          <p:cNvSpPr>
            <a:spLocks noGrp="1"/>
          </p:cNvSpPr>
          <p:nvPr>
            <p:ph type="sldNum" sz="quarter" idx="5"/>
          </p:nvPr>
        </p:nvSpPr>
        <p:spPr/>
      </p:sp>
    </p:spTree>
    <p:extLst>
      <p:ext uri="{BB962C8B-B14F-4D97-AF65-F5344CB8AC3E}">
        <p14:creationId xmlns:p14="http://schemas.microsoft.com/office/powerpoint/2010/main" val="11841708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C4332-9F18-81C4-D2BF-73381A311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EAFAE-566F-74FB-6EBF-11313DE35A3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815E767-ACCD-8EFB-F4DA-90A231047ACE}"/>
              </a:ext>
            </a:extLst>
          </p:cNvPr>
          <p:cNvSpPr>
            <a:spLocks noGrp="1"/>
          </p:cNvSpPr>
          <p:nvPr>
            <p:ph type="body" sz="quarter" idx="3"/>
          </p:nvPr>
        </p:nvSpPr>
        <p:spPr/>
        <p:txBody>
          <a:bodyPr/>
          <a:lstStyle/>
          <a:p>
            <a:r>
              <a:rPr lang="ja-JP" altLang="en-US" dirty="0"/>
              <a:t>次に</a:t>
            </a:r>
            <a:r>
              <a:rPr lang="en-US" altLang="ja-JP" dirty="0"/>
              <a:t>AI</a:t>
            </a:r>
            <a:r>
              <a:rPr lang="ja-JP" altLang="en-US" dirty="0"/>
              <a:t>モデルの精度を上げるためには学習データを取り込ませて頭を良くしてあげる必要がありますが、</a:t>
            </a:r>
            <a:endParaRPr lang="en-US" altLang="ja-JP" dirty="0"/>
          </a:p>
          <a:p>
            <a:r>
              <a:rPr lang="ja-JP" altLang="en-US" dirty="0"/>
              <a:t>「どうやって動作を学習させるのか」なんですが、実際に現実空間でロボットをテレオペモードで沢山の動作パターンのデータを取得してそのデータを</a:t>
            </a:r>
            <a:r>
              <a:rPr lang="en-US" altLang="ja-JP" dirty="0"/>
              <a:t>AI</a:t>
            </a:r>
            <a:r>
              <a:rPr lang="ja-JP" altLang="en-US" dirty="0"/>
              <a:t>モデルに取り込み学習させるという方法もありますが、</a:t>
            </a:r>
            <a:endParaRPr lang="en-US" altLang="ja-JP" dirty="0"/>
          </a:p>
          <a:p>
            <a:r>
              <a:rPr lang="ja-JP" altLang="en-US" dirty="0"/>
              <a:t>実際には人の負荷や時間的な兼ね合いで現実的ではなく、前の方のスライドで触れていた②の訓練場で使われる技術を使って</a:t>
            </a:r>
            <a:endParaRPr lang="en-US" altLang="ja-JP" dirty="0"/>
          </a:p>
          <a:p>
            <a:r>
              <a:rPr lang="ja-JP" altLang="en-US" dirty="0"/>
              <a:t>現実空間を模した仮想空間</a:t>
            </a:r>
            <a:r>
              <a:rPr lang="en-US" altLang="ja-JP" dirty="0"/>
              <a:t>(</a:t>
            </a:r>
            <a:r>
              <a:rPr lang="ja-JP" altLang="en-US" dirty="0"/>
              <a:t>デジタルツイン）を作成し、そこで例えばロボットを数百・数千体並べて、並列にシミュレーション（訓練・学習）を繰り返すことで実際の時間の数千倍の速度感で</a:t>
            </a:r>
            <a:r>
              <a:rPr lang="en-US" altLang="ja-JP" dirty="0"/>
              <a:t>AI</a:t>
            </a:r>
            <a:r>
              <a:rPr lang="ja-JP" altLang="en-US" dirty="0"/>
              <a:t>モデルの精度を上げることが出来る</a:t>
            </a:r>
            <a:endParaRPr lang="en-US" altLang="ja-JP" dirty="0"/>
          </a:p>
          <a:p>
            <a:r>
              <a:rPr lang="ja-JP" altLang="en-US" dirty="0"/>
              <a:t>というものになります。</a:t>
            </a:r>
            <a:endParaRPr lang="en-US" altLang="ja-JP" dirty="0"/>
          </a:p>
          <a:p>
            <a:endParaRPr lang="ja-JP" altLang="en-US" dirty="0"/>
          </a:p>
          <a:p>
            <a:r>
              <a:rPr dirty="0" err="1"/>
              <a:t>ChatGPTはWeb上の大量のテキストで学習</a:t>
            </a:r>
            <a:r>
              <a:rPr lang="ja-JP" altLang="en-US" dirty="0"/>
              <a:t>を行ってきたようですが、</a:t>
            </a:r>
            <a:endParaRPr lang="en-US" altLang="ja-JP" dirty="0"/>
          </a:p>
          <a:p>
            <a:r>
              <a:rPr lang="ja-JP" altLang="en-US" dirty="0"/>
              <a:t>ロボット</a:t>
            </a:r>
            <a:r>
              <a:rPr dirty="0" err="1"/>
              <a:t>の場合</a:t>
            </a:r>
            <a:r>
              <a:rPr dirty="0"/>
              <a:t>、「</a:t>
            </a:r>
            <a:r>
              <a:rPr dirty="0" err="1"/>
              <a:t>転んで覚える」を現実世界でやると、時間もかかるし、壊れるし、危険です</a:t>
            </a:r>
            <a:r>
              <a:rPr dirty="0"/>
              <a:t>。</a:t>
            </a:r>
            <a:r>
              <a:rPr lang="ja-JP" altLang="en-US" dirty="0"/>
              <a:t>この仮想空間の中での</a:t>
            </a:r>
            <a:r>
              <a:rPr dirty="0" err="1"/>
              <a:t>シミュレーション</a:t>
            </a:r>
            <a:r>
              <a:rPr lang="ja-JP" altLang="en-US" dirty="0"/>
              <a:t>というわけです。</a:t>
            </a:r>
            <a:endParaRPr lang="en-US" altLang="ja-JP" dirty="0"/>
          </a:p>
          <a:p>
            <a:endParaRPr lang="en-US" altLang="ja-JP" dirty="0"/>
          </a:p>
          <a:p>
            <a:r>
              <a:rPr lang="ja-JP" altLang="en-US" dirty="0"/>
              <a:t>このようにロボットを動かしたいように動かす為には予め訓練が絶対に必要で、</a:t>
            </a:r>
            <a:endParaRPr lang="en-US" altLang="ja-JP" dirty="0"/>
          </a:p>
          <a:p>
            <a:r>
              <a:rPr lang="ja-JP" altLang="en-US" dirty="0"/>
              <a:t>その訓練環境を作るための技術、例えば</a:t>
            </a:r>
            <a:r>
              <a:rPr lang="en-US" altLang="ja-JP" dirty="0"/>
              <a:t>NVIDIA Omniverse</a:t>
            </a:r>
            <a:r>
              <a:rPr lang="ja-JP" altLang="en-US" dirty="0"/>
              <a:t>や</a:t>
            </a:r>
            <a:r>
              <a:rPr lang="en-US" altLang="ja-JP" dirty="0"/>
              <a:t>Issac sim</a:t>
            </a:r>
            <a:r>
              <a:rPr lang="ja-JP" altLang="en-US" dirty="0"/>
              <a:t>といったツールを用いる必要があります。</a:t>
            </a:r>
            <a:endParaRPr lang="en-US" altLang="ja-JP" dirty="0"/>
          </a:p>
          <a:p>
            <a:endParaRPr lang="en-US" altLang="ja-JP" dirty="0"/>
          </a:p>
          <a:p>
            <a:endParaRPr lang="en-US" altLang="ja-JP" dirty="0"/>
          </a:p>
        </p:txBody>
      </p:sp>
      <p:sp>
        <p:nvSpPr>
          <p:cNvPr id="4" name="Slide Number Placeholder 3">
            <a:extLst>
              <a:ext uri="{FF2B5EF4-FFF2-40B4-BE49-F238E27FC236}">
                <a16:creationId xmlns:a16="http://schemas.microsoft.com/office/drawing/2014/main" id="{9E0772DF-7EC0-D7C8-6C5F-49B13B045D11}"/>
              </a:ext>
            </a:extLst>
          </p:cNvPr>
          <p:cNvSpPr>
            <a:spLocks noGrp="1"/>
          </p:cNvSpPr>
          <p:nvPr>
            <p:ph type="sldNum" sz="quarter" idx="5"/>
          </p:nvPr>
        </p:nvSpPr>
        <p:spPr/>
      </p:sp>
    </p:spTree>
    <p:extLst>
      <p:ext uri="{BB962C8B-B14F-4D97-AF65-F5344CB8AC3E}">
        <p14:creationId xmlns:p14="http://schemas.microsoft.com/office/powerpoint/2010/main" val="23387376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0327F-0DE8-AE07-D5D2-009BDAC00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E0B6D1-3750-4BFC-B9A0-03456253D1D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2D744E5-2488-69A9-04DA-10D4170C4C8A}"/>
              </a:ext>
            </a:extLst>
          </p:cNvPr>
          <p:cNvSpPr>
            <a:spLocks noGrp="1"/>
          </p:cNvSpPr>
          <p:nvPr>
            <p:ph type="body" sz="quarter" idx="3"/>
          </p:nvPr>
        </p:nvSpPr>
        <p:spPr/>
        <p:txBody>
          <a:bodyPr/>
          <a:lstStyle/>
          <a:p>
            <a:r>
              <a:rPr lang="ja-JP" altLang="en-US" dirty="0"/>
              <a:t>続いて③の実際に現場で働く身体の部分のご紹介になります。</a:t>
            </a:r>
            <a:endParaRPr lang="en-US" altLang="ja-JP" dirty="0"/>
          </a:p>
          <a:p>
            <a:r>
              <a:rPr lang="ja-JP" altLang="en-US" dirty="0"/>
              <a:t>こちらがロボットアームでして用途目的に応じて色々なアームがありより精密な動きが求められればその分価格帯も上がってきます。</a:t>
            </a:r>
            <a:endParaRPr lang="en-US" altLang="ja-JP" dirty="0"/>
          </a:p>
        </p:txBody>
      </p:sp>
      <p:sp>
        <p:nvSpPr>
          <p:cNvPr id="4" name="Slide Number Placeholder 3">
            <a:extLst>
              <a:ext uri="{FF2B5EF4-FFF2-40B4-BE49-F238E27FC236}">
                <a16:creationId xmlns:a16="http://schemas.microsoft.com/office/drawing/2014/main" id="{C271C4B1-3FFC-BD26-69A4-5A39A558E799}"/>
              </a:ext>
            </a:extLst>
          </p:cNvPr>
          <p:cNvSpPr>
            <a:spLocks noGrp="1"/>
          </p:cNvSpPr>
          <p:nvPr>
            <p:ph type="sldNum" sz="quarter" idx="5"/>
          </p:nvPr>
        </p:nvSpPr>
        <p:spPr/>
      </p:sp>
    </p:spTree>
    <p:extLst>
      <p:ext uri="{BB962C8B-B14F-4D97-AF65-F5344CB8AC3E}">
        <p14:creationId xmlns:p14="http://schemas.microsoft.com/office/powerpoint/2010/main" val="40097574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C2199-749F-D020-6238-DA72D0D71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5A9B4-5D5B-B82D-9D2B-BF9CA1CB17A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C9F0FBB-7F75-B799-5A41-2EC1424144E9}"/>
              </a:ext>
            </a:extLst>
          </p:cNvPr>
          <p:cNvSpPr>
            <a:spLocks noGrp="1"/>
          </p:cNvSpPr>
          <p:nvPr>
            <p:ph type="body" sz="quarter" idx="3"/>
          </p:nvPr>
        </p:nvSpPr>
        <p:spPr/>
        <p:txBody>
          <a:bodyPr/>
          <a:lstStyle/>
          <a:p>
            <a:r>
              <a:rPr lang="ja-JP" altLang="en-US" dirty="0"/>
              <a:t>こちらが倉庫内とかでピッキングなどの現場で利用されていたりする自律走行型のロボットとなります。</a:t>
            </a:r>
            <a:endParaRPr lang="en-US" altLang="ja-JP" dirty="0"/>
          </a:p>
          <a:p>
            <a:endParaRPr lang="en-US" altLang="ja-JP" dirty="0"/>
          </a:p>
        </p:txBody>
      </p:sp>
      <p:sp>
        <p:nvSpPr>
          <p:cNvPr id="4" name="Slide Number Placeholder 3">
            <a:extLst>
              <a:ext uri="{FF2B5EF4-FFF2-40B4-BE49-F238E27FC236}">
                <a16:creationId xmlns:a16="http://schemas.microsoft.com/office/drawing/2014/main" id="{750DFBA3-7031-3BB3-A388-27F665FAEA52}"/>
              </a:ext>
            </a:extLst>
          </p:cNvPr>
          <p:cNvSpPr>
            <a:spLocks noGrp="1"/>
          </p:cNvSpPr>
          <p:nvPr>
            <p:ph type="sldNum" sz="quarter" idx="5"/>
          </p:nvPr>
        </p:nvSpPr>
        <p:spPr/>
      </p:sp>
    </p:spTree>
    <p:extLst>
      <p:ext uri="{BB962C8B-B14F-4D97-AF65-F5344CB8AC3E}">
        <p14:creationId xmlns:p14="http://schemas.microsoft.com/office/powerpoint/2010/main" val="4297950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A3856-EA9B-A2F4-F264-76A60579B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ABA2E-E77A-31C5-8431-EFB3AF9099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DD937FA-DE06-D16D-979D-EBF7E5194490}"/>
              </a:ext>
            </a:extLst>
          </p:cNvPr>
          <p:cNvSpPr>
            <a:spLocks noGrp="1"/>
          </p:cNvSpPr>
          <p:nvPr>
            <p:ph type="body" sz="quarter" idx="3"/>
          </p:nvPr>
        </p:nvSpPr>
        <p:spPr/>
        <p:txBody>
          <a:bodyPr/>
          <a:lstStyle/>
          <a:p>
            <a:r>
              <a:rPr lang="ja-JP" altLang="en-US" dirty="0"/>
              <a:t>こちらがヒューマノイドと呼ばれる人型のロボットとなります。</a:t>
            </a:r>
            <a:endParaRPr lang="en-US" altLang="ja-JP" dirty="0"/>
          </a:p>
          <a:p>
            <a:r>
              <a:rPr lang="ja-JP" altLang="en-US" dirty="0"/>
              <a:t>こちらも用途目的に応じて動作の精密性だったり価格帯が変わってきます。</a:t>
            </a:r>
            <a:endParaRPr lang="en-US" altLang="ja-JP" dirty="0"/>
          </a:p>
          <a:p>
            <a:endParaRPr lang="en-US" altLang="ja-JP" dirty="0"/>
          </a:p>
          <a:p>
            <a:endParaRPr lang="en-US" altLang="ja-JP" dirty="0"/>
          </a:p>
        </p:txBody>
      </p:sp>
      <p:sp>
        <p:nvSpPr>
          <p:cNvPr id="4" name="Slide Number Placeholder 3">
            <a:extLst>
              <a:ext uri="{FF2B5EF4-FFF2-40B4-BE49-F238E27FC236}">
                <a16:creationId xmlns:a16="http://schemas.microsoft.com/office/drawing/2014/main" id="{91113FA0-5BF4-12BA-7772-D5A80D1D14EA}"/>
              </a:ext>
            </a:extLst>
          </p:cNvPr>
          <p:cNvSpPr>
            <a:spLocks noGrp="1"/>
          </p:cNvSpPr>
          <p:nvPr>
            <p:ph type="sldNum" sz="quarter" idx="5"/>
          </p:nvPr>
        </p:nvSpPr>
        <p:spPr/>
      </p:sp>
    </p:spTree>
    <p:extLst>
      <p:ext uri="{BB962C8B-B14F-4D97-AF65-F5344CB8AC3E}">
        <p14:creationId xmlns:p14="http://schemas.microsoft.com/office/powerpoint/2010/main" val="32276974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12934-29A7-CBA7-B5F8-5ABF0E0BF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AE6C7-B5ED-C2CA-3C64-4E0904D3406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E55EF6E-70A9-F7FF-8B3B-8D2B5C8E4094}"/>
              </a:ext>
            </a:extLst>
          </p:cNvPr>
          <p:cNvSpPr>
            <a:spLocks noGrp="1"/>
          </p:cNvSpPr>
          <p:nvPr>
            <p:ph type="body" sz="quarter" idx="3"/>
          </p:nvPr>
        </p:nvSpPr>
        <p:spPr/>
        <p:txBody>
          <a:bodyPr/>
          <a:lstStyle/>
          <a:p>
            <a:r>
              <a:rPr lang="ja-JP" altLang="en-US" dirty="0"/>
              <a:t>あとこれはロボットの動作の補助的な役割を担うチップセットとなります。</a:t>
            </a:r>
            <a:endParaRPr lang="en-US" altLang="ja-JP" dirty="0"/>
          </a:p>
          <a:p>
            <a:r>
              <a:rPr lang="ja-JP" altLang="en-US" dirty="0"/>
              <a:t>国産企業の</a:t>
            </a:r>
            <a:r>
              <a:rPr lang="en-US" altLang="ja-JP" dirty="0" err="1"/>
              <a:t>EdgeCortix</a:t>
            </a:r>
            <a:r>
              <a:rPr lang="ja-JP" altLang="en-US" dirty="0"/>
              <a:t>社の</a:t>
            </a:r>
            <a:r>
              <a:rPr lang="en-US" altLang="ja-JP" dirty="0"/>
              <a:t>Sakura-Ⅱ AI</a:t>
            </a:r>
            <a:r>
              <a:rPr lang="ja-JP" altLang="en-US" dirty="0"/>
              <a:t>アクセラレータカードによる超低遅延・超省電力という恩恵から現場エッジ環境のロボットの動作性能だけでなく電力のランニングコストの面でも</a:t>
            </a:r>
            <a:endParaRPr lang="en-US" altLang="ja-JP" dirty="0"/>
          </a:p>
          <a:p>
            <a:r>
              <a:rPr lang="ja-JP" altLang="en-US" dirty="0"/>
              <a:t>効果が期待できるというものとなります。</a:t>
            </a:r>
            <a:endParaRPr lang="en-US" altLang="ja-JP" dirty="0"/>
          </a:p>
        </p:txBody>
      </p:sp>
      <p:sp>
        <p:nvSpPr>
          <p:cNvPr id="4" name="Slide Number Placeholder 3">
            <a:extLst>
              <a:ext uri="{FF2B5EF4-FFF2-40B4-BE49-F238E27FC236}">
                <a16:creationId xmlns:a16="http://schemas.microsoft.com/office/drawing/2014/main" id="{D1042784-BAB3-512C-3849-73F16E0302B0}"/>
              </a:ext>
            </a:extLst>
          </p:cNvPr>
          <p:cNvSpPr>
            <a:spLocks noGrp="1"/>
          </p:cNvSpPr>
          <p:nvPr>
            <p:ph type="sldNum" sz="quarter" idx="5"/>
          </p:nvPr>
        </p:nvSpPr>
        <p:spPr/>
      </p:sp>
    </p:spTree>
    <p:extLst>
      <p:ext uri="{BB962C8B-B14F-4D97-AF65-F5344CB8AC3E}">
        <p14:creationId xmlns:p14="http://schemas.microsoft.com/office/powerpoint/2010/main" val="18312725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先期よりフィジカル</a:t>
            </a:r>
            <a:r>
              <a:rPr lang="en-US" altLang="ja-JP" dirty="0"/>
              <a:t>AI</a:t>
            </a:r>
            <a:r>
              <a:rPr lang="ja-JP" altLang="en-US" dirty="0"/>
              <a:t>への領域展開に向けて、関連した取り組みを行っておりましてそちらをいくつかご紹介いたします。</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まず先期</a:t>
            </a:r>
            <a:r>
              <a:rPr kumimoji="1" lang="en-US" altLang="ja-JP" dirty="0"/>
              <a:t>FY25_Q4</a:t>
            </a:r>
            <a:r>
              <a:rPr kumimoji="1" lang="ja-JP" altLang="en-US" dirty="0"/>
              <a:t>で</a:t>
            </a:r>
            <a:r>
              <a:rPr kumimoji="1" lang="en-US" altLang="ja-JP" dirty="0"/>
              <a:t>NTT</a:t>
            </a:r>
            <a:r>
              <a:rPr kumimoji="1" lang="ja-JP" altLang="en-US" dirty="0"/>
              <a:t>ネットワークサービスシステムマネジメント研究所様より引き合いを頂いて</a:t>
            </a:r>
            <a:endParaRPr kumimoji="1" lang="en-US" altLang="ja-JP" dirty="0"/>
          </a:p>
          <a:p>
            <a:r>
              <a:rPr kumimoji="1" lang="en-US" altLang="ja-JP" dirty="0"/>
              <a:t>AI</a:t>
            </a:r>
            <a:r>
              <a:rPr kumimoji="1" lang="ja-JP" altLang="en-US" dirty="0"/>
              <a:t>基盤に関連する最新技術・トレンドの調査・分析、先進技術を取り入れた製品の実機評価を目的として案件対応実施しました。</a:t>
            </a:r>
            <a:endParaRPr kumimoji="1" lang="en-US" altLang="ja-JP" dirty="0"/>
          </a:p>
          <a:p>
            <a:endParaRPr kumimoji="1" lang="en-US" altLang="ja-JP" dirty="0"/>
          </a:p>
          <a:p>
            <a:r>
              <a:rPr kumimoji="1" lang="ja-JP" altLang="en-US" dirty="0"/>
              <a:t>弊社とコンピュータマインド様、</a:t>
            </a:r>
            <a:r>
              <a:rPr kumimoji="1" lang="en-US" altLang="ja-JP" dirty="0"/>
              <a:t>EQUES</a:t>
            </a:r>
            <a:r>
              <a:rPr kumimoji="1" lang="ja-JP" altLang="en-US" dirty="0"/>
              <a:t>さんだったり、当時双日に籍があった市来さんといったメンバーにて対応実施しました。</a:t>
            </a:r>
            <a:endParaRPr kumimoji="1" lang="en-US" altLang="ja-JP" dirty="0"/>
          </a:p>
          <a:p>
            <a:r>
              <a:rPr kumimoji="1" lang="ja-JP" altLang="en-US" dirty="0"/>
              <a:t>その中でフィジカル</a:t>
            </a:r>
            <a:r>
              <a:rPr kumimoji="1" lang="en-US" altLang="ja-JP" dirty="0"/>
              <a:t>AI</a:t>
            </a:r>
            <a:r>
              <a:rPr kumimoji="1" lang="ja-JP" altLang="en-US" dirty="0"/>
              <a:t>の観点で優位性があるだろうと評価した技術・製品について紹介します。</a:t>
            </a:r>
            <a:endParaRPr kumimoji="1" lang="en-US" altLang="ja-JP"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25</a:t>
            </a:fld>
            <a:endParaRPr kumimoji="1" lang="ja-JP" altLang="en-US"/>
          </a:p>
        </p:txBody>
      </p:sp>
    </p:spTree>
    <p:extLst>
      <p:ext uri="{BB962C8B-B14F-4D97-AF65-F5344CB8AC3E}">
        <p14:creationId xmlns:p14="http://schemas.microsoft.com/office/powerpoint/2010/main" val="6792341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フィジカル</a:t>
            </a:r>
            <a:r>
              <a:rPr kumimoji="1" lang="en-US" altLang="ja-JP" dirty="0"/>
              <a:t>AI</a:t>
            </a:r>
            <a:r>
              <a:rPr kumimoji="1" lang="ja-JP" altLang="en-US" dirty="0"/>
              <a:t>の領域で活きそうな製品が、</a:t>
            </a:r>
            <a:r>
              <a:rPr kumimoji="1" lang="en-US" altLang="ja-JP" dirty="0" err="1"/>
              <a:t>EdgeCortix</a:t>
            </a:r>
            <a:r>
              <a:rPr kumimoji="1" lang="ja-JP" altLang="en-US" dirty="0"/>
              <a:t>というメーカーさんが作っている </a:t>
            </a:r>
            <a:r>
              <a:rPr kumimoji="1" lang="en-US" altLang="ja-JP" dirty="0" err="1"/>
              <a:t>SakuraⅡ</a:t>
            </a:r>
            <a:r>
              <a:rPr kumimoji="1" lang="ja-JP" altLang="en-US" dirty="0"/>
              <a:t>という</a:t>
            </a:r>
            <a:r>
              <a:rPr kumimoji="1" lang="en-US" altLang="ja-JP" dirty="0"/>
              <a:t>AI</a:t>
            </a:r>
            <a:r>
              <a:rPr kumimoji="1" lang="ja-JP" altLang="en-US" dirty="0"/>
              <a:t>アクセラレータカードです。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r>
              <a:rPr kumimoji="1" lang="ja-JP" altLang="en-US" dirty="0"/>
              <a:t>純国産のメーカーさんでチップセットを開発しています。</a:t>
            </a:r>
            <a:endParaRPr kumimoji="1" lang="en-US" altLang="ja-JP" dirty="0"/>
          </a:p>
          <a:p>
            <a:r>
              <a:rPr kumimoji="1" lang="ja-JP" altLang="en-US" dirty="0"/>
              <a:t>日本の本社は武蔵小杉にあります。</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26</a:t>
            </a:fld>
            <a:endParaRPr kumimoji="1" lang="ja-JP" altLang="en-US"/>
          </a:p>
        </p:txBody>
      </p:sp>
    </p:spTree>
    <p:extLst>
      <p:ext uri="{BB962C8B-B14F-4D97-AF65-F5344CB8AC3E}">
        <p14:creationId xmlns:p14="http://schemas.microsoft.com/office/powerpoint/2010/main" val="32775411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で、このチップの上で</a:t>
            </a:r>
            <a:r>
              <a:rPr kumimoji="1" lang="en-US" altLang="ja-JP" dirty="0"/>
              <a:t>AI</a:t>
            </a:r>
            <a:r>
              <a:rPr kumimoji="1" lang="ja-JP" altLang="en-US" dirty="0"/>
              <a:t>モデルを動かすことで超低遅延と処理速度のムラ（遅延が</a:t>
            </a:r>
            <a:r>
              <a:rPr kumimoji="1" lang="en-US" altLang="ja-JP" dirty="0"/>
              <a:t>±20ms</a:t>
            </a:r>
            <a:r>
              <a:rPr kumimoji="1" lang="ja-JP" altLang="en-US" dirty="0"/>
              <a:t>だったり</a:t>
            </a:r>
            <a:r>
              <a:rPr kumimoji="1" lang="en-US" altLang="ja-JP" dirty="0"/>
              <a:t>5ms</a:t>
            </a:r>
            <a:r>
              <a:rPr kumimoji="1" lang="ja-JP" altLang="en-US" dirty="0"/>
              <a:t>だったりというムラを無くす）を無くすという観点、超低消費電力という観点でかなり優位性がある製品であることが分かりました。</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27</a:t>
            </a:fld>
            <a:endParaRPr kumimoji="1" lang="ja-JP" altLang="en-US"/>
          </a:p>
        </p:txBody>
      </p:sp>
    </p:spTree>
    <p:extLst>
      <p:ext uri="{BB962C8B-B14F-4D97-AF65-F5344CB8AC3E}">
        <p14:creationId xmlns:p14="http://schemas.microsoft.com/office/powerpoint/2010/main" val="36165107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BFA41-1571-C145-8D77-7EB5132BBFA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C1EACA-D07E-9E18-0A55-59B181558F9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BAE2E5-E5B8-C515-002A-F5A1601D797A}"/>
              </a:ext>
            </a:extLst>
          </p:cNvPr>
          <p:cNvSpPr>
            <a:spLocks noGrp="1"/>
          </p:cNvSpPr>
          <p:nvPr>
            <p:ph type="body" idx="1"/>
          </p:nvPr>
        </p:nvSpPr>
        <p:spPr/>
        <p:txBody>
          <a:bodyPr/>
          <a:lstStyle/>
          <a:p>
            <a:r>
              <a:rPr kumimoji="1" lang="ja-JP" altLang="en-US" dirty="0"/>
              <a:t>速度遅延や速度遅延のムラが生じることでクリティカルな影響が出るであろう自動運転領域やロボットの機材に搭載すると</a:t>
            </a:r>
            <a:endParaRPr kumimoji="1" lang="en-US" altLang="ja-JP" dirty="0"/>
          </a:p>
          <a:p>
            <a:r>
              <a:rPr kumimoji="1" lang="ja-JP" altLang="en-US" dirty="0"/>
              <a:t>例えば自動運転だと遅延のムラが生じたタイミングで人を検知してもブレーキが間に合わなくてひいちゃうとかいう観点でも優位性を発揮できるかと思いますし、</a:t>
            </a:r>
            <a:endParaRPr kumimoji="1" lang="en-US" altLang="ja-JP" dirty="0"/>
          </a:p>
          <a:p>
            <a:r>
              <a:rPr kumimoji="1" lang="ja-JP" altLang="en-US" dirty="0"/>
              <a:t>あとカードに搭載されているチップの消費電力が</a:t>
            </a:r>
            <a:r>
              <a:rPr kumimoji="1" lang="en-US" altLang="ja-JP" dirty="0"/>
              <a:t>10W</a:t>
            </a:r>
            <a:r>
              <a:rPr kumimoji="1" lang="ja-JP" altLang="en-US" dirty="0"/>
              <a:t>未満というのが計測結果として得られておりランニングコストという面でも優位性が発揮できると考えている。</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993157DA-2ECD-D1E1-51D4-029FCA07AF9A}"/>
              </a:ext>
            </a:extLst>
          </p:cNvPr>
          <p:cNvSpPr>
            <a:spLocks noGrp="1"/>
          </p:cNvSpPr>
          <p:nvPr>
            <p:ph type="sldNum" sz="quarter" idx="5"/>
          </p:nvPr>
        </p:nvSpPr>
        <p:spPr/>
        <p:txBody>
          <a:bodyPr/>
          <a:lstStyle/>
          <a:p>
            <a:fld id="{383C2A34-59FF-7345-B7EA-94C85DEA6524}" type="slidenum">
              <a:rPr kumimoji="1" lang="ja-JP" altLang="en-US" smtClean="0"/>
              <a:t>28</a:t>
            </a:fld>
            <a:endParaRPr kumimoji="1" lang="ja-JP" altLang="en-US"/>
          </a:p>
        </p:txBody>
      </p:sp>
    </p:spTree>
    <p:extLst>
      <p:ext uri="{BB962C8B-B14F-4D97-AF65-F5344CB8AC3E}">
        <p14:creationId xmlns:p14="http://schemas.microsoft.com/office/powerpoint/2010/main" val="33215457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この結果を実現できるにはこのチップのアーキテクチャが関係しており、</a:t>
            </a:r>
            <a:endParaRPr kumimoji="1" lang="en-US" altLang="ja-JP" dirty="0"/>
          </a:p>
          <a:p>
            <a:endParaRPr kumimoji="1" lang="en-US" altLang="ja-JP" dirty="0"/>
          </a:p>
          <a:p>
            <a:r>
              <a:rPr kumimoji="1" lang="ja-JP" altLang="en-US" dirty="0"/>
              <a:t>この</a:t>
            </a:r>
            <a:r>
              <a:rPr kumimoji="1" lang="en-US" altLang="ja-JP" dirty="0" err="1"/>
              <a:t>EdgeCortix</a:t>
            </a:r>
            <a:r>
              <a:rPr kumimoji="1" lang="en-US" altLang="ja-JP" dirty="0"/>
              <a:t> </a:t>
            </a:r>
            <a:r>
              <a:rPr kumimoji="1" lang="en-US" altLang="ja-JP" dirty="0" err="1"/>
              <a:t>SakuraⅡ</a:t>
            </a:r>
            <a:r>
              <a:rPr kumimoji="1" lang="ja-JP" altLang="en-US" dirty="0"/>
              <a:t>はアーキテクチャはデータフロー型アーキテクチャと呼ばれるアーキテクチャを採用しており、</a:t>
            </a:r>
            <a:endParaRPr kumimoji="1" lang="en-US" altLang="ja-JP" dirty="0"/>
          </a:p>
          <a:p>
            <a:r>
              <a:rPr kumimoji="1" lang="en-US" altLang="ja-JP" dirty="0"/>
              <a:t>AI</a:t>
            </a:r>
            <a:r>
              <a:rPr kumimoji="1" lang="ja-JP" altLang="en-US" dirty="0"/>
              <a:t>モデルのアプリケーションの処理に無数にある演算器を割り当てて処理を行いますが、演算器と演算器を直結することで、</a:t>
            </a:r>
            <a:br>
              <a:rPr kumimoji="1" lang="en-US" altLang="ja-JP" dirty="0"/>
            </a:br>
            <a:r>
              <a:rPr kumimoji="1" lang="ja-JP" altLang="en-US" dirty="0"/>
              <a:t>データの入出力をいちいちボトルネックとなるメモリに吐き出すということをしない為、処理速度を一定に保ち且つ高速を実現出来ます。（速度のムラとしては</a:t>
            </a:r>
            <a:r>
              <a:rPr kumimoji="1" lang="en-US" altLang="ja-JP" dirty="0"/>
              <a:t>±1ms</a:t>
            </a:r>
            <a:r>
              <a:rPr kumimoji="1" lang="ja-JP" altLang="en-US" dirty="0"/>
              <a:t>未満という計測結果が出ました）</a:t>
            </a:r>
            <a:br>
              <a:rPr kumimoji="1" lang="en-US" altLang="ja-JP" dirty="0"/>
            </a:br>
            <a:br>
              <a:rPr kumimoji="1" lang="en-US" altLang="ja-JP" dirty="0"/>
            </a:br>
            <a:r>
              <a:rPr kumimoji="1" lang="ja-JP" altLang="en-US" dirty="0"/>
              <a:t>一方で下のノイマン型と呼ばれるアーキテクチャは</a:t>
            </a:r>
            <a:r>
              <a:rPr kumimoji="1" lang="en-US" altLang="ja-JP" dirty="0"/>
              <a:t>NVIDIA GPU</a:t>
            </a:r>
            <a:r>
              <a:rPr kumimoji="1" lang="ja-JP" altLang="en-US" dirty="0"/>
              <a:t>が搭載しているアーキテクチャは処理と処理の間のデータの受け渡しに必ず一度メモリに吐き出されそれを次の処理の演算器は取りに行くという処理が発生しそこがボトルネックとなり、処理速度のムラが発生しやすいアーキテクチャとなっています。</a:t>
            </a:r>
            <a:endParaRPr kumimoji="1" lang="en-US" altLang="ja-JP" dirty="0"/>
          </a:p>
          <a:p>
            <a:r>
              <a:rPr kumimoji="1" lang="ja-JP" altLang="en-US" dirty="0"/>
              <a:t>研究所様の以前の社内検証では処理速度のジッタームラは</a:t>
            </a:r>
            <a:r>
              <a:rPr kumimoji="1" lang="en-US" altLang="ja-JP" dirty="0"/>
              <a:t>±20ms~30ms</a:t>
            </a:r>
            <a:r>
              <a:rPr kumimoji="1" lang="ja-JP" altLang="en-US" dirty="0"/>
              <a:t>になったことも実績としてあり、これだと遅延がシビアなロボット運用だと耐えられないというコメントもあり</a:t>
            </a:r>
            <a:endParaRPr kumimoji="1" lang="en-US" altLang="ja-JP" dirty="0"/>
          </a:p>
          <a:p>
            <a:endParaRPr kumimoji="1" lang="en-US" altLang="ja-JP" dirty="0"/>
          </a:p>
          <a:p>
            <a:r>
              <a:rPr kumimoji="1" lang="ja-JP" altLang="en-US" dirty="0"/>
              <a:t>その観点で</a:t>
            </a:r>
            <a:r>
              <a:rPr kumimoji="1" lang="en-US" altLang="ja-JP" dirty="0" err="1"/>
              <a:t>EdgeCortix</a:t>
            </a:r>
            <a:r>
              <a:rPr kumimoji="1" lang="ja-JP" altLang="en-US" dirty="0"/>
              <a:t>は優位性があるとレポートさせて頂きました。</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29</a:t>
            </a:fld>
            <a:endParaRPr kumimoji="1" lang="ja-JP" altLang="en-US"/>
          </a:p>
        </p:txBody>
      </p:sp>
    </p:spTree>
    <p:extLst>
      <p:ext uri="{BB962C8B-B14F-4D97-AF65-F5344CB8AC3E}">
        <p14:creationId xmlns:p14="http://schemas.microsoft.com/office/powerpoint/2010/main" val="5260338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実際に取得した実機の計測結果となりますが、</a:t>
            </a:r>
            <a:endParaRPr kumimoji="1" lang="en-US" altLang="ja-JP" dirty="0"/>
          </a:p>
          <a:p>
            <a:r>
              <a:rPr kumimoji="1" lang="en-US" altLang="ja-JP" dirty="0"/>
              <a:t>1</a:t>
            </a:r>
            <a:r>
              <a:rPr kumimoji="1" lang="ja-JP" altLang="en-US" dirty="0"/>
              <a:t>枚の画像を</a:t>
            </a:r>
            <a:r>
              <a:rPr kumimoji="1" lang="en-US" altLang="ja-JP" dirty="0"/>
              <a:t>100</a:t>
            </a:r>
            <a:r>
              <a:rPr kumimoji="1" lang="ja-JP" altLang="en-US" dirty="0"/>
              <a:t>回推論させるというケースで</a:t>
            </a:r>
            <a:r>
              <a:rPr kumimoji="1" lang="en-US" altLang="ja-JP" dirty="0" err="1"/>
              <a:t>EdgeCortix</a:t>
            </a:r>
            <a:r>
              <a:rPr kumimoji="1" lang="ja-JP" altLang="en-US" dirty="0"/>
              <a:t> </a:t>
            </a:r>
            <a:r>
              <a:rPr kumimoji="1" lang="en-US" altLang="ja-JP" dirty="0" err="1"/>
              <a:t>SakuraⅡ</a:t>
            </a:r>
            <a:r>
              <a:rPr kumimoji="1" lang="ja-JP" altLang="en-US" dirty="0"/>
              <a:t>の処理速度を計測をしまして、</a:t>
            </a:r>
            <a:endParaRPr kumimoji="1" lang="en-US" altLang="ja-JP" dirty="0"/>
          </a:p>
          <a:p>
            <a:r>
              <a:rPr kumimoji="1" lang="ja-JP" altLang="en-US" dirty="0"/>
              <a:t>フォーカスするポイントとしては</a:t>
            </a:r>
            <a:r>
              <a:rPr kumimoji="1" lang="en-US" altLang="ja-JP" dirty="0"/>
              <a:t>±1ms</a:t>
            </a:r>
            <a:r>
              <a:rPr kumimoji="1" lang="ja-JP" altLang="en-US" dirty="0"/>
              <a:t>未満という計測結果が出たということ。</a:t>
            </a:r>
            <a:endParaRPr kumimoji="1" lang="en-US" altLang="ja-JP" dirty="0"/>
          </a:p>
          <a:p>
            <a:r>
              <a:rPr kumimoji="1" lang="ja-JP" altLang="en-US" dirty="0"/>
              <a:t>これは</a:t>
            </a:r>
            <a:r>
              <a:rPr kumimoji="1" lang="en-US" altLang="ja-JP" dirty="0"/>
              <a:t>100</a:t>
            </a:r>
            <a:r>
              <a:rPr kumimoji="1" lang="ja-JP" altLang="en-US" dirty="0"/>
              <a:t>回の推論速度がほぼ一定ということを意味しており、処理速度のムラが致命的となるようなケースのロボットや自動運転といった領域に優位性が出そうですねという評価となりました。</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30</a:t>
            </a:fld>
            <a:endParaRPr kumimoji="1" lang="ja-JP" altLang="en-US"/>
          </a:p>
        </p:txBody>
      </p:sp>
    </p:spTree>
    <p:extLst>
      <p:ext uri="{BB962C8B-B14F-4D97-AF65-F5344CB8AC3E}">
        <p14:creationId xmlns:p14="http://schemas.microsoft.com/office/powerpoint/2010/main" val="13660611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実際の推論速度の動画データですが、</a:t>
            </a:r>
            <a:endParaRPr kumimoji="1" lang="en-US" altLang="ja-JP" dirty="0"/>
          </a:p>
          <a:p>
            <a:r>
              <a:rPr kumimoji="1" lang="ja-JP" altLang="en-US" dirty="0"/>
              <a:t>左上に処理速度が出ておりますが、</a:t>
            </a:r>
            <a:r>
              <a:rPr kumimoji="1" lang="en-US" altLang="ja-JP" dirty="0"/>
              <a:t>1ms</a:t>
            </a:r>
            <a:r>
              <a:rPr kumimoji="1" lang="ja-JP" altLang="en-US" dirty="0"/>
              <a:t>以上の速度の揺らぎは確認出来ないかと思います。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31</a:t>
            </a:fld>
            <a:endParaRPr kumimoji="1" lang="ja-JP" altLang="en-US"/>
          </a:p>
        </p:txBody>
      </p:sp>
    </p:spTree>
    <p:extLst>
      <p:ext uri="{BB962C8B-B14F-4D97-AF65-F5344CB8AC3E}">
        <p14:creationId xmlns:p14="http://schemas.microsoft.com/office/powerpoint/2010/main" val="1153079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a:t>
            </a:r>
            <a:r>
              <a:rPr kumimoji="1" lang="en-US" altLang="ja-JP" dirty="0" err="1"/>
              <a:t>EdgeCortix</a:t>
            </a:r>
            <a:r>
              <a:rPr kumimoji="1" lang="ja-JP" altLang="en-US" dirty="0"/>
              <a:t>のアクセラレータカードの消費電力の計測結果となりまして、</a:t>
            </a:r>
            <a:endParaRPr kumimoji="1" lang="en-US" altLang="ja-JP" dirty="0"/>
          </a:p>
          <a:p>
            <a:r>
              <a:rPr kumimoji="1" lang="ja-JP" altLang="en-US" dirty="0"/>
              <a:t>平均</a:t>
            </a:r>
            <a:r>
              <a:rPr kumimoji="1" lang="en-US" altLang="ja-JP" dirty="0"/>
              <a:t>10W</a:t>
            </a:r>
            <a:r>
              <a:rPr kumimoji="1" lang="ja-JP" altLang="en-US" dirty="0"/>
              <a:t>未満の計測結果となり極めて消費電量が少ないのでランニングコストにおいて恩恵があります。</a:t>
            </a:r>
            <a:endParaRPr kumimoji="1" lang="en-US" altLang="ja-JP" dirty="0"/>
          </a:p>
          <a:p>
            <a:endParaRPr kumimoji="1" lang="en-US" altLang="ja-JP" dirty="0"/>
          </a:p>
          <a:p>
            <a:r>
              <a:rPr kumimoji="1" lang="ja-JP" altLang="en-US" dirty="0"/>
              <a:t>弊社にある</a:t>
            </a:r>
            <a:r>
              <a:rPr kumimoji="1" lang="en-US" altLang="ja-JP" dirty="0"/>
              <a:t>GPU A40</a:t>
            </a:r>
            <a:r>
              <a:rPr kumimoji="1" lang="ja-JP" altLang="en-US" dirty="0"/>
              <a:t>はちなみに</a:t>
            </a:r>
            <a:r>
              <a:rPr kumimoji="1" lang="en-US" altLang="ja-JP" dirty="0"/>
              <a:t>300W</a:t>
            </a:r>
            <a:r>
              <a:rPr kumimoji="1" lang="ja-JP" altLang="en-US" dirty="0"/>
              <a:t>程です。</a:t>
            </a:r>
            <a:endParaRPr kumimoji="1" lang="en-US" altLang="ja-JP"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32</a:t>
            </a:fld>
            <a:endParaRPr kumimoji="1" lang="ja-JP" altLang="en-US"/>
          </a:p>
        </p:txBody>
      </p:sp>
    </p:spTree>
    <p:extLst>
      <p:ext uri="{BB962C8B-B14F-4D97-AF65-F5344CB8AC3E}">
        <p14:creationId xmlns:p14="http://schemas.microsoft.com/office/powerpoint/2010/main" val="28528205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続いて、こちらが</a:t>
            </a:r>
            <a:r>
              <a:rPr kumimoji="1" lang="en-US" altLang="ja-JP" dirty="0"/>
              <a:t>7</a:t>
            </a:r>
            <a:r>
              <a:rPr kumimoji="1" lang="ja-JP" altLang="en-US" dirty="0"/>
              <a:t>月に営業は清水さんで提案活動をさせて頂いていました総務省の令和</a:t>
            </a:r>
            <a:r>
              <a:rPr kumimoji="1" lang="en-US" altLang="ja-JP" dirty="0"/>
              <a:t>7</a:t>
            </a:r>
            <a:r>
              <a:rPr kumimoji="1" lang="ja-JP" altLang="en-US" dirty="0"/>
              <a:t>年度補正予算を財源とした</a:t>
            </a:r>
            <a:endParaRPr kumimoji="1" lang="en-US" altLang="ja-JP" dirty="0"/>
          </a:p>
          <a:p>
            <a:r>
              <a:rPr kumimoji="1" lang="ja-JP" altLang="en-US" dirty="0"/>
              <a:t>地域課題解決に向けた技術の実証実験の提案活動についても紹介させて頂きます。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33</a:t>
            </a:fld>
            <a:endParaRPr kumimoji="1" lang="ja-JP" altLang="en-US"/>
          </a:p>
        </p:txBody>
      </p:sp>
    </p:spTree>
    <p:extLst>
      <p:ext uri="{BB962C8B-B14F-4D97-AF65-F5344CB8AC3E}">
        <p14:creationId xmlns:p14="http://schemas.microsoft.com/office/powerpoint/2010/main" val="9934341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害獣対策と防災対策</a:t>
            </a:r>
            <a:r>
              <a:rPr lang="ja-JP" altLang="en-US" dirty="0"/>
              <a:t>の応用を目的とした検証シナリオを提案しておりました。</a:t>
            </a:r>
            <a:endParaRPr lang="en-US" altLang="ja-JP" dirty="0"/>
          </a:p>
          <a:p>
            <a:r>
              <a:rPr lang="ja-JP" altLang="en-US" dirty="0"/>
              <a:t>秋田ケーブルテレビ様をプライムとして弊社、弊社アンダーとしてコンピュータマインド様、大分のザイナス様、ドローンを担いでいます六本木の</a:t>
            </a:r>
            <a:r>
              <a:rPr lang="en-US" altLang="ja-JP" dirty="0"/>
              <a:t>JIW</a:t>
            </a:r>
            <a:r>
              <a:rPr lang="ja-JP" altLang="en-US" dirty="0"/>
              <a:t>様の</a:t>
            </a:r>
            <a:r>
              <a:rPr lang="en-US" altLang="ja-JP" dirty="0"/>
              <a:t>3</a:t>
            </a:r>
            <a:r>
              <a:rPr lang="ja-JP" altLang="en-US" dirty="0"/>
              <a:t>社協力会社様率いてのご提案となります。</a:t>
            </a:r>
            <a:endParaRPr lang="en-US" altLang="ja-JP"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420481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A6AA4-9D8C-BED2-C70E-BCF5C89A3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673CB-EFF1-36DE-4513-65F70D97D65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DBB7C54-7D21-2AFF-4807-25A7B694A03F}"/>
              </a:ext>
            </a:extLst>
          </p:cNvPr>
          <p:cNvSpPr>
            <a:spLocks noGrp="1"/>
          </p:cNvSpPr>
          <p:nvPr>
            <p:ph type="body" sz="quarter" idx="3"/>
          </p:nvPr>
        </p:nvSpPr>
        <p:spPr/>
        <p:txBody>
          <a:bodyPr/>
          <a:lstStyle/>
          <a:p>
            <a:r>
              <a:rPr lang="ja-JP" altLang="en-US" dirty="0"/>
              <a:t>具体的な構成としてはこのような構成イメージとなっており、</a:t>
            </a:r>
            <a:endParaRPr lang="en-US" altLang="ja-JP" dirty="0"/>
          </a:p>
          <a:p>
            <a:r>
              <a:rPr lang="ja-JP" altLang="en-US" dirty="0"/>
              <a:t>上は社内の検証環境、</a:t>
            </a:r>
            <a:endParaRPr lang="en-US" altLang="ja-JP" dirty="0"/>
          </a:p>
          <a:p>
            <a:r>
              <a:rPr lang="ja-JP" altLang="en-US" dirty="0"/>
              <a:t>下は実証環境となる横須賀リサーチパーク</a:t>
            </a:r>
            <a:r>
              <a:rPr lang="en-US" altLang="ja-JP" dirty="0"/>
              <a:t>(YRP)</a:t>
            </a:r>
            <a:r>
              <a:rPr lang="ja-JP" altLang="en-US" dirty="0"/>
              <a:t>の屋外スペースとなりまして、</a:t>
            </a:r>
            <a:endParaRPr lang="en-US" altLang="ja-JP" dirty="0"/>
          </a:p>
          <a:p>
            <a:r>
              <a:rPr lang="ja-JP" altLang="en-US" dirty="0"/>
              <a:t>そちらにカメラであるとか、ドローンやロボットを配置して</a:t>
            </a:r>
            <a:r>
              <a:rPr lang="en-US" altLang="ja-JP" dirty="0"/>
              <a:t>AI</a:t>
            </a:r>
            <a:r>
              <a:rPr lang="ja-JP" altLang="en-US" dirty="0"/>
              <a:t>モデルやチップを搭載しまして、　クラウド環境は</a:t>
            </a:r>
            <a:r>
              <a:rPr lang="en-US" altLang="ja-JP" dirty="0"/>
              <a:t>NTT</a:t>
            </a:r>
            <a:r>
              <a:rPr lang="ja-JP" altLang="en-US" dirty="0"/>
              <a:t>の</a:t>
            </a:r>
            <a:r>
              <a:rPr lang="en-US" altLang="ja-JP" dirty="0"/>
              <a:t>MEC</a:t>
            </a:r>
            <a:r>
              <a:rPr lang="ja-JP" altLang="en-US" dirty="0"/>
              <a:t>環境の高性能基盤を利用し</a:t>
            </a:r>
            <a:endParaRPr lang="en-US" altLang="ja-JP" dirty="0"/>
          </a:p>
          <a:p>
            <a:r>
              <a:rPr lang="ja-JP" altLang="en-US" dirty="0"/>
              <a:t>その</a:t>
            </a:r>
            <a:r>
              <a:rPr lang="en-US" altLang="ja-JP" dirty="0"/>
              <a:t>MEC</a:t>
            </a:r>
            <a:r>
              <a:rPr lang="ja-JP" altLang="en-US" dirty="0"/>
              <a:t>上にザイナス様の</a:t>
            </a:r>
            <a:r>
              <a:rPr lang="en-US" altLang="ja-JP" dirty="0"/>
              <a:t>Edison</a:t>
            </a:r>
            <a:r>
              <a:rPr lang="ja-JP" altLang="en-US" dirty="0"/>
              <a:t>という空間認識分析ツールなるものを配置しまして、</a:t>
            </a:r>
            <a:endParaRPr lang="en-US" altLang="ja-JP" dirty="0"/>
          </a:p>
          <a:p>
            <a:r>
              <a:rPr lang="ja-JP" altLang="en-US" dirty="0"/>
              <a:t>エッジ環境で確認された熊（実際には模した人）を検知し、</a:t>
            </a:r>
            <a:r>
              <a:rPr lang="en-US" altLang="ja-JP" dirty="0"/>
              <a:t>Edison</a:t>
            </a:r>
            <a:r>
              <a:rPr lang="ja-JP" altLang="en-US" dirty="0"/>
              <a:t>で熊を追い立てる経路を分析し、ドローン</a:t>
            </a:r>
            <a:r>
              <a:rPr lang="en-US" altLang="ja-JP" dirty="0"/>
              <a:t>/</a:t>
            </a:r>
            <a:r>
              <a:rPr lang="ja-JP" altLang="en-US" dirty="0"/>
              <a:t>ロボットへ情報連携し</a:t>
            </a:r>
            <a:endParaRPr lang="en-US" altLang="ja-JP" dirty="0"/>
          </a:p>
          <a:p>
            <a:r>
              <a:rPr lang="ja-JP" altLang="en-US" dirty="0"/>
              <a:t>ドローン</a:t>
            </a:r>
            <a:r>
              <a:rPr lang="en-US" altLang="ja-JP" dirty="0"/>
              <a:t>/</a:t>
            </a:r>
            <a:r>
              <a:rPr lang="ja-JP" altLang="en-US" dirty="0"/>
              <a:t>ロボットはその経路情報に基づいて熊を追い立てるといった動作がどこまで出来るかっというのと、この</a:t>
            </a:r>
            <a:r>
              <a:rPr lang="en-US" altLang="ja-JP" dirty="0"/>
              <a:t>MEC</a:t>
            </a:r>
            <a:r>
              <a:rPr lang="ja-JP" altLang="en-US" dirty="0"/>
              <a:t>を用いた各種処理レスポンス速度の計測といったことを</a:t>
            </a:r>
            <a:endParaRPr lang="en-US" altLang="ja-JP" dirty="0"/>
          </a:p>
          <a:p>
            <a:r>
              <a:rPr lang="ja-JP" altLang="en-US" dirty="0"/>
              <a:t>実施しようとしています。</a:t>
            </a:r>
            <a:endParaRPr lang="en-US" altLang="ja-JP" dirty="0"/>
          </a:p>
          <a:p>
            <a:endParaRPr lang="en-US" dirty="0"/>
          </a:p>
          <a:p>
            <a:r>
              <a:rPr lang="ja-JP" altLang="en-US" dirty="0"/>
              <a:t>が、残念ながら先日非採択のご連絡を頂き失注だったのですが</a:t>
            </a:r>
            <a:endParaRPr lang="en-US" altLang="ja-JP" dirty="0"/>
          </a:p>
          <a:p>
            <a:r>
              <a:rPr lang="ja-JP" altLang="en-US" dirty="0"/>
              <a:t>今回の提案活動を通じて、エッジ</a:t>
            </a:r>
            <a:r>
              <a:rPr lang="en-US" altLang="ja-JP" dirty="0"/>
              <a:t>AI</a:t>
            </a:r>
            <a:r>
              <a:rPr lang="ja-JP" altLang="en-US" dirty="0"/>
              <a:t>や</a:t>
            </a:r>
            <a:r>
              <a:rPr lang="en-US" altLang="ja-JP" dirty="0"/>
              <a:t>MEC</a:t>
            </a:r>
            <a:r>
              <a:rPr lang="ja-JP" altLang="en-US" dirty="0"/>
              <a:t>、ロボット・ドローン等を組み合わせた取り組みについて具体的に検討する機会となりました。</a:t>
            </a:r>
            <a:endParaRPr lang="en-US" altLang="ja-JP" dirty="0"/>
          </a:p>
          <a:p>
            <a:r>
              <a:rPr lang="ja-JP" altLang="en-US" dirty="0"/>
              <a:t>これを実現するための課題も色々見えたと感じておりその不足を今後補う為引き続き取り組みを継続していきたいと思います。</a:t>
            </a:r>
          </a:p>
          <a:p>
            <a:endParaRPr dirty="0"/>
          </a:p>
        </p:txBody>
      </p:sp>
      <p:sp>
        <p:nvSpPr>
          <p:cNvPr id="4" name="Slide Number Placeholder 3">
            <a:extLst>
              <a:ext uri="{FF2B5EF4-FFF2-40B4-BE49-F238E27FC236}">
                <a16:creationId xmlns:a16="http://schemas.microsoft.com/office/drawing/2014/main" id="{201F204E-19D3-22A7-52BF-317DC346BF94}"/>
              </a:ext>
            </a:extLst>
          </p:cNvPr>
          <p:cNvSpPr>
            <a:spLocks noGrp="1"/>
          </p:cNvSpPr>
          <p:nvPr>
            <p:ph type="sldNum" sz="quarter" idx="5"/>
          </p:nvPr>
        </p:nvSpPr>
        <p:spPr/>
      </p:sp>
    </p:spTree>
    <p:extLst>
      <p:ext uri="{BB962C8B-B14F-4D97-AF65-F5344CB8AC3E}">
        <p14:creationId xmlns:p14="http://schemas.microsoft.com/office/powerpoint/2010/main" val="39497830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続いて社内の検証作業の取り組みとなります。</a:t>
            </a:r>
            <a:endParaRPr kumimoji="1" lang="en-US" altLang="ja-JP" dirty="0"/>
          </a:p>
          <a:p>
            <a:r>
              <a:rPr kumimoji="1" lang="ja-JP" altLang="en-US" dirty="0"/>
              <a:t>このエッジ側のロボットとかアームとかってナレッジが本当になく協力会社様との連携をする際にも同じベースラインで会話したり</a:t>
            </a:r>
            <a:endParaRPr kumimoji="1" lang="en-US" altLang="ja-JP" dirty="0"/>
          </a:p>
          <a:p>
            <a:r>
              <a:rPr kumimoji="1" lang="ja-JP" altLang="en-US" dirty="0"/>
              <a:t>前提となる知見のキャッチアップの目的にもロボットアームを</a:t>
            </a:r>
            <a:r>
              <a:rPr kumimoji="1" lang="en-US" altLang="ja-JP" dirty="0"/>
              <a:t>AI</a:t>
            </a:r>
            <a:r>
              <a:rPr kumimoji="1" lang="ja-JP" altLang="en-US" dirty="0"/>
              <a:t>モデルでうまく動かす検証も社内で行っています。</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36</a:t>
            </a:fld>
            <a:endParaRPr kumimoji="1" lang="ja-JP" altLang="en-US"/>
          </a:p>
        </p:txBody>
      </p:sp>
    </p:spTree>
    <p:extLst>
      <p:ext uri="{BB962C8B-B14F-4D97-AF65-F5344CB8AC3E}">
        <p14:creationId xmlns:p14="http://schemas.microsoft.com/office/powerpoint/2010/main" val="8859712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これが某</a:t>
            </a:r>
            <a:r>
              <a:rPr kumimoji="1" lang="en-US" altLang="ja-JP" dirty="0"/>
              <a:t>T</a:t>
            </a:r>
            <a:r>
              <a:rPr kumimoji="1" lang="ja-JP" altLang="en-US" dirty="0"/>
              <a:t>代さんのデスク周りの状況となっています。</a:t>
            </a:r>
            <a:endParaRPr kumimoji="1" lang="en-US" altLang="ja-JP" dirty="0"/>
          </a:p>
          <a:p>
            <a:r>
              <a:rPr kumimoji="1" lang="en-US" altLang="ja-JP" dirty="0"/>
              <a:t>AI</a:t>
            </a:r>
            <a:r>
              <a:rPr kumimoji="1" lang="ja-JP" altLang="en-US" dirty="0"/>
              <a:t>モデルを起動してあげると、青いボールをカメラで認識して、白いアームが頑張って青い枠にボールを入れるというシナリオをまず行い、</a:t>
            </a:r>
            <a:endParaRPr kumimoji="1" lang="en-US" altLang="ja-JP" dirty="0"/>
          </a:p>
          <a:p>
            <a:r>
              <a:rPr kumimoji="1" lang="ja-JP" altLang="en-US" dirty="0"/>
              <a:t>段階的にですが、フィジカル</a:t>
            </a:r>
            <a:r>
              <a:rPr kumimoji="1" lang="en-US" altLang="ja-JP" dirty="0"/>
              <a:t>AI</a:t>
            </a:r>
            <a:r>
              <a:rPr kumimoji="1" lang="ja-JP" altLang="en-US" dirty="0"/>
              <a:t>環境の運用に必要となる仮想環境での訓練</a:t>
            </a:r>
            <a:r>
              <a:rPr kumimoji="1" lang="en-US" altLang="ja-JP" dirty="0"/>
              <a:t>/</a:t>
            </a:r>
            <a:r>
              <a:rPr kumimoji="1" lang="ja-JP" altLang="en-US" dirty="0"/>
              <a:t>学習⇔仮想から現実に展開のサイクルを回す要領を掴むということを念頭に取り組んでいます。</a:t>
            </a:r>
            <a:endParaRPr kumimoji="1" lang="en-US" altLang="ja-JP"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37</a:t>
            </a:fld>
            <a:endParaRPr kumimoji="1" lang="ja-JP" altLang="en-US"/>
          </a:p>
        </p:txBody>
      </p:sp>
    </p:spTree>
    <p:extLst>
      <p:ext uri="{BB962C8B-B14F-4D97-AF65-F5344CB8AC3E}">
        <p14:creationId xmlns:p14="http://schemas.microsoft.com/office/powerpoint/2010/main" val="30505416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72C07-B709-12B1-0ADC-EE1FF37A6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FBFDD-71D2-41E3-B1EA-E4735579AE5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9BBED43-46E6-619B-FDAD-3297ADACB8B3}"/>
              </a:ext>
            </a:extLst>
          </p:cNvPr>
          <p:cNvSpPr>
            <a:spLocks noGrp="1"/>
          </p:cNvSpPr>
          <p:nvPr>
            <p:ph type="body" sz="quarter" idx="3"/>
          </p:nvPr>
        </p:nvSpPr>
        <p:spPr/>
        <p:txBody>
          <a:bodyPr/>
          <a:lstStyle/>
          <a:p>
            <a:r>
              <a:rPr lang="ja-JP" altLang="en-US" dirty="0"/>
              <a:t>改めて将来的にイメージしているフィジカル</a:t>
            </a:r>
            <a:r>
              <a:rPr lang="en-US" altLang="ja-JP" dirty="0"/>
              <a:t>AI</a:t>
            </a:r>
            <a:r>
              <a:rPr lang="ja-JP" altLang="en-US" dirty="0"/>
              <a:t>エコシステムの提供イメージについてお話したいと思います。</a:t>
            </a:r>
            <a:endParaRPr dirty="0"/>
          </a:p>
        </p:txBody>
      </p:sp>
      <p:sp>
        <p:nvSpPr>
          <p:cNvPr id="4" name="Slide Number Placeholder 3">
            <a:extLst>
              <a:ext uri="{FF2B5EF4-FFF2-40B4-BE49-F238E27FC236}">
                <a16:creationId xmlns:a16="http://schemas.microsoft.com/office/drawing/2014/main" id="{DA3F423F-6767-9BA7-D06E-B1E814335B9F}"/>
              </a:ext>
            </a:extLst>
          </p:cNvPr>
          <p:cNvSpPr>
            <a:spLocks noGrp="1"/>
          </p:cNvSpPr>
          <p:nvPr>
            <p:ph type="sldNum" sz="quarter" idx="5"/>
          </p:nvPr>
        </p:nvSpPr>
        <p:spPr/>
      </p:sp>
    </p:spTree>
    <p:extLst>
      <p:ext uri="{BB962C8B-B14F-4D97-AF65-F5344CB8AC3E}">
        <p14:creationId xmlns:p14="http://schemas.microsoft.com/office/powerpoint/2010/main" val="2017671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以上、</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【台本】</a:t>
            </a:r>
          </a:p>
          <a:p>
            <a:r>
              <a:t>（クロージングスライド。質疑応答の背景として表示したまま、個別の質問を受け付ける）</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フィジカルAIエコシステムを適用できそうなユースケース候補、まず産業現場編です。ポイントは、AIがカメラで見る・分析するで終わらず、掴む・運ぶ・取り除くといった「行動」まで担う点で、ここが従来のエッジAI活用との一番の違いです。物流倉庫は人手不足が最も深刻で、VLAアームとAMRの実用化が最も早いと見られる領域です。製造は外観検査で見つけた不良をロボットが取り除くところまで。建設・プラントはドローンの自律巡回点検と建機の遠隔操縦から、段階的な自律化を狙う切り口です。いずれも、エッジの即時推論・ローカル5G・集中基盤という3要素がそのまま効いてきます。</a:t>
            </a:r>
            <a:r>
              <a:rPr lang="ja-JP" altLang="en-US" dirty="0"/>
              <a:t/>
            </a:r>
            <a:r>
              <a:rPr dirty="0"/>
              <a:t/>
            </a:r>
            <a:r>
              <a:rPr lang="ja-JP" altLang="en-US" dirty="0"/>
              <a:t/>
            </a:r>
            <a:r>
              <a:rPr lang="en-US" altLang="ja-JP" dirty="0"/>
              <a:t/>
            </a:r>
            <a:r>
              <a:rPr lang="ja-JP" altLang="en-US" dirty="0"/>
              <a:t/>
            </a:r>
            <a:r>
              <a:rPr dirty="0"/>
              <a:t/>
            </a:r>
            <a:r>
              <a:rPr lang="ja-JP" altLang="en-US" dirty="0"/>
              <a:t/>
            </a:r>
            <a:endParaRPr dirty="0"/>
          </a:p>
          <a:p>
            <a:r>
              <a:rPr dirty="0"/>
              <a:t/>
            </a:r>
            <a:r>
              <a:rPr lang="ja-JP" altLang="en-US" dirty="0"/>
              <a:t/>
            </a:r>
            <a:r>
              <a:rPr dirty="0"/>
              <a:t/>
            </a:r>
            <a:endParaRPr lang="en-US" dirty="0"/>
          </a:p>
          <a:p>
            <a:r>
              <a:rPr dirty="0" err="1"/>
              <a:t/>
            </a:r>
            <a:r>
              <a:rPr lang="ja-JP" altLang="en-US" dirty="0"/>
              <a:t/>
            </a:r>
            <a:r>
              <a:rPr dirty="0"/>
              <a:t/>
            </a:r>
            <a:r>
              <a:rPr dirty="0" err="1"/>
              <a:t/>
            </a:r>
            <a:r>
              <a:rPr lang="ja-JP" altLang="en-US" dirty="0"/>
              <a:t/>
            </a:r>
            <a:endParaRPr lang="en-US" altLang="ja-JP" dirty="0"/>
          </a:p>
          <a:p>
            <a:endParaRPr dirty="0"/>
          </a:p>
          <a:p>
            <a:r>
              <a:rPr dirty="0"/>
              <a:t/>
            </a:r>
            <a:r>
              <a:rPr lang="ja-JP" altLang="en-US" dirty="0"/>
              <a:t/>
            </a:r>
            <a:r>
              <a:rPr dirty="0"/>
              <a:t/>
            </a:r>
            <a:r>
              <a:rPr lang="ja-JP" altLang="en-US" dirty="0"/>
              <a:t/>
            </a:r>
            <a:endParaRPr lang="en-US" altLang="ja-JP" dirty="0"/>
          </a:p>
          <a:p>
            <a:r>
              <a:rPr dirty="0" err="1"/>
              <a:t/>
            </a:r>
            <a:r>
              <a:rPr dirty="0"/>
              <a:t/>
            </a:r>
            <a:r>
              <a:rPr lang="ja-JP" altLang="en-US" dirty="0"/>
              <a:t/>
            </a:r>
            <a:r>
              <a:rPr dirty="0" err="1"/>
              <a:t/>
            </a:r>
            <a:r>
              <a:rPr lang="ja-JP" altLang="en-US" dirty="0"/>
              <a:t/>
            </a:r>
            <a:endParaRPr lang="en-US" altLang="ja-JP" dirty="0"/>
          </a:p>
          <a:p>
            <a:endParaRPr dirty="0"/>
          </a:p>
          <a:p>
            <a:r>
              <a:rPr dirty="0"/>
              <a:t/>
            </a:r>
            <a:r>
              <a:rPr lang="ja-JP" altLang="en-US" dirty="0"/>
              <a:t/>
            </a:r>
            <a:r>
              <a:rPr dirty="0" err="1"/>
              <a:t/>
            </a:r>
            <a:r>
              <a:rPr dirty="0"/>
              <a:t/>
            </a:r>
            <a:endParaRPr lang="en-US" dirty="0"/>
          </a:p>
          <a:p>
            <a:r>
              <a:rPr dirty="0" err="1"/>
              <a:t/>
            </a:r>
            <a:r>
              <a:rPr dirty="0"/>
              <a:t/>
            </a:r>
            <a:endParaRPr lang="en-US" dirty="0"/>
          </a:p>
          <a:p>
            <a:r>
              <a:rPr lang="ja-JP" altLang="en-US" dirty="0"/>
              <a:t/>
            </a:r>
            <a:r>
              <a:rPr lang="en-US" altLang="ja-JP" dirty="0"/>
              <a:t/>
            </a:r>
            <a:r>
              <a:rPr lang="ja-JP" altLang="en-US" dirty="0"/>
              <a:t/>
            </a:r>
            <a:endParaRPr lang="en-US" altLang="ja-JP" dirty="0"/>
          </a:p>
          <a:p>
            <a:r>
              <a:rPr lang="ja-JP" altLang="en-US" dirty="0"/>
              <a:t/>
            </a:r>
            <a:endParaRPr lang="en-US" altLang="ja-JP" dirty="0"/>
          </a:p>
          <a:p>
            <a:r>
              <a:rPr dirty="0" err="1"/>
              <a:t/>
            </a:r>
            <a:r>
              <a:rPr lang="ja-JP" altLang="en-US" dirty="0"/>
              <a:t/>
            </a:r>
            <a:r>
              <a:rPr dirty="0" err="1"/>
              <a:t/>
            </a:r>
            <a:r>
              <a:rPr lang="ja-JP" altLang="en-US" dirty="0"/>
              <a:t/>
            </a:r>
            <a:r>
              <a:rPr dirty="0"/>
              <a:t/>
            </a:r>
            <a:r>
              <a:rPr dirty="0" err="1"/>
              <a:t/>
            </a:r>
            <a:r>
              <a:rPr dirty="0"/>
              <a:t/>
            </a:r>
            <a:r>
              <a:rPr lang="ja-JP" altLang="en-US" dirty="0"/>
              <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0304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続いて地域・社会編です。こちらは現在提案中の害獣対策・防災の実証とそのまま直結しています。検知して知らせるだけでなく、ドローンが出動して追い払う・逃げ遅れた方の避難を誘導する、というところまでAIが担うのがフィジカルAIらしさです。1件実証すれば、認識→判断→行動という型を農業やインフラ点検にも転用できるので、横展開が狙えると考えています。</a:t>
            </a:r>
            <a:r>
              <a:rPr lang="ja-JP" altLang="en-US" dirty="0"/>
              <a:t/>
            </a:r>
            <a:r>
              <a:rPr dirty="0"/>
              <a:t/>
            </a:r>
            <a:r>
              <a:rPr lang="ja-JP" altLang="en-US" dirty="0"/>
              <a:t/>
            </a:r>
            <a:r>
              <a:rPr lang="en-US" altLang="ja-JP" dirty="0"/>
              <a:t/>
            </a:r>
            <a:r>
              <a:rPr lang="ja-JP" altLang="en-US" dirty="0"/>
              <a:t/>
            </a:r>
            <a:r>
              <a:rPr dirty="0"/>
              <a:t/>
            </a:r>
            <a:r>
              <a:rPr lang="ja-JP" altLang="en-US" dirty="0"/>
              <a:t/>
            </a:r>
            <a:endParaRPr dirty="0"/>
          </a:p>
          <a:p>
            <a:r>
              <a:rPr dirty="0"/>
              <a:t/>
            </a:r>
            <a:r>
              <a:rPr lang="ja-JP" altLang="en-US" dirty="0"/>
              <a:t/>
            </a:r>
            <a:r>
              <a:rPr dirty="0"/>
              <a:t/>
            </a:r>
            <a:endParaRPr lang="en-US" dirty="0"/>
          </a:p>
          <a:p>
            <a:r>
              <a:rPr dirty="0" err="1"/>
              <a:t/>
            </a:r>
            <a:r>
              <a:rPr lang="ja-JP" altLang="en-US" dirty="0"/>
              <a:t/>
            </a:r>
            <a:r>
              <a:rPr dirty="0"/>
              <a:t/>
            </a:r>
            <a:r>
              <a:rPr dirty="0" err="1"/>
              <a:t/>
            </a:r>
            <a:r>
              <a:rPr lang="ja-JP" altLang="en-US" dirty="0"/>
              <a:t/>
            </a:r>
            <a:endParaRPr lang="en-US" altLang="ja-JP" dirty="0"/>
          </a:p>
          <a:p>
            <a:endParaRPr dirty="0"/>
          </a:p>
          <a:p>
            <a:r>
              <a:rPr dirty="0"/>
              <a:t/>
            </a:r>
            <a:r>
              <a:rPr lang="ja-JP" altLang="en-US" dirty="0"/>
              <a:t/>
            </a:r>
            <a:r>
              <a:rPr dirty="0"/>
              <a:t/>
            </a:r>
            <a:r>
              <a:rPr lang="ja-JP" altLang="en-US" dirty="0"/>
              <a:t/>
            </a:r>
            <a:endParaRPr lang="en-US" altLang="ja-JP" dirty="0"/>
          </a:p>
          <a:p>
            <a:r>
              <a:rPr dirty="0" err="1"/>
              <a:t/>
            </a:r>
            <a:r>
              <a:rPr dirty="0"/>
              <a:t/>
            </a:r>
            <a:r>
              <a:rPr lang="ja-JP" altLang="en-US" dirty="0"/>
              <a:t/>
            </a:r>
            <a:r>
              <a:rPr dirty="0" err="1"/>
              <a:t/>
            </a:r>
            <a:r>
              <a:rPr lang="ja-JP" altLang="en-US" dirty="0"/>
              <a:t/>
            </a:r>
            <a:endParaRPr lang="en-US" altLang="ja-JP" dirty="0"/>
          </a:p>
          <a:p>
            <a:endParaRPr dirty="0"/>
          </a:p>
          <a:p>
            <a:r>
              <a:rPr dirty="0"/>
              <a:t/>
            </a:r>
            <a:r>
              <a:rPr lang="ja-JP" altLang="en-US" dirty="0"/>
              <a:t/>
            </a:r>
            <a:r>
              <a:rPr dirty="0" err="1"/>
              <a:t/>
            </a:r>
            <a:r>
              <a:rPr dirty="0"/>
              <a:t/>
            </a:r>
            <a:endParaRPr lang="en-US" dirty="0"/>
          </a:p>
          <a:p>
            <a:r>
              <a:rPr dirty="0" err="1"/>
              <a:t/>
            </a:r>
            <a:r>
              <a:rPr dirty="0"/>
              <a:t/>
            </a:r>
            <a:endParaRPr lang="en-US" dirty="0"/>
          </a:p>
          <a:p>
            <a:r>
              <a:rPr lang="ja-JP" altLang="en-US" dirty="0"/>
              <a:t/>
            </a:r>
            <a:r>
              <a:rPr lang="en-US" altLang="ja-JP" dirty="0"/>
              <a:t/>
            </a:r>
            <a:r>
              <a:rPr lang="ja-JP" altLang="en-US" dirty="0"/>
              <a:t/>
            </a:r>
            <a:endParaRPr lang="en-US" altLang="ja-JP" dirty="0"/>
          </a:p>
          <a:p>
            <a:r>
              <a:rPr lang="ja-JP" altLang="en-US" dirty="0"/>
              <a:t/>
            </a:r>
            <a:endParaRPr lang="en-US" altLang="ja-JP" dirty="0"/>
          </a:p>
          <a:p>
            <a:r>
              <a:rPr dirty="0" err="1"/>
              <a:t/>
            </a:r>
            <a:r>
              <a:rPr lang="ja-JP" altLang="en-US" dirty="0"/>
              <a:t/>
            </a:r>
            <a:r>
              <a:rPr dirty="0" err="1"/>
              <a:t/>
            </a:r>
            <a:r>
              <a:rPr lang="ja-JP" altLang="en-US" dirty="0"/>
              <a:t/>
            </a:r>
            <a:r>
              <a:rPr dirty="0"/>
              <a:t/>
            </a:r>
            <a:r>
              <a:rPr dirty="0" err="1"/>
              <a:t/>
            </a:r>
            <a:r>
              <a:rPr dirty="0"/>
              <a:t/>
            </a:r>
            <a:r>
              <a:rPr lang="ja-JP" altLang="en-US" dirty="0"/>
              <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0304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9489" y="2971784"/>
            <a:ext cx="8135937" cy="568355"/>
          </a:xfrm>
        </p:spPr>
        <p:txBody>
          <a:bodyPr anchor="b">
            <a:normAutofit/>
          </a:bodyPr>
          <a:lstStyle>
            <a:lvl1pPr algn="l">
              <a:defRPr sz="3400" b="1" i="0" baseline="0">
                <a:solidFill>
                  <a:schemeClr val="accent1"/>
                </a:solidFill>
                <a:latin typeface="BIZ UDPゴシック" panose="020B0400000000000000" pitchFamily="34" charset="-128"/>
                <a:ea typeface="BIZ UDPゴシック" panose="020B0400000000000000" pitchFamily="34" charset="-128"/>
              </a:defRPr>
            </a:lvl1pPr>
          </a:lstStyle>
          <a:p>
            <a:r>
              <a:rPr lang="ja-JP" altLang="en-US" dirty="0"/>
              <a:t>スライドタイトル</a:t>
            </a:r>
            <a:endParaRPr lang="en-US" dirty="0"/>
          </a:p>
        </p:txBody>
      </p:sp>
      <p:sp>
        <p:nvSpPr>
          <p:cNvPr id="3" name="Subtitle 2"/>
          <p:cNvSpPr>
            <a:spLocks noGrp="1"/>
          </p:cNvSpPr>
          <p:nvPr>
            <p:ph type="subTitle" idx="1" hasCustomPrompt="1"/>
          </p:nvPr>
        </p:nvSpPr>
        <p:spPr>
          <a:xfrm>
            <a:off x="559490" y="455555"/>
            <a:ext cx="6535562" cy="294943"/>
          </a:xfrm>
        </p:spPr>
        <p:txBody>
          <a:bodyPr>
            <a:noAutofit/>
          </a:bodyPr>
          <a:lstStyle>
            <a:lvl1pPr marL="0" indent="0" algn="l">
              <a:buNone/>
              <a:defRPr sz="1600" b="1" i="0" baseline="0">
                <a:solidFill>
                  <a:schemeClr val="accent1"/>
                </a:solidFill>
                <a:latin typeface="BIZ UDPGothic" panose="020B0400000000000000" pitchFamily="34" charset="-128"/>
                <a:ea typeface="BIZ UDPGothic" panose="020B0400000000000000"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〇〇</a:t>
            </a:r>
            <a:r>
              <a:rPr lang="en-US" altLang="ja-JP" dirty="0" err="1"/>
              <a:t>〇〇〇〇〇〇</a:t>
            </a:r>
            <a:r>
              <a:rPr lang="en-US" dirty="0" err="1"/>
              <a:t>株式会社</a:t>
            </a:r>
            <a:r>
              <a:rPr lang="en-US" dirty="0"/>
              <a:t>   </a:t>
            </a:r>
            <a:r>
              <a:rPr lang="en-US" dirty="0" err="1"/>
              <a:t>御中</a:t>
            </a:r>
            <a:endParaRPr lang="en-US" dirty="0"/>
          </a:p>
        </p:txBody>
      </p:sp>
      <p:pic>
        <p:nvPicPr>
          <p:cNvPr id="12" name="図 11" descr="ロゴ&#10;&#10;中程度の精度で自動的に生成された説明">
            <a:extLst>
              <a:ext uri="{FF2B5EF4-FFF2-40B4-BE49-F238E27FC236}">
                <a16:creationId xmlns:a16="http://schemas.microsoft.com/office/drawing/2014/main" id="{91C61609-E934-6D94-45E8-4C5C7222896B}"/>
              </a:ext>
            </a:extLst>
          </p:cNvPr>
          <p:cNvPicPr>
            <a:picLocks noChangeAspect="1"/>
          </p:cNvPicPr>
          <p:nvPr userDrawn="1"/>
        </p:nvPicPr>
        <p:blipFill>
          <a:blip r:embed="rId2"/>
          <a:stretch>
            <a:fillRect/>
          </a:stretch>
        </p:blipFill>
        <p:spPr>
          <a:xfrm>
            <a:off x="657017" y="5898392"/>
            <a:ext cx="1318254" cy="496733"/>
          </a:xfrm>
          <a:prstGeom prst="rect">
            <a:avLst/>
          </a:prstGeom>
        </p:spPr>
      </p:pic>
      <p:pic>
        <p:nvPicPr>
          <p:cNvPr id="13" name="図 12" descr="図形, 矢印&#10;&#10;自動的に生成された説明">
            <a:extLst>
              <a:ext uri="{FF2B5EF4-FFF2-40B4-BE49-F238E27FC236}">
                <a16:creationId xmlns:a16="http://schemas.microsoft.com/office/drawing/2014/main" id="{77C1A79A-EE6C-3D8D-372B-1EC0B0D96C47}"/>
              </a:ext>
            </a:extLst>
          </p:cNvPr>
          <p:cNvPicPr>
            <a:picLocks noChangeAspect="1"/>
          </p:cNvPicPr>
          <p:nvPr userDrawn="1"/>
        </p:nvPicPr>
        <p:blipFill>
          <a:blip r:embed="rId3"/>
          <a:stretch>
            <a:fillRect/>
          </a:stretch>
        </p:blipFill>
        <p:spPr>
          <a:xfrm>
            <a:off x="7264812" y="0"/>
            <a:ext cx="4695825" cy="6858000"/>
          </a:xfrm>
          <a:prstGeom prst="rect">
            <a:avLst/>
          </a:prstGeom>
        </p:spPr>
      </p:pic>
      <p:pic>
        <p:nvPicPr>
          <p:cNvPr id="14" name="図 13" descr="文字が書かれている&#10;&#10;中程度の精度で自動的に生成された説明">
            <a:extLst>
              <a:ext uri="{FF2B5EF4-FFF2-40B4-BE49-F238E27FC236}">
                <a16:creationId xmlns:a16="http://schemas.microsoft.com/office/drawing/2014/main" id="{3A21D7F1-218B-EF6B-6970-CDF014BDF8F5}"/>
              </a:ext>
            </a:extLst>
          </p:cNvPr>
          <p:cNvPicPr>
            <a:picLocks noChangeAspect="1"/>
          </p:cNvPicPr>
          <p:nvPr userDrawn="1"/>
        </p:nvPicPr>
        <p:blipFill>
          <a:blip r:embed="rId4"/>
          <a:stretch>
            <a:fillRect/>
          </a:stretch>
        </p:blipFill>
        <p:spPr>
          <a:xfrm>
            <a:off x="10272469" y="323523"/>
            <a:ext cx="1518408" cy="367357"/>
          </a:xfrm>
          <a:prstGeom prst="rect">
            <a:avLst/>
          </a:prstGeom>
        </p:spPr>
      </p:pic>
      <p:sp>
        <p:nvSpPr>
          <p:cNvPr id="20" name="テキスト プレースホルダー 19">
            <a:extLst>
              <a:ext uri="{FF2B5EF4-FFF2-40B4-BE49-F238E27FC236}">
                <a16:creationId xmlns:a16="http://schemas.microsoft.com/office/drawing/2014/main" id="{3667EF0E-F860-9065-842F-49984BAD0109}"/>
              </a:ext>
            </a:extLst>
          </p:cNvPr>
          <p:cNvSpPr>
            <a:spLocks noGrp="1"/>
          </p:cNvSpPr>
          <p:nvPr>
            <p:ph type="body" sz="quarter" idx="14" hasCustomPrompt="1"/>
          </p:nvPr>
        </p:nvSpPr>
        <p:spPr>
          <a:xfrm>
            <a:off x="559488" y="4183823"/>
            <a:ext cx="6535562" cy="294943"/>
          </a:xfrm>
        </p:spPr>
        <p:txBody>
          <a:bodyPr>
            <a:normAutofit/>
          </a:bodyPr>
          <a:lstStyle>
            <a:lvl1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0" i="0">
                <a:solidFill>
                  <a:schemeClr val="accent1"/>
                </a:solidFill>
                <a:latin typeface="BIZ UDPGothic" panose="020B0400000000000000" pitchFamily="34" charset="-128"/>
                <a:ea typeface="BIZ UDPGothic" panose="020B0400000000000000" pitchFamily="34" charset="-128"/>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双日テックイノベーション株式会社</a:t>
            </a:r>
            <a:endParaRPr kumimoji="1" lang="en-US" altLang="ja-JP" dirty="0"/>
          </a:p>
        </p:txBody>
      </p:sp>
      <p:sp>
        <p:nvSpPr>
          <p:cNvPr id="6" name="テキスト プレースホルダー 19">
            <a:extLst>
              <a:ext uri="{FF2B5EF4-FFF2-40B4-BE49-F238E27FC236}">
                <a16:creationId xmlns:a16="http://schemas.microsoft.com/office/drawing/2014/main" id="{45B24984-7E4C-DB70-29A4-E3B0EE9BAF20}"/>
              </a:ext>
            </a:extLst>
          </p:cNvPr>
          <p:cNvSpPr>
            <a:spLocks noGrp="1"/>
          </p:cNvSpPr>
          <p:nvPr>
            <p:ph type="body" sz="quarter" idx="15" hasCustomPrompt="1"/>
          </p:nvPr>
        </p:nvSpPr>
        <p:spPr>
          <a:xfrm>
            <a:off x="559488" y="4888095"/>
            <a:ext cx="6535562" cy="294943"/>
          </a:xfrm>
        </p:spPr>
        <p:txBody>
          <a:bodyPr>
            <a:normAutofit/>
          </a:bodyPr>
          <a:lstStyle>
            <a:lvl1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0" i="0">
                <a:solidFill>
                  <a:schemeClr val="accent1"/>
                </a:solidFill>
                <a:latin typeface="BIZ UDPGothic" panose="020B0400000000000000" pitchFamily="34" charset="-128"/>
                <a:ea typeface="BIZ UDPGothic" panose="020B0400000000000000" pitchFamily="34" charset="-128"/>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〇〇〇〇部〇〇〇〇課</a:t>
            </a:r>
          </a:p>
        </p:txBody>
      </p:sp>
      <p:sp>
        <p:nvSpPr>
          <p:cNvPr id="7" name="テキスト プレースホルダー 19">
            <a:extLst>
              <a:ext uri="{FF2B5EF4-FFF2-40B4-BE49-F238E27FC236}">
                <a16:creationId xmlns:a16="http://schemas.microsoft.com/office/drawing/2014/main" id="{FC50F80F-5787-97ED-105C-23577087D626}"/>
              </a:ext>
            </a:extLst>
          </p:cNvPr>
          <p:cNvSpPr>
            <a:spLocks noGrp="1"/>
          </p:cNvSpPr>
          <p:nvPr>
            <p:ph type="body" sz="quarter" idx="16" hasCustomPrompt="1"/>
          </p:nvPr>
        </p:nvSpPr>
        <p:spPr>
          <a:xfrm>
            <a:off x="559488" y="4538770"/>
            <a:ext cx="6535562" cy="289524"/>
          </a:xfrm>
        </p:spPr>
        <p:txBody>
          <a:bodyPr>
            <a:normAutofit/>
          </a:bodyPr>
          <a:lstStyle>
            <a:lvl1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0" i="0">
                <a:solidFill>
                  <a:schemeClr val="accent1"/>
                </a:solidFill>
                <a:latin typeface="BIZ UDPGothic" panose="020B0400000000000000" pitchFamily="34" charset="-128"/>
                <a:ea typeface="BIZ UDPGothic" panose="020B0400000000000000" pitchFamily="34" charset="-128"/>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〇〇〇〇〇〇〇〇事業本部</a:t>
            </a:r>
            <a:endParaRPr kumimoji="1" lang="en-US" altLang="ja-JP" dirty="0"/>
          </a:p>
        </p:txBody>
      </p:sp>
      <p:sp>
        <p:nvSpPr>
          <p:cNvPr id="4" name="テキスト プレースホルダー 19">
            <a:extLst>
              <a:ext uri="{FF2B5EF4-FFF2-40B4-BE49-F238E27FC236}">
                <a16:creationId xmlns:a16="http://schemas.microsoft.com/office/drawing/2014/main" id="{D7B851B6-8739-6DBD-3433-427387865A33}"/>
              </a:ext>
            </a:extLst>
          </p:cNvPr>
          <p:cNvSpPr>
            <a:spLocks noGrp="1"/>
          </p:cNvSpPr>
          <p:nvPr>
            <p:ph type="body" sz="quarter" idx="17" hasCustomPrompt="1"/>
          </p:nvPr>
        </p:nvSpPr>
        <p:spPr>
          <a:xfrm>
            <a:off x="559488" y="3752762"/>
            <a:ext cx="6535562" cy="294943"/>
          </a:xfrm>
        </p:spPr>
        <p:txBody>
          <a:bodyPr anchor="ctr">
            <a:noAutofit/>
          </a:bodyPr>
          <a:lstStyle>
            <a:lvl1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0" i="0">
                <a:solidFill>
                  <a:schemeClr val="accent1"/>
                </a:solidFill>
                <a:latin typeface="BIZ UDPGothic" panose="020B0400000000000000" pitchFamily="34" charset="-128"/>
                <a:ea typeface="BIZ UDPGothic" panose="020B0400000000000000" pitchFamily="34" charset="-128"/>
              </a:defRPr>
            </a:lvl1pPr>
          </a:lstStyle>
          <a:p>
            <a:r>
              <a:rPr lang="en-US" altLang="ja-JP" b="0" i="0" dirty="0" err="1">
                <a:latin typeface="BIZ UDPGothic" panose="020B0400000000000000" pitchFamily="34" charset="-128"/>
                <a:ea typeface="BIZ UDPGothic" panose="020B0400000000000000" pitchFamily="34" charset="-128"/>
              </a:rPr>
              <a:t>yyyy</a:t>
            </a:r>
            <a:r>
              <a:rPr lang="ja-JP" altLang="en-US" b="0" i="0" dirty="0">
                <a:latin typeface="BIZ UDPGothic" panose="020B0400000000000000" pitchFamily="34" charset="-128"/>
                <a:ea typeface="BIZ UDPGothic" panose="020B0400000000000000" pitchFamily="34" charset="-128"/>
              </a:rPr>
              <a:t>年</a:t>
            </a:r>
            <a:r>
              <a:rPr lang="en-US" altLang="ja-JP" b="0" i="0" dirty="0">
                <a:latin typeface="BIZ UDPGothic" panose="020B0400000000000000" pitchFamily="34" charset="-128"/>
                <a:ea typeface="BIZ UDPGothic" panose="020B0400000000000000" pitchFamily="34" charset="-128"/>
              </a:rPr>
              <a:t>mm</a:t>
            </a:r>
            <a:r>
              <a:rPr lang="ja-JP" altLang="en-US" b="0" i="0" dirty="0">
                <a:latin typeface="BIZ UDPGothic" panose="020B0400000000000000" pitchFamily="34" charset="-128"/>
                <a:ea typeface="BIZ UDPGothic" panose="020B0400000000000000" pitchFamily="34" charset="-128"/>
              </a:rPr>
              <a:t>月</a:t>
            </a:r>
            <a:r>
              <a:rPr lang="en-US" altLang="ja-JP" b="0" i="0" dirty="0">
                <a:latin typeface="BIZ UDPGothic" panose="020B0400000000000000" pitchFamily="34" charset="-128"/>
                <a:ea typeface="BIZ UDPGothic" panose="020B0400000000000000" pitchFamily="34" charset="-128"/>
              </a:rPr>
              <a:t>dd</a:t>
            </a:r>
            <a:r>
              <a:rPr lang="ja-JP" altLang="en-US" b="0" i="0" dirty="0">
                <a:latin typeface="BIZ UDPGothic" panose="020B0400000000000000" pitchFamily="34" charset="-128"/>
                <a:ea typeface="BIZ UDPGothic" panose="020B0400000000000000" pitchFamily="34" charset="-128"/>
              </a:rPr>
              <a:t>日</a:t>
            </a:r>
            <a:endParaRPr lang="en-US" altLang="ja-JP" b="0" i="0" dirty="0">
              <a:latin typeface="BIZ UDPGothic" panose="020B0400000000000000" pitchFamily="34" charset="-128"/>
              <a:ea typeface="BIZ UDPGothic" panose="020B0400000000000000" pitchFamily="34" charset="-128"/>
            </a:endParaRPr>
          </a:p>
        </p:txBody>
      </p:sp>
      <p:pic>
        <p:nvPicPr>
          <p:cNvPr id="5" name="グラフィックス 4">
            <a:extLst>
              <a:ext uri="{FF2B5EF4-FFF2-40B4-BE49-F238E27FC236}">
                <a16:creationId xmlns:a16="http://schemas.microsoft.com/office/drawing/2014/main" id="{04E82DED-A5F3-B7BA-187C-F48C8E49C31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472622" y="5860282"/>
            <a:ext cx="1318255" cy="572953"/>
          </a:xfrm>
          <a:prstGeom prst="rect">
            <a:avLst/>
          </a:prstGeom>
        </p:spPr>
      </p:pic>
    </p:spTree>
    <p:extLst>
      <p:ext uri="{BB962C8B-B14F-4D97-AF65-F5344CB8AC3E}">
        <p14:creationId xmlns:p14="http://schemas.microsoft.com/office/powerpoint/2010/main" val="330649011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目次（</a:t>
            </a:r>
            <a:r>
              <a:rPr lang="en-US" altLang="ja-JP" dirty="0"/>
              <a:t>2</a:t>
            </a:r>
            <a:r>
              <a:rPr lang="ja-JP" altLang="en-US" dirty="0"/>
              <a:t>４</a:t>
            </a:r>
            <a:r>
              <a:rPr lang="en-US" altLang="ja-JP" dirty="0"/>
              <a:t>pt</a:t>
            </a:r>
            <a:r>
              <a:rPr lang="ja-JP" altLang="en-US" dirty="0"/>
              <a:t>）</a:t>
            </a:r>
            <a:endParaRPr lang="en-US"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4" name="Content Placeholder 2">
            <a:extLst>
              <a:ext uri="{FF2B5EF4-FFF2-40B4-BE49-F238E27FC236}">
                <a16:creationId xmlns:a16="http://schemas.microsoft.com/office/drawing/2014/main" id="{4225AD9D-E296-7156-536C-D9A7EDA7F415}"/>
              </a:ext>
            </a:extLst>
          </p:cNvPr>
          <p:cNvSpPr>
            <a:spLocks noGrp="1"/>
          </p:cNvSpPr>
          <p:nvPr>
            <p:ph idx="1" hasCustomPrompt="1"/>
          </p:nvPr>
        </p:nvSpPr>
        <p:spPr>
          <a:xfrm>
            <a:off x="460431" y="1186160"/>
            <a:ext cx="11184282" cy="5109933"/>
          </a:xfrm>
        </p:spPr>
        <p:txBody>
          <a:bodyPr>
            <a:normAutofit/>
          </a:bodyPr>
          <a:lstStyle>
            <a:lvl1pPr marL="228600" indent="-228600" algn="dist">
              <a:buClr>
                <a:schemeClr val="tx2"/>
              </a:buClr>
              <a:buSzPct val="100000"/>
              <a:buFont typeface="Wingdings" panose="05000000000000000000" pitchFamily="2" charset="2"/>
              <a:buChar char="l"/>
              <a:defRPr sz="2000" b="1" i="0" baseline="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4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lang="ja-JP" altLang="en-US" dirty="0"/>
              <a:t> タイトル</a:t>
            </a:r>
            <a:r>
              <a:rPr lang="en-US" altLang="ja-JP" dirty="0"/>
              <a:t>(</a:t>
            </a:r>
            <a:r>
              <a:rPr lang="ja-JP" altLang="en-US" dirty="0"/>
              <a:t>２０</a:t>
            </a:r>
            <a:r>
              <a:rPr lang="en-US" altLang="ja-JP" dirty="0"/>
              <a:t>pt) </a:t>
            </a:r>
            <a:r>
              <a:rPr lang="ja-JP" altLang="en-US" baseline="-25000" dirty="0"/>
              <a:t>・・・・・・・・・・・・・・・・・・・・・・・・・・・・・・・・・・・・・・・・・・・・・・・・・・・・・・・・・・・・・・・・・・・・・・・・・・・・</a:t>
            </a:r>
            <a:r>
              <a:rPr lang="ja-JP" altLang="en-US" dirty="0"/>
              <a:t> </a:t>
            </a:r>
            <a:r>
              <a:rPr lang="en-US" altLang="ja-JP" dirty="0"/>
              <a:t>pp</a:t>
            </a:r>
          </a:p>
          <a:p>
            <a:pPr lvl="0"/>
            <a:r>
              <a:rPr lang="ja-JP" altLang="en-US" dirty="0"/>
              <a:t> タイトル</a:t>
            </a:r>
            <a:r>
              <a:rPr lang="en-US" altLang="ja-JP" dirty="0"/>
              <a:t>(</a:t>
            </a:r>
            <a:r>
              <a:rPr lang="ja-JP" altLang="en-US" dirty="0"/>
              <a:t>２０</a:t>
            </a:r>
            <a:r>
              <a:rPr lang="en-US" altLang="ja-JP" dirty="0"/>
              <a:t>pt) </a:t>
            </a:r>
            <a:r>
              <a:rPr lang="ja-JP" altLang="en-US" baseline="-25000" dirty="0"/>
              <a:t>・・・・・・・・・・・・・・・・・・・・・・・・・・・・・・・・・・・・・・・・・・・・・・・・・・・・・・・・・・・・・・・・・・・・・・・・・・・・</a:t>
            </a:r>
            <a:r>
              <a:rPr lang="ja-JP" altLang="en-US" dirty="0"/>
              <a:t> </a:t>
            </a:r>
            <a:r>
              <a:rPr lang="en-US" altLang="ja-JP" dirty="0"/>
              <a:t>pp</a:t>
            </a:r>
          </a:p>
          <a:p>
            <a:pPr lvl="0"/>
            <a:r>
              <a:rPr lang="ja-JP" altLang="en-US" dirty="0"/>
              <a:t> タイトル</a:t>
            </a:r>
            <a:r>
              <a:rPr lang="en-US" altLang="ja-JP" dirty="0"/>
              <a:t>(</a:t>
            </a:r>
            <a:r>
              <a:rPr lang="ja-JP" altLang="en-US" dirty="0"/>
              <a:t>２０</a:t>
            </a:r>
            <a:r>
              <a:rPr lang="en-US" altLang="ja-JP" dirty="0"/>
              <a:t>pt) </a:t>
            </a:r>
            <a:r>
              <a:rPr lang="ja-JP" altLang="en-US" baseline="-25000" dirty="0"/>
              <a:t>・・・・・・・・・・・・・・・・・・・・・・・・・・・・・・・・・・・・・・・・・・・・・・・・・・・・・・・・・・・・・・・・・・・・・・・・・・・・</a:t>
            </a:r>
            <a:r>
              <a:rPr lang="ja-JP" altLang="en-US" dirty="0"/>
              <a:t> </a:t>
            </a:r>
            <a:r>
              <a:rPr lang="en-US" altLang="ja-JP" dirty="0"/>
              <a:t>pp</a:t>
            </a:r>
          </a:p>
        </p:txBody>
      </p:sp>
    </p:spTree>
    <p:extLst>
      <p:ext uri="{BB962C8B-B14F-4D97-AF65-F5344CB8AC3E}">
        <p14:creationId xmlns:p14="http://schemas.microsoft.com/office/powerpoint/2010/main" val="4258253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中表紙 スライド１">
    <p:bg>
      <p:bgRef idx="1001">
        <a:schemeClr val="bg2"/>
      </p:bgRef>
    </p:bg>
    <p:spTree>
      <p:nvGrpSpPr>
        <p:cNvPr id="1" name=""/>
        <p:cNvGrpSpPr/>
        <p:nvPr/>
      </p:nvGrpSpPr>
      <p:grpSpPr>
        <a:xfrm>
          <a:off x="0" y="0"/>
          <a:ext cx="0" cy="0"/>
          <a:chOff x="0" y="0"/>
          <a:chExt cx="0" cy="0"/>
        </a:xfrm>
      </p:grpSpPr>
      <p:pic>
        <p:nvPicPr>
          <p:cNvPr id="9" name="図 8" descr="図形, 矢印&#10;&#10;自動的に生成された説明">
            <a:extLst>
              <a:ext uri="{FF2B5EF4-FFF2-40B4-BE49-F238E27FC236}">
                <a16:creationId xmlns:a16="http://schemas.microsoft.com/office/drawing/2014/main" id="{BE3F4B1C-C713-3B31-AE49-09C81E25362B}"/>
              </a:ext>
            </a:extLst>
          </p:cNvPr>
          <p:cNvPicPr>
            <a:picLocks noChangeAspect="1"/>
          </p:cNvPicPr>
          <p:nvPr userDrawn="1"/>
        </p:nvPicPr>
        <p:blipFill>
          <a:blip r:embed="rId2"/>
          <a:stretch>
            <a:fillRect/>
          </a:stretch>
        </p:blipFill>
        <p:spPr>
          <a:xfrm>
            <a:off x="7264812" y="0"/>
            <a:ext cx="4695825" cy="6858000"/>
          </a:xfrm>
          <a:prstGeom prst="rect">
            <a:avLst/>
          </a:prstGeom>
        </p:spPr>
      </p:pic>
      <p:sp>
        <p:nvSpPr>
          <p:cNvPr id="2" name="Title 1"/>
          <p:cNvSpPr>
            <a:spLocks noGrp="1"/>
          </p:cNvSpPr>
          <p:nvPr>
            <p:ph type="ctrTitle" hasCustomPrompt="1"/>
          </p:nvPr>
        </p:nvSpPr>
        <p:spPr>
          <a:xfrm>
            <a:off x="550863" y="2971784"/>
            <a:ext cx="8135937" cy="568355"/>
          </a:xfrm>
        </p:spPr>
        <p:txBody>
          <a:bodyPr anchor="b">
            <a:normAutofit/>
          </a:bodyPr>
          <a:lstStyle>
            <a:lvl1pPr algn="l">
              <a:defRPr sz="3200" b="1" i="0" baseline="0">
                <a:solidFill>
                  <a:schemeClr val="accent1"/>
                </a:solidFill>
                <a:latin typeface="BIZ UDPゴシック" panose="020B0400000000000000" pitchFamily="34" charset="-128"/>
                <a:ea typeface="BIZ UDPゴシック" panose="020B0400000000000000" pitchFamily="34" charset="-128"/>
              </a:defRPr>
            </a:lvl1pPr>
          </a:lstStyle>
          <a:p>
            <a:r>
              <a:rPr lang="ja-JP" altLang="en-US" dirty="0"/>
              <a:t>中表紙タイトル</a:t>
            </a:r>
            <a:endParaRPr lang="en-US" dirty="0"/>
          </a:p>
        </p:txBody>
      </p:sp>
      <p:sp>
        <p:nvSpPr>
          <p:cNvPr id="8" name="テキスト ボックス 7">
            <a:extLst>
              <a:ext uri="{FF2B5EF4-FFF2-40B4-BE49-F238E27FC236}">
                <a16:creationId xmlns:a16="http://schemas.microsoft.com/office/drawing/2014/main" id="{6124FA32-0375-8371-4942-9DC9BAB29172}"/>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23BD0F11-B8C4-F108-E2C4-170D065473BD}"/>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3310103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表紙 スライド２">
    <p:bg>
      <p:bgPr>
        <a:solidFill>
          <a:srgbClr val="2A65F5"/>
        </a:solidFill>
        <a:effectLst/>
      </p:bgPr>
    </p:bg>
    <p:spTree>
      <p:nvGrpSpPr>
        <p:cNvPr id="1" name=""/>
        <p:cNvGrpSpPr/>
        <p:nvPr/>
      </p:nvGrpSpPr>
      <p:grpSpPr>
        <a:xfrm>
          <a:off x="0" y="0"/>
          <a:ext cx="0" cy="0"/>
          <a:chOff x="0" y="0"/>
          <a:chExt cx="0" cy="0"/>
        </a:xfrm>
      </p:grpSpPr>
      <p:pic>
        <p:nvPicPr>
          <p:cNvPr id="9" name="図 8" descr="図形, 矢印&#10;&#10;自動的に生成された説明">
            <a:extLst>
              <a:ext uri="{FF2B5EF4-FFF2-40B4-BE49-F238E27FC236}">
                <a16:creationId xmlns:a16="http://schemas.microsoft.com/office/drawing/2014/main" id="{BE3F4B1C-C713-3B31-AE49-09C81E25362B}"/>
              </a:ext>
            </a:extLst>
          </p:cNvPr>
          <p:cNvPicPr>
            <a:picLocks noChangeAspect="1"/>
          </p:cNvPicPr>
          <p:nvPr userDrawn="1"/>
        </p:nvPicPr>
        <p:blipFill>
          <a:blip r:embed="rId2"/>
          <a:stretch>
            <a:fillRect/>
          </a:stretch>
        </p:blipFill>
        <p:spPr>
          <a:xfrm>
            <a:off x="7264812" y="0"/>
            <a:ext cx="4695825" cy="6858000"/>
          </a:xfrm>
          <a:prstGeom prst="rect">
            <a:avLst/>
          </a:prstGeom>
        </p:spPr>
      </p:pic>
      <p:sp>
        <p:nvSpPr>
          <p:cNvPr id="2" name="Title 1"/>
          <p:cNvSpPr>
            <a:spLocks noGrp="1"/>
          </p:cNvSpPr>
          <p:nvPr>
            <p:ph type="ctrTitle" hasCustomPrompt="1"/>
          </p:nvPr>
        </p:nvSpPr>
        <p:spPr>
          <a:xfrm>
            <a:off x="550863" y="2971784"/>
            <a:ext cx="8135937" cy="568355"/>
          </a:xfrm>
        </p:spPr>
        <p:txBody>
          <a:bodyPr anchor="b">
            <a:normAutofit/>
          </a:bodyPr>
          <a:lstStyle>
            <a:lvl1pPr algn="l">
              <a:defRPr sz="3200" b="1" i="0" baseline="0">
                <a:solidFill>
                  <a:schemeClr val="tx1"/>
                </a:solidFill>
                <a:latin typeface="BIZ UDPゴシック" panose="020B0400000000000000" pitchFamily="34" charset="-128"/>
                <a:ea typeface="BIZ UDPゴシック" panose="020B0400000000000000" pitchFamily="34" charset="-128"/>
              </a:defRPr>
            </a:lvl1pPr>
          </a:lstStyle>
          <a:p>
            <a:r>
              <a:rPr lang="ja-JP" altLang="en-US" dirty="0"/>
              <a:t>中表紙タイトル</a:t>
            </a:r>
            <a:endParaRPr lang="en-US" dirty="0"/>
          </a:p>
        </p:txBody>
      </p:sp>
      <p:sp>
        <p:nvSpPr>
          <p:cNvPr id="8" name="テキスト ボックス 7">
            <a:extLst>
              <a:ext uri="{FF2B5EF4-FFF2-40B4-BE49-F238E27FC236}">
                <a16:creationId xmlns:a16="http://schemas.microsoft.com/office/drawing/2014/main" id="{6124FA32-0375-8371-4942-9DC9BAB29172}"/>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1"/>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1"/>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23BD0F11-B8C4-F108-E2C4-170D065473BD}"/>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1"/>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369538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スライド 01-1（アローなし）">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3" name="Content Placeholder 2"/>
          <p:cNvSpPr>
            <a:spLocks noGrp="1"/>
          </p:cNvSpPr>
          <p:nvPr>
            <p:ph idx="1" hasCustomPrompt="1"/>
          </p:nvPr>
        </p:nvSpPr>
        <p:spPr>
          <a:xfrm>
            <a:off x="460431" y="1186160"/>
            <a:ext cx="11184282" cy="5109933"/>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必要な場合のみ使用）</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a:t>
            </a:r>
            <a:r>
              <a:rPr lang="ja-JP" altLang="en-US" dirty="0"/>
              <a:t>６</a:t>
            </a:r>
            <a:r>
              <a:rPr lang="en-US" altLang="ja-JP" dirty="0"/>
              <a:t>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a:t>
            </a:r>
            <a:r>
              <a:rPr lang="ja-JP" altLang="en-US" dirty="0"/>
              <a:t>２</a:t>
            </a:r>
            <a:r>
              <a:rPr lang="en-US" altLang="ja-JP" dirty="0"/>
              <a:t>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Tree>
    <p:extLst>
      <p:ext uri="{BB962C8B-B14F-4D97-AF65-F5344CB8AC3E}">
        <p14:creationId xmlns:p14="http://schemas.microsoft.com/office/powerpoint/2010/main" val="1015193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スライド 01-2（サブタイトルなし・背景色あり）">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24pt</a:t>
            </a:r>
            <a:r>
              <a:rPr lang="ja-JP" altLang="en-US" dirty="0"/>
              <a:t>）</a:t>
            </a:r>
            <a:endParaRPr lang="en-US" dirty="0"/>
          </a:p>
        </p:txBody>
      </p:sp>
      <p:sp>
        <p:nvSpPr>
          <p:cNvPr id="3" name="Content Placeholder 2"/>
          <p:cNvSpPr>
            <a:spLocks noGrp="1"/>
          </p:cNvSpPr>
          <p:nvPr>
            <p:ph idx="1" hasCustomPrompt="1"/>
          </p:nvPr>
        </p:nvSpPr>
        <p:spPr>
          <a:xfrm>
            <a:off x="460431" y="1186160"/>
            <a:ext cx="11184282" cy="5109933"/>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必要な場合のみ使用）</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a:t>
            </a:r>
            <a:r>
              <a:rPr lang="ja-JP" altLang="en-US" dirty="0"/>
              <a:t>６</a:t>
            </a:r>
            <a:r>
              <a:rPr lang="en-US" altLang="ja-JP" dirty="0"/>
              <a:t>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a:t>
            </a:r>
            <a:r>
              <a:rPr lang="ja-JP" altLang="en-US" dirty="0"/>
              <a:t>２</a:t>
            </a:r>
            <a:r>
              <a:rPr lang="en-US" altLang="ja-JP" dirty="0"/>
              <a:t>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Tree>
    <p:extLst>
      <p:ext uri="{BB962C8B-B14F-4D97-AF65-F5344CB8AC3E}">
        <p14:creationId xmlns:p14="http://schemas.microsoft.com/office/powerpoint/2010/main" val="424644180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 スライド 01-3（アローなし）">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3" name="Content Placeholder 2"/>
          <p:cNvSpPr>
            <a:spLocks noGrp="1"/>
          </p:cNvSpPr>
          <p:nvPr>
            <p:ph idx="1" hasCustomPrompt="1"/>
          </p:nvPr>
        </p:nvSpPr>
        <p:spPr>
          <a:xfrm>
            <a:off x="463123" y="1580966"/>
            <a:ext cx="11184282" cy="4674307"/>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必要な場合のみ使用）</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16pt/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12pt/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5" name="Content Placeholder 2">
            <a:extLst>
              <a:ext uri="{FF2B5EF4-FFF2-40B4-BE49-F238E27FC236}">
                <a16:creationId xmlns:a16="http://schemas.microsoft.com/office/drawing/2014/main" id="{54D72817-A9A9-B911-F9B5-0FBF688B6B1D}"/>
              </a:ext>
            </a:extLst>
          </p:cNvPr>
          <p:cNvSpPr>
            <a:spLocks noGrp="1"/>
          </p:cNvSpPr>
          <p:nvPr>
            <p:ph idx="11" hasCustomPrompt="1"/>
          </p:nvPr>
        </p:nvSpPr>
        <p:spPr>
          <a:xfrm>
            <a:off x="463123" y="978865"/>
            <a:ext cx="11184282" cy="485437"/>
          </a:xfrm>
        </p:spPr>
        <p:txBody>
          <a:bodyPr/>
          <a:lstStyle>
            <a:lvl1pPr marL="0" indent="0">
              <a:buClr>
                <a:schemeClr val="tx2"/>
              </a:buClr>
              <a:buFont typeface="Wingdings" panose="05000000000000000000" pitchFamily="2" charset="2"/>
              <a:buNone/>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p>
          <a:p>
            <a:pPr lvl="0"/>
            <a:endParaRPr lang="ja-JP" altLang="en-US" dirty="0"/>
          </a:p>
        </p:txBody>
      </p:sp>
    </p:spTree>
    <p:extLst>
      <p:ext uri="{BB962C8B-B14F-4D97-AF65-F5344CB8AC3E}">
        <p14:creationId xmlns:p14="http://schemas.microsoft.com/office/powerpoint/2010/main" val="1307631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 スライド 02-1（サブタイトルなし）">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0432" y="979783"/>
            <a:ext cx="5447578" cy="5316311"/>
          </a:xfrm>
        </p:spPr>
        <p:txBody>
          <a:bodyPr/>
          <a:lstStyle>
            <a:lvl1pPr marL="228600" indent="-228600">
              <a:buClr>
                <a:schemeClr val="tx2"/>
              </a:buClr>
              <a:buFont typeface="Wingdings" panose="05000000000000000000" pitchFamily="2" charset="2"/>
              <a:buChar char="l"/>
              <a:defRPr sz="2000" b="1" i="0" baseline="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a:t>
            </a:r>
            <a:r>
              <a:rPr lang="ja-JP" altLang="en-US" dirty="0"/>
              <a:t>６</a:t>
            </a:r>
            <a:r>
              <a:rPr lang="en-US" altLang="ja-JP" dirty="0"/>
              <a:t>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a:t>
            </a:r>
            <a:r>
              <a:rPr lang="ja-JP" altLang="en-US" dirty="0"/>
              <a:t>２</a:t>
            </a:r>
            <a:r>
              <a:rPr lang="en-US" altLang="ja-JP" dirty="0"/>
              <a:t>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6" name="Content Placeholder 2">
            <a:extLst>
              <a:ext uri="{FF2B5EF4-FFF2-40B4-BE49-F238E27FC236}">
                <a16:creationId xmlns:a16="http://schemas.microsoft.com/office/drawing/2014/main" id="{8AF5794F-3BD7-1577-E5D1-64704FC6C824}"/>
              </a:ext>
            </a:extLst>
          </p:cNvPr>
          <p:cNvSpPr>
            <a:spLocks noGrp="1"/>
          </p:cNvSpPr>
          <p:nvPr>
            <p:ph idx="11" hasCustomPrompt="1"/>
          </p:nvPr>
        </p:nvSpPr>
        <p:spPr>
          <a:xfrm>
            <a:off x="6200094" y="978865"/>
            <a:ext cx="5447578" cy="5316311"/>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a:t>
            </a:r>
            <a:r>
              <a:rPr lang="ja-JP" altLang="en-US" dirty="0"/>
              <a:t>６</a:t>
            </a:r>
            <a:r>
              <a:rPr lang="en-US" altLang="ja-JP" dirty="0"/>
              <a:t>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14pt/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a:p>
            <a:pPr lvl="3"/>
            <a:endParaRPr lang="en-US" dirty="0"/>
          </a:p>
        </p:txBody>
      </p:sp>
      <p:sp>
        <p:nvSpPr>
          <p:cNvPr id="4" name="Title 1">
            <a:extLst>
              <a:ext uri="{FF2B5EF4-FFF2-40B4-BE49-F238E27FC236}">
                <a16:creationId xmlns:a16="http://schemas.microsoft.com/office/drawing/2014/main" id="{AC7B23EE-C32B-0F28-CE61-16A5FBCEB768}"/>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Tree>
    <p:extLst>
      <p:ext uri="{BB962C8B-B14F-4D97-AF65-F5344CB8AC3E}">
        <p14:creationId xmlns:p14="http://schemas.microsoft.com/office/powerpoint/2010/main" val="3199094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 スライド 02-2（サブタイトルあり）">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0432" y="1890371"/>
            <a:ext cx="5447578" cy="4405723"/>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20pt/</a:t>
            </a:r>
            <a:r>
              <a:rPr lang="ja-JP" altLang="en-US" dirty="0"/>
              <a:t>大見出し・メッセージ</a:t>
            </a:r>
            <a:r>
              <a:rPr lang="en-US" altLang="ja-JP" dirty="0"/>
              <a:t> ※</a:t>
            </a:r>
            <a:r>
              <a:rPr lang="ja-JP" altLang="en-US" dirty="0"/>
              <a:t>必要な場合のみ）</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16pt/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14pt/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6" name="Content Placeholder 2">
            <a:extLst>
              <a:ext uri="{FF2B5EF4-FFF2-40B4-BE49-F238E27FC236}">
                <a16:creationId xmlns:a16="http://schemas.microsoft.com/office/drawing/2014/main" id="{8AF5794F-3BD7-1577-E5D1-64704FC6C824}"/>
              </a:ext>
            </a:extLst>
          </p:cNvPr>
          <p:cNvSpPr>
            <a:spLocks noGrp="1"/>
          </p:cNvSpPr>
          <p:nvPr>
            <p:ph idx="11" hasCustomPrompt="1"/>
          </p:nvPr>
        </p:nvSpPr>
        <p:spPr>
          <a:xfrm>
            <a:off x="6200094" y="1889453"/>
            <a:ext cx="5447578" cy="4405723"/>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20pt/</a:t>
            </a:r>
            <a:r>
              <a:rPr lang="ja-JP" altLang="en-US" dirty="0"/>
              <a:t>大見出し・メッセージ</a:t>
            </a:r>
            <a:r>
              <a:rPr lang="en-US" altLang="ja-JP" dirty="0"/>
              <a:t> ※</a:t>
            </a:r>
            <a:r>
              <a:rPr lang="ja-JP" altLang="en-US" dirty="0"/>
              <a:t>必要な場合のみ）</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16pt/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14pt/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a:p>
            <a:pPr lvl="3"/>
            <a:endParaRPr lang="en-US" dirty="0"/>
          </a:p>
        </p:txBody>
      </p:sp>
      <p:sp>
        <p:nvSpPr>
          <p:cNvPr id="4" name="Title 1">
            <a:extLst>
              <a:ext uri="{FF2B5EF4-FFF2-40B4-BE49-F238E27FC236}">
                <a16:creationId xmlns:a16="http://schemas.microsoft.com/office/drawing/2014/main" id="{AC7B23EE-C32B-0F28-CE61-16A5FBCEB768}"/>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5" name="Content Placeholder 2">
            <a:extLst>
              <a:ext uri="{FF2B5EF4-FFF2-40B4-BE49-F238E27FC236}">
                <a16:creationId xmlns:a16="http://schemas.microsoft.com/office/drawing/2014/main" id="{A93E328F-114F-7DEB-3AC8-FFB9E7D73DCA}"/>
              </a:ext>
            </a:extLst>
          </p:cNvPr>
          <p:cNvSpPr>
            <a:spLocks noGrp="1"/>
          </p:cNvSpPr>
          <p:nvPr>
            <p:ph idx="12" hasCustomPrompt="1"/>
          </p:nvPr>
        </p:nvSpPr>
        <p:spPr>
          <a:xfrm>
            <a:off x="463123" y="978865"/>
            <a:ext cx="11184282" cy="834426"/>
          </a:xfrm>
        </p:spPr>
        <p:txBody>
          <a:bodyPr/>
          <a:lstStyle>
            <a:lvl1pPr marL="0" indent="0">
              <a:buClr>
                <a:schemeClr val="tx2"/>
              </a:buClr>
              <a:buFont typeface="Wingdings" panose="05000000000000000000" pitchFamily="2" charset="2"/>
              <a:buNone/>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r>
              <a:rPr lang="en-US" altLang="ja-JP" sz="2000" dirty="0">
                <a:solidFill>
                  <a:schemeClr val="tx1"/>
                </a:solidFill>
              </a:rPr>
              <a:t>/</a:t>
            </a:r>
            <a:r>
              <a:rPr lang="ja-JP" altLang="en-US" sz="2000" dirty="0">
                <a:solidFill>
                  <a:schemeClr val="tx1"/>
                </a:solidFill>
              </a:rPr>
              <a:t>２行</a:t>
            </a:r>
            <a:r>
              <a:rPr lang="en-US" altLang="ja-JP" sz="2000" dirty="0">
                <a:solidFill>
                  <a:schemeClr val="tx1"/>
                </a:solidFill>
              </a:rPr>
              <a:t> ver. </a:t>
            </a:r>
            <a:r>
              <a:rPr lang="ja-JP" altLang="en-US" dirty="0"/>
              <a:t>）</a:t>
            </a:r>
            <a:endParaRPr lang="en-US" altLang="ja-JP" dirty="0"/>
          </a:p>
          <a:p>
            <a:pPr lvl="0"/>
            <a:endParaRPr lang="ja-JP" altLang="en-US" dirty="0"/>
          </a:p>
          <a:p>
            <a:pPr lvl="0"/>
            <a:endParaRPr lang="ja-JP" altLang="en-US" dirty="0"/>
          </a:p>
        </p:txBody>
      </p:sp>
    </p:spTree>
    <p:extLst>
      <p:ext uri="{BB962C8B-B14F-4D97-AF65-F5344CB8AC3E}">
        <p14:creationId xmlns:p14="http://schemas.microsoft.com/office/powerpoint/2010/main" val="2940521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 スライド 03-1（サブタイトルなし）">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Gothic" panose="020B0400000000000000" pitchFamily="34" charset="-128"/>
                <a:ea typeface="BIZ UDPGothic" panose="020B0400000000000000" pitchFamily="34" charset="-128"/>
              </a:rPr>
              <a:t>©Sojitz Tech-Innovation Co., Ltd. All Rights Reserved.</a:t>
            </a:r>
            <a:endParaRPr lang="ja-JP" altLang="en-US" sz="900" dirty="0">
              <a:solidFill>
                <a:schemeClr val="tx2">
                  <a:lumMod val="75000"/>
                </a:schemeClr>
              </a:solidFill>
              <a:latin typeface="BIZ UDPGothic" panose="020B0400000000000000" pitchFamily="34" charset="-128"/>
              <a:ea typeface="BIZ UDPGothic" panose="020B0400000000000000" pitchFamily="34"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9" name="コンテンツ プレースホルダー 2">
            <a:extLst>
              <a:ext uri="{FF2B5EF4-FFF2-40B4-BE49-F238E27FC236}">
                <a16:creationId xmlns:a16="http://schemas.microsoft.com/office/drawing/2014/main" id="{2FD22AD8-AC86-4F9D-A42F-E989AA12BE89}"/>
              </a:ext>
            </a:extLst>
          </p:cNvPr>
          <p:cNvSpPr>
            <a:spLocks noGrp="1"/>
          </p:cNvSpPr>
          <p:nvPr>
            <p:ph idx="1" hasCustomPrompt="1"/>
          </p:nvPr>
        </p:nvSpPr>
        <p:spPr>
          <a:xfrm>
            <a:off x="456857" y="984889"/>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0" name="図プレースホルダー 11">
            <a:extLst>
              <a:ext uri="{FF2B5EF4-FFF2-40B4-BE49-F238E27FC236}">
                <a16:creationId xmlns:a16="http://schemas.microsoft.com/office/drawing/2014/main" id="{2596B21C-64C7-376D-614F-CBC07BA54D25}"/>
              </a:ext>
            </a:extLst>
          </p:cNvPr>
          <p:cNvSpPr>
            <a:spLocks noGrp="1"/>
          </p:cNvSpPr>
          <p:nvPr>
            <p:ph type="pic" sz="quarter" idx="15" hasCustomPrompt="1"/>
          </p:nvPr>
        </p:nvSpPr>
        <p:spPr>
          <a:xfrm>
            <a:off x="456855" y="2733368"/>
            <a:ext cx="3544778" cy="3561809"/>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21" name="コンテンツ プレースホルダー 2">
            <a:extLst>
              <a:ext uri="{FF2B5EF4-FFF2-40B4-BE49-F238E27FC236}">
                <a16:creationId xmlns:a16="http://schemas.microsoft.com/office/drawing/2014/main" id="{0A518090-782F-7B3A-0DB7-114629316B31}"/>
              </a:ext>
            </a:extLst>
          </p:cNvPr>
          <p:cNvSpPr>
            <a:spLocks noGrp="1"/>
          </p:cNvSpPr>
          <p:nvPr>
            <p:ph idx="16" hasCustomPrompt="1"/>
          </p:nvPr>
        </p:nvSpPr>
        <p:spPr>
          <a:xfrm>
            <a:off x="4276608" y="984884"/>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22" name="図プレースホルダー 11">
            <a:extLst>
              <a:ext uri="{FF2B5EF4-FFF2-40B4-BE49-F238E27FC236}">
                <a16:creationId xmlns:a16="http://schemas.microsoft.com/office/drawing/2014/main" id="{7CBD38C9-4DFE-BFA1-2791-CC234E624325}"/>
              </a:ext>
            </a:extLst>
          </p:cNvPr>
          <p:cNvSpPr>
            <a:spLocks noGrp="1"/>
          </p:cNvSpPr>
          <p:nvPr>
            <p:ph type="pic" sz="quarter" idx="17" hasCustomPrompt="1"/>
          </p:nvPr>
        </p:nvSpPr>
        <p:spPr>
          <a:xfrm>
            <a:off x="4276608" y="2733368"/>
            <a:ext cx="3544778" cy="3561809"/>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23" name="コンテンツ プレースホルダー 2">
            <a:extLst>
              <a:ext uri="{FF2B5EF4-FFF2-40B4-BE49-F238E27FC236}">
                <a16:creationId xmlns:a16="http://schemas.microsoft.com/office/drawing/2014/main" id="{DBEDCA7B-6210-78E7-D16E-1ACD91CDEC9C}"/>
              </a:ext>
            </a:extLst>
          </p:cNvPr>
          <p:cNvSpPr>
            <a:spLocks noGrp="1"/>
          </p:cNvSpPr>
          <p:nvPr>
            <p:ph idx="18" hasCustomPrompt="1"/>
          </p:nvPr>
        </p:nvSpPr>
        <p:spPr>
          <a:xfrm>
            <a:off x="8096360" y="984277"/>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endParaRPr kumimoji="1" lang="en-US" altLang="ja-JP" dirty="0"/>
          </a:p>
        </p:txBody>
      </p:sp>
      <p:sp>
        <p:nvSpPr>
          <p:cNvPr id="24" name="図プレースホルダー 11">
            <a:extLst>
              <a:ext uri="{FF2B5EF4-FFF2-40B4-BE49-F238E27FC236}">
                <a16:creationId xmlns:a16="http://schemas.microsoft.com/office/drawing/2014/main" id="{226060EB-C034-AD43-9B18-23B93CB8ABAF}"/>
              </a:ext>
            </a:extLst>
          </p:cNvPr>
          <p:cNvSpPr>
            <a:spLocks noGrp="1"/>
          </p:cNvSpPr>
          <p:nvPr>
            <p:ph type="pic" sz="quarter" idx="19" hasCustomPrompt="1"/>
          </p:nvPr>
        </p:nvSpPr>
        <p:spPr>
          <a:xfrm>
            <a:off x="8096358" y="2732761"/>
            <a:ext cx="3544778" cy="3561809"/>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3" name="Title 1">
            <a:extLst>
              <a:ext uri="{FF2B5EF4-FFF2-40B4-BE49-F238E27FC236}">
                <a16:creationId xmlns:a16="http://schemas.microsoft.com/office/drawing/2014/main" id="{C8270BA4-DF63-FECF-CBA0-55BB6402228D}"/>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Tree>
    <p:extLst>
      <p:ext uri="{BB962C8B-B14F-4D97-AF65-F5344CB8AC3E}">
        <p14:creationId xmlns:p14="http://schemas.microsoft.com/office/powerpoint/2010/main" val="3538665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 スライド 03-2（サブタイトルあり）">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Gothic" panose="020B0400000000000000" pitchFamily="34" charset="-128"/>
                <a:ea typeface="BIZ UDPGothic" panose="020B0400000000000000" pitchFamily="34" charset="-128"/>
              </a:rPr>
              <a:t>©Sojitz Tech-Innovation Co., Ltd. All Rights Reserved.</a:t>
            </a:r>
            <a:endParaRPr lang="ja-JP" altLang="en-US" sz="900" dirty="0">
              <a:solidFill>
                <a:schemeClr val="tx2">
                  <a:lumMod val="75000"/>
                </a:schemeClr>
              </a:solidFill>
              <a:latin typeface="BIZ UDPGothic" panose="020B0400000000000000" pitchFamily="34" charset="-128"/>
              <a:ea typeface="BIZ UDPGothic" panose="020B0400000000000000" pitchFamily="34"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9" name="コンテンツ プレースホルダー 2">
            <a:extLst>
              <a:ext uri="{FF2B5EF4-FFF2-40B4-BE49-F238E27FC236}">
                <a16:creationId xmlns:a16="http://schemas.microsoft.com/office/drawing/2014/main" id="{2FD22AD8-AC86-4F9D-A42F-E989AA12BE89}"/>
              </a:ext>
            </a:extLst>
          </p:cNvPr>
          <p:cNvSpPr>
            <a:spLocks noGrp="1"/>
          </p:cNvSpPr>
          <p:nvPr>
            <p:ph idx="1" hasCustomPrompt="1"/>
          </p:nvPr>
        </p:nvSpPr>
        <p:spPr>
          <a:xfrm>
            <a:off x="456857" y="1889453"/>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0" name="図プレースホルダー 11">
            <a:extLst>
              <a:ext uri="{FF2B5EF4-FFF2-40B4-BE49-F238E27FC236}">
                <a16:creationId xmlns:a16="http://schemas.microsoft.com/office/drawing/2014/main" id="{2596B21C-64C7-376D-614F-CBC07BA54D25}"/>
              </a:ext>
            </a:extLst>
          </p:cNvPr>
          <p:cNvSpPr>
            <a:spLocks noGrp="1"/>
          </p:cNvSpPr>
          <p:nvPr>
            <p:ph type="pic" sz="quarter" idx="15" hasCustomPrompt="1"/>
          </p:nvPr>
        </p:nvSpPr>
        <p:spPr>
          <a:xfrm>
            <a:off x="456855" y="3639493"/>
            <a:ext cx="3544778" cy="2655684"/>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21" name="コンテンツ プレースホルダー 2">
            <a:extLst>
              <a:ext uri="{FF2B5EF4-FFF2-40B4-BE49-F238E27FC236}">
                <a16:creationId xmlns:a16="http://schemas.microsoft.com/office/drawing/2014/main" id="{0A518090-782F-7B3A-0DB7-114629316B31}"/>
              </a:ext>
            </a:extLst>
          </p:cNvPr>
          <p:cNvSpPr>
            <a:spLocks noGrp="1"/>
          </p:cNvSpPr>
          <p:nvPr>
            <p:ph idx="16" hasCustomPrompt="1"/>
          </p:nvPr>
        </p:nvSpPr>
        <p:spPr>
          <a:xfrm>
            <a:off x="4276608" y="1889453"/>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22" name="図プレースホルダー 11">
            <a:extLst>
              <a:ext uri="{FF2B5EF4-FFF2-40B4-BE49-F238E27FC236}">
                <a16:creationId xmlns:a16="http://schemas.microsoft.com/office/drawing/2014/main" id="{7CBD38C9-4DFE-BFA1-2791-CC234E624325}"/>
              </a:ext>
            </a:extLst>
          </p:cNvPr>
          <p:cNvSpPr>
            <a:spLocks noGrp="1"/>
          </p:cNvSpPr>
          <p:nvPr>
            <p:ph type="pic" sz="quarter" idx="17" hasCustomPrompt="1"/>
          </p:nvPr>
        </p:nvSpPr>
        <p:spPr>
          <a:xfrm>
            <a:off x="4276608" y="3639493"/>
            <a:ext cx="3544778" cy="2655684"/>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23" name="コンテンツ プレースホルダー 2">
            <a:extLst>
              <a:ext uri="{FF2B5EF4-FFF2-40B4-BE49-F238E27FC236}">
                <a16:creationId xmlns:a16="http://schemas.microsoft.com/office/drawing/2014/main" id="{DBEDCA7B-6210-78E7-D16E-1ACD91CDEC9C}"/>
              </a:ext>
            </a:extLst>
          </p:cNvPr>
          <p:cNvSpPr>
            <a:spLocks noGrp="1"/>
          </p:cNvSpPr>
          <p:nvPr>
            <p:ph idx="18" hasCustomPrompt="1"/>
          </p:nvPr>
        </p:nvSpPr>
        <p:spPr>
          <a:xfrm>
            <a:off x="8096360" y="1888846"/>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endParaRPr kumimoji="1" lang="en-US" altLang="ja-JP" dirty="0"/>
          </a:p>
        </p:txBody>
      </p:sp>
      <p:sp>
        <p:nvSpPr>
          <p:cNvPr id="24" name="図プレースホルダー 11">
            <a:extLst>
              <a:ext uri="{FF2B5EF4-FFF2-40B4-BE49-F238E27FC236}">
                <a16:creationId xmlns:a16="http://schemas.microsoft.com/office/drawing/2014/main" id="{226060EB-C034-AD43-9B18-23B93CB8ABAF}"/>
              </a:ext>
            </a:extLst>
          </p:cNvPr>
          <p:cNvSpPr>
            <a:spLocks noGrp="1"/>
          </p:cNvSpPr>
          <p:nvPr>
            <p:ph type="pic" sz="quarter" idx="19" hasCustomPrompt="1"/>
          </p:nvPr>
        </p:nvSpPr>
        <p:spPr>
          <a:xfrm>
            <a:off x="8096358" y="3638886"/>
            <a:ext cx="3544778" cy="2655684"/>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3" name="Title 1">
            <a:extLst>
              <a:ext uri="{FF2B5EF4-FFF2-40B4-BE49-F238E27FC236}">
                <a16:creationId xmlns:a16="http://schemas.microsoft.com/office/drawing/2014/main" id="{C8270BA4-DF63-FECF-CBA0-55BB6402228D}"/>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2" name="Content Placeholder 2">
            <a:extLst>
              <a:ext uri="{FF2B5EF4-FFF2-40B4-BE49-F238E27FC236}">
                <a16:creationId xmlns:a16="http://schemas.microsoft.com/office/drawing/2014/main" id="{42D4DFD3-A1FA-A9BB-ED06-FB2F6B4C01E1}"/>
              </a:ext>
            </a:extLst>
          </p:cNvPr>
          <p:cNvSpPr>
            <a:spLocks noGrp="1"/>
          </p:cNvSpPr>
          <p:nvPr>
            <p:ph idx="12" hasCustomPrompt="1"/>
          </p:nvPr>
        </p:nvSpPr>
        <p:spPr>
          <a:xfrm>
            <a:off x="463123" y="978865"/>
            <a:ext cx="11184282" cy="834426"/>
          </a:xfrm>
        </p:spPr>
        <p:txBody>
          <a:bodyPr/>
          <a:lstStyle>
            <a:lvl1pPr marL="0" indent="0">
              <a:buClr>
                <a:schemeClr val="tx2"/>
              </a:buClr>
              <a:buFont typeface="Wingdings" panose="05000000000000000000" pitchFamily="2" charset="2"/>
              <a:buNone/>
              <a:defRPr sz="2000" b="1" i="0">
                <a:latin typeface="BIZ UDPゴシック" panose="020B0400000000000000" pitchFamily="50" charset="-128"/>
                <a:ea typeface="BIZ UDPゴシック" panose="020B0400000000000000" pitchFamily="50"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r>
              <a:rPr lang="en-US" altLang="ja-JP" sz="2000" dirty="0">
                <a:solidFill>
                  <a:schemeClr val="tx1"/>
                </a:solidFill>
              </a:rPr>
              <a:t>/</a:t>
            </a:r>
            <a:r>
              <a:rPr lang="ja-JP" altLang="en-US" sz="2000" dirty="0">
                <a:solidFill>
                  <a:schemeClr val="tx1"/>
                </a:solidFill>
              </a:rPr>
              <a:t>２行</a:t>
            </a:r>
            <a:r>
              <a:rPr lang="en-US" altLang="ja-JP" sz="2000" dirty="0">
                <a:solidFill>
                  <a:schemeClr val="tx1"/>
                </a:solidFill>
              </a:rPr>
              <a:t> ver. </a:t>
            </a:r>
            <a:r>
              <a:rPr lang="ja-JP" altLang="en-US" dirty="0"/>
              <a:t>）</a:t>
            </a:r>
            <a:endParaRPr lang="en-US" altLang="ja-JP" dirty="0"/>
          </a:p>
          <a:p>
            <a:pPr lvl="0"/>
            <a:endParaRPr lang="ja-JP" altLang="en-US" dirty="0"/>
          </a:p>
          <a:p>
            <a:pPr lvl="0"/>
            <a:endParaRPr lang="ja-JP" altLang="en-US" dirty="0"/>
          </a:p>
        </p:txBody>
      </p:sp>
    </p:spTree>
    <p:extLst>
      <p:ext uri="{BB962C8B-B14F-4D97-AF65-F5344CB8AC3E}">
        <p14:creationId xmlns:p14="http://schemas.microsoft.com/office/powerpoint/2010/main" val="2085363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 スライド 04-1（サブタイトルなし）">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6856" y="988013"/>
            <a:ext cx="5447578" cy="2520454"/>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4" name="Title 1">
            <a:extLst>
              <a:ext uri="{FF2B5EF4-FFF2-40B4-BE49-F238E27FC236}">
                <a16:creationId xmlns:a16="http://schemas.microsoft.com/office/drawing/2014/main" id="{AC7B23EE-C32B-0F28-CE61-16A5FBCEB768}"/>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11" name="Content Placeholder 2">
            <a:extLst>
              <a:ext uri="{FF2B5EF4-FFF2-40B4-BE49-F238E27FC236}">
                <a16:creationId xmlns:a16="http://schemas.microsoft.com/office/drawing/2014/main" id="{CE6658C8-5194-F913-06ED-BE7DEB90EB46}"/>
              </a:ext>
            </a:extLst>
          </p:cNvPr>
          <p:cNvSpPr>
            <a:spLocks noGrp="1"/>
          </p:cNvSpPr>
          <p:nvPr>
            <p:ph idx="16" hasCustomPrompt="1"/>
          </p:nvPr>
        </p:nvSpPr>
        <p:spPr>
          <a:xfrm>
            <a:off x="6200093" y="988013"/>
            <a:ext cx="5447578" cy="2520454"/>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4" name="Content Placeholder 2">
            <a:extLst>
              <a:ext uri="{FF2B5EF4-FFF2-40B4-BE49-F238E27FC236}">
                <a16:creationId xmlns:a16="http://schemas.microsoft.com/office/drawing/2014/main" id="{30A459F4-5803-A7D6-0E77-3E30FB6269E3}"/>
              </a:ext>
            </a:extLst>
          </p:cNvPr>
          <p:cNvSpPr>
            <a:spLocks noGrp="1"/>
          </p:cNvSpPr>
          <p:nvPr>
            <p:ph idx="17" hasCustomPrompt="1"/>
          </p:nvPr>
        </p:nvSpPr>
        <p:spPr>
          <a:xfrm>
            <a:off x="6200093" y="3734215"/>
            <a:ext cx="5447578" cy="2520453"/>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5" name="Content Placeholder 2">
            <a:extLst>
              <a:ext uri="{FF2B5EF4-FFF2-40B4-BE49-F238E27FC236}">
                <a16:creationId xmlns:a16="http://schemas.microsoft.com/office/drawing/2014/main" id="{260CA5AC-3464-206A-48B0-4F149CA35026}"/>
              </a:ext>
            </a:extLst>
          </p:cNvPr>
          <p:cNvSpPr>
            <a:spLocks noGrp="1"/>
          </p:cNvSpPr>
          <p:nvPr>
            <p:ph idx="18" hasCustomPrompt="1"/>
          </p:nvPr>
        </p:nvSpPr>
        <p:spPr>
          <a:xfrm>
            <a:off x="456856" y="3734215"/>
            <a:ext cx="5447578" cy="2520454"/>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Tree>
    <p:extLst>
      <p:ext uri="{BB962C8B-B14F-4D97-AF65-F5344CB8AC3E}">
        <p14:creationId xmlns:p14="http://schemas.microsoft.com/office/powerpoint/2010/main" val="2598760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 スライド 04-2（サブタイトルあり）">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0432" y="1890372"/>
            <a:ext cx="5447578" cy="2117191"/>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4" name="Title 1">
            <a:extLst>
              <a:ext uri="{FF2B5EF4-FFF2-40B4-BE49-F238E27FC236}">
                <a16:creationId xmlns:a16="http://schemas.microsoft.com/office/drawing/2014/main" id="{AC7B23EE-C32B-0F28-CE61-16A5FBCEB768}"/>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11" name="Content Placeholder 2">
            <a:extLst>
              <a:ext uri="{FF2B5EF4-FFF2-40B4-BE49-F238E27FC236}">
                <a16:creationId xmlns:a16="http://schemas.microsoft.com/office/drawing/2014/main" id="{CE6658C8-5194-F913-06ED-BE7DEB90EB46}"/>
              </a:ext>
            </a:extLst>
          </p:cNvPr>
          <p:cNvSpPr>
            <a:spLocks noGrp="1"/>
          </p:cNvSpPr>
          <p:nvPr>
            <p:ph idx="16" hasCustomPrompt="1"/>
          </p:nvPr>
        </p:nvSpPr>
        <p:spPr>
          <a:xfrm>
            <a:off x="6190906" y="1890372"/>
            <a:ext cx="5447578" cy="2117191"/>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4" name="Content Placeholder 2">
            <a:extLst>
              <a:ext uri="{FF2B5EF4-FFF2-40B4-BE49-F238E27FC236}">
                <a16:creationId xmlns:a16="http://schemas.microsoft.com/office/drawing/2014/main" id="{30A459F4-5803-A7D6-0E77-3E30FB6269E3}"/>
              </a:ext>
            </a:extLst>
          </p:cNvPr>
          <p:cNvSpPr>
            <a:spLocks noGrp="1"/>
          </p:cNvSpPr>
          <p:nvPr>
            <p:ph idx="17" hasCustomPrompt="1"/>
          </p:nvPr>
        </p:nvSpPr>
        <p:spPr>
          <a:xfrm>
            <a:off x="6200093" y="4137477"/>
            <a:ext cx="5447578" cy="2117191"/>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5" name="Content Placeholder 2">
            <a:extLst>
              <a:ext uri="{FF2B5EF4-FFF2-40B4-BE49-F238E27FC236}">
                <a16:creationId xmlns:a16="http://schemas.microsoft.com/office/drawing/2014/main" id="{260CA5AC-3464-206A-48B0-4F149CA35026}"/>
              </a:ext>
            </a:extLst>
          </p:cNvPr>
          <p:cNvSpPr>
            <a:spLocks noGrp="1"/>
          </p:cNvSpPr>
          <p:nvPr>
            <p:ph idx="18" hasCustomPrompt="1"/>
          </p:nvPr>
        </p:nvSpPr>
        <p:spPr>
          <a:xfrm>
            <a:off x="456856" y="4137477"/>
            <a:ext cx="5447578" cy="2117191"/>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5" name="Content Placeholder 2">
            <a:extLst>
              <a:ext uri="{FF2B5EF4-FFF2-40B4-BE49-F238E27FC236}">
                <a16:creationId xmlns:a16="http://schemas.microsoft.com/office/drawing/2014/main" id="{E519B47D-B6D7-03DF-CA9A-3F1C0C3B9028}"/>
              </a:ext>
            </a:extLst>
          </p:cNvPr>
          <p:cNvSpPr>
            <a:spLocks noGrp="1"/>
          </p:cNvSpPr>
          <p:nvPr>
            <p:ph idx="12" hasCustomPrompt="1"/>
          </p:nvPr>
        </p:nvSpPr>
        <p:spPr>
          <a:xfrm>
            <a:off x="463123" y="978865"/>
            <a:ext cx="11184282" cy="834426"/>
          </a:xfrm>
        </p:spPr>
        <p:txBody>
          <a:bodyPr/>
          <a:lstStyle>
            <a:lvl1pPr marL="0" indent="0">
              <a:buClr>
                <a:schemeClr val="tx2"/>
              </a:buClr>
              <a:buFont typeface="Wingdings" panose="05000000000000000000" pitchFamily="2" charset="2"/>
              <a:buNone/>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r>
              <a:rPr lang="en-US" altLang="ja-JP" sz="2000" dirty="0">
                <a:solidFill>
                  <a:schemeClr val="tx1"/>
                </a:solidFill>
              </a:rPr>
              <a:t>/</a:t>
            </a:r>
            <a:r>
              <a:rPr lang="ja-JP" altLang="en-US" sz="2000" dirty="0">
                <a:solidFill>
                  <a:schemeClr val="tx1"/>
                </a:solidFill>
              </a:rPr>
              <a:t>２行</a:t>
            </a:r>
            <a:r>
              <a:rPr lang="en-US" altLang="ja-JP" sz="2000" dirty="0">
                <a:solidFill>
                  <a:schemeClr val="tx1"/>
                </a:solidFill>
              </a:rPr>
              <a:t> ver. </a:t>
            </a:r>
            <a:r>
              <a:rPr lang="ja-JP" altLang="en-US" dirty="0"/>
              <a:t>）</a:t>
            </a:r>
            <a:endParaRPr lang="en-US" altLang="ja-JP" dirty="0"/>
          </a:p>
          <a:p>
            <a:pPr lvl="0"/>
            <a:endParaRPr lang="ja-JP" altLang="en-US" dirty="0"/>
          </a:p>
          <a:p>
            <a:pPr lvl="0"/>
            <a:endParaRPr lang="ja-JP" altLang="en-US" dirty="0"/>
          </a:p>
        </p:txBody>
      </p:sp>
    </p:spTree>
    <p:extLst>
      <p:ext uri="{BB962C8B-B14F-4D97-AF65-F5344CB8AC3E}">
        <p14:creationId xmlns:p14="http://schemas.microsoft.com/office/powerpoint/2010/main" val="412108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 スライド 05-1（サブタイトルなし）">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45885"/>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9" name="コンテンツ プレースホルダー 2">
            <a:extLst>
              <a:ext uri="{FF2B5EF4-FFF2-40B4-BE49-F238E27FC236}">
                <a16:creationId xmlns:a16="http://schemas.microsoft.com/office/drawing/2014/main" id="{2FD22AD8-AC86-4F9D-A42F-E989AA12BE89}"/>
              </a:ext>
            </a:extLst>
          </p:cNvPr>
          <p:cNvSpPr>
            <a:spLocks noGrp="1"/>
          </p:cNvSpPr>
          <p:nvPr>
            <p:ph idx="1" hasCustomPrompt="1"/>
          </p:nvPr>
        </p:nvSpPr>
        <p:spPr>
          <a:xfrm>
            <a:off x="466688" y="984886"/>
            <a:ext cx="11184283"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0" name="図プレースホルダー 11">
            <a:extLst>
              <a:ext uri="{FF2B5EF4-FFF2-40B4-BE49-F238E27FC236}">
                <a16:creationId xmlns:a16="http://schemas.microsoft.com/office/drawing/2014/main" id="{2596B21C-64C7-376D-614F-CBC07BA54D25}"/>
              </a:ext>
            </a:extLst>
          </p:cNvPr>
          <p:cNvSpPr>
            <a:spLocks noGrp="1"/>
          </p:cNvSpPr>
          <p:nvPr>
            <p:ph type="pic" sz="quarter" idx="15" hasCustomPrompt="1"/>
          </p:nvPr>
        </p:nvSpPr>
        <p:spPr>
          <a:xfrm>
            <a:off x="456854" y="2725794"/>
            <a:ext cx="11184283" cy="3569383"/>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3" name="Title 1">
            <a:extLst>
              <a:ext uri="{FF2B5EF4-FFF2-40B4-BE49-F238E27FC236}">
                <a16:creationId xmlns:a16="http://schemas.microsoft.com/office/drawing/2014/main" id="{F2B75B7B-252A-6DA7-F2B2-D045DA667E74}"/>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Tree>
    <p:extLst>
      <p:ext uri="{BB962C8B-B14F-4D97-AF65-F5344CB8AC3E}">
        <p14:creationId xmlns:p14="http://schemas.microsoft.com/office/powerpoint/2010/main" val="1457505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コンテンツ スライド 05-2（サブタイトルあり）">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45885"/>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9" name="コンテンツ プレースホルダー 2">
            <a:extLst>
              <a:ext uri="{FF2B5EF4-FFF2-40B4-BE49-F238E27FC236}">
                <a16:creationId xmlns:a16="http://schemas.microsoft.com/office/drawing/2014/main" id="{2FD22AD8-AC86-4F9D-A42F-E989AA12BE89}"/>
              </a:ext>
            </a:extLst>
          </p:cNvPr>
          <p:cNvSpPr>
            <a:spLocks noGrp="1"/>
          </p:cNvSpPr>
          <p:nvPr>
            <p:ph idx="1" hasCustomPrompt="1"/>
          </p:nvPr>
        </p:nvSpPr>
        <p:spPr>
          <a:xfrm>
            <a:off x="456856" y="1889453"/>
            <a:ext cx="11184283"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0" name="図プレースホルダー 11">
            <a:extLst>
              <a:ext uri="{FF2B5EF4-FFF2-40B4-BE49-F238E27FC236}">
                <a16:creationId xmlns:a16="http://schemas.microsoft.com/office/drawing/2014/main" id="{2596B21C-64C7-376D-614F-CBC07BA54D25}"/>
              </a:ext>
            </a:extLst>
          </p:cNvPr>
          <p:cNvSpPr>
            <a:spLocks noGrp="1"/>
          </p:cNvSpPr>
          <p:nvPr>
            <p:ph type="pic" sz="quarter" idx="15" hasCustomPrompt="1"/>
          </p:nvPr>
        </p:nvSpPr>
        <p:spPr>
          <a:xfrm>
            <a:off x="456854" y="3639493"/>
            <a:ext cx="11184283" cy="2655684"/>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3" name="Title 1">
            <a:extLst>
              <a:ext uri="{FF2B5EF4-FFF2-40B4-BE49-F238E27FC236}">
                <a16:creationId xmlns:a16="http://schemas.microsoft.com/office/drawing/2014/main" id="{F2B75B7B-252A-6DA7-F2B2-D045DA667E74}"/>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2" name="Content Placeholder 2">
            <a:extLst>
              <a:ext uri="{FF2B5EF4-FFF2-40B4-BE49-F238E27FC236}">
                <a16:creationId xmlns:a16="http://schemas.microsoft.com/office/drawing/2014/main" id="{16F8D7E9-1DA8-3EB3-FDA9-5AED70BACB77}"/>
              </a:ext>
            </a:extLst>
          </p:cNvPr>
          <p:cNvSpPr>
            <a:spLocks noGrp="1"/>
          </p:cNvSpPr>
          <p:nvPr>
            <p:ph idx="12" hasCustomPrompt="1"/>
          </p:nvPr>
        </p:nvSpPr>
        <p:spPr>
          <a:xfrm>
            <a:off x="463123" y="978865"/>
            <a:ext cx="11184282" cy="834426"/>
          </a:xfrm>
        </p:spPr>
        <p:txBody>
          <a:bodyPr/>
          <a:lstStyle>
            <a:lvl1pPr marL="0" indent="0">
              <a:buClr>
                <a:schemeClr val="tx2"/>
              </a:buClr>
              <a:buFont typeface="Wingdings" panose="05000000000000000000" pitchFamily="2" charset="2"/>
              <a:buNone/>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r>
              <a:rPr lang="en-US" altLang="ja-JP" sz="2000" dirty="0">
                <a:solidFill>
                  <a:schemeClr val="tx1"/>
                </a:solidFill>
              </a:rPr>
              <a:t>/</a:t>
            </a:r>
            <a:r>
              <a:rPr lang="ja-JP" altLang="en-US" sz="2000" dirty="0">
                <a:solidFill>
                  <a:schemeClr val="tx1"/>
                </a:solidFill>
              </a:rPr>
              <a:t>２行</a:t>
            </a:r>
            <a:r>
              <a:rPr lang="en-US" altLang="ja-JP" sz="2000" dirty="0">
                <a:solidFill>
                  <a:schemeClr val="tx1"/>
                </a:solidFill>
              </a:rPr>
              <a:t> ver. </a:t>
            </a:r>
            <a:r>
              <a:rPr lang="ja-JP" altLang="en-US" dirty="0"/>
              <a:t>）</a:t>
            </a:r>
            <a:endParaRPr lang="en-US" altLang="ja-JP" dirty="0"/>
          </a:p>
          <a:p>
            <a:pPr lvl="0"/>
            <a:endParaRPr lang="ja-JP" altLang="en-US" dirty="0"/>
          </a:p>
          <a:p>
            <a:pPr lvl="0"/>
            <a:endParaRPr lang="ja-JP" altLang="en-US" dirty="0"/>
          </a:p>
        </p:txBody>
      </p:sp>
    </p:spTree>
    <p:extLst>
      <p:ext uri="{BB962C8B-B14F-4D97-AF65-F5344CB8AC3E}">
        <p14:creationId xmlns:p14="http://schemas.microsoft.com/office/powerpoint/2010/main" val="3467120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最終スライド1">
    <p:bg>
      <p:bgRef idx="1001">
        <a:schemeClr val="bg2"/>
      </p:bgRef>
    </p:bg>
    <p:spTree>
      <p:nvGrpSpPr>
        <p:cNvPr id="1" name=""/>
        <p:cNvGrpSpPr/>
        <p:nvPr/>
      </p:nvGrpSpPr>
      <p:grpSpPr>
        <a:xfrm>
          <a:off x="0" y="0"/>
          <a:ext cx="0" cy="0"/>
          <a:chOff x="0" y="0"/>
          <a:chExt cx="0" cy="0"/>
        </a:xfrm>
      </p:grpSpPr>
      <p:pic>
        <p:nvPicPr>
          <p:cNvPr id="9" name="図 8" descr="図形, 矢印&#10;&#10;自動的に生成された説明">
            <a:extLst>
              <a:ext uri="{FF2B5EF4-FFF2-40B4-BE49-F238E27FC236}">
                <a16:creationId xmlns:a16="http://schemas.microsoft.com/office/drawing/2014/main" id="{BE3F4B1C-C713-3B31-AE49-09C81E25362B}"/>
              </a:ext>
            </a:extLst>
          </p:cNvPr>
          <p:cNvPicPr>
            <a:picLocks noChangeAspect="1"/>
          </p:cNvPicPr>
          <p:nvPr userDrawn="1"/>
        </p:nvPicPr>
        <p:blipFill>
          <a:blip r:embed="rId2"/>
          <a:stretch>
            <a:fillRect/>
          </a:stretch>
        </p:blipFill>
        <p:spPr>
          <a:xfrm>
            <a:off x="7264812" y="0"/>
            <a:ext cx="4695825" cy="6858000"/>
          </a:xfrm>
          <a:prstGeom prst="rect">
            <a:avLst/>
          </a:prstGeom>
        </p:spPr>
      </p:pic>
      <p:sp>
        <p:nvSpPr>
          <p:cNvPr id="2" name="Title 1"/>
          <p:cNvSpPr>
            <a:spLocks noGrp="1"/>
          </p:cNvSpPr>
          <p:nvPr>
            <p:ph type="ctrTitle" hasCustomPrompt="1"/>
          </p:nvPr>
        </p:nvSpPr>
        <p:spPr>
          <a:xfrm>
            <a:off x="914400" y="2971784"/>
            <a:ext cx="9086849" cy="568355"/>
          </a:xfrm>
        </p:spPr>
        <p:txBody>
          <a:bodyPr anchor="b">
            <a:normAutofit/>
          </a:bodyPr>
          <a:lstStyle>
            <a:lvl1pPr algn="l">
              <a:defRPr sz="3200" b="1" i="0" baseline="0">
                <a:solidFill>
                  <a:schemeClr val="accent1"/>
                </a:solidFill>
                <a:latin typeface="BIZ UDPゴシック" panose="020B0400000000000000" pitchFamily="34" charset="-128"/>
                <a:ea typeface="BIZ UDPゴシック" panose="020B0400000000000000" pitchFamily="34" charset="-128"/>
              </a:defRPr>
            </a:lvl1pPr>
          </a:lstStyle>
          <a:p>
            <a:r>
              <a:rPr lang="en-US" altLang="ja-JP" dirty="0"/>
              <a:t>End of Document</a:t>
            </a:r>
            <a:endParaRPr lang="en-US" dirty="0"/>
          </a:p>
        </p:txBody>
      </p:sp>
      <p:sp>
        <p:nvSpPr>
          <p:cNvPr id="15" name="テキスト ボックス 14">
            <a:extLst>
              <a:ext uri="{FF2B5EF4-FFF2-40B4-BE49-F238E27FC236}">
                <a16:creationId xmlns:a16="http://schemas.microsoft.com/office/drawing/2014/main" id="{23BD0F11-B8C4-F108-E2C4-170D065473BD}"/>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6" name="コンテンツ プレースホルダー 2">
            <a:extLst>
              <a:ext uri="{FF2B5EF4-FFF2-40B4-BE49-F238E27FC236}">
                <a16:creationId xmlns:a16="http://schemas.microsoft.com/office/drawing/2014/main" id="{9893536C-8250-88FE-8899-819CAF117051}"/>
              </a:ext>
            </a:extLst>
          </p:cNvPr>
          <p:cNvSpPr>
            <a:spLocks noGrp="1"/>
          </p:cNvSpPr>
          <p:nvPr>
            <p:ph idx="1" hasCustomPrompt="1"/>
          </p:nvPr>
        </p:nvSpPr>
        <p:spPr>
          <a:xfrm>
            <a:off x="503858" y="5153772"/>
            <a:ext cx="11184283" cy="784912"/>
          </a:xfrm>
        </p:spPr>
        <p:txBody>
          <a:bodyPr lIns="36000" tIns="36000" rIns="36000" bIns="36000">
            <a:noAutofit/>
          </a:bodyPr>
          <a:lstStyle>
            <a:lvl1pPr marL="0" indent="0">
              <a:lnSpc>
                <a:spcPct val="100000"/>
              </a:lnSpc>
              <a:spcBef>
                <a:spcPts val="300"/>
              </a:spcBef>
              <a:buClr>
                <a:schemeClr val="tx2"/>
              </a:buClr>
              <a:buFont typeface="Wingdings" pitchFamily="2" charset="2"/>
              <a:buNone/>
              <a:defRPr sz="1000" b="0"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双日テックイノベーション、双日テックイノベーションのロゴは、双日テックイノベーション株式会社の登録商標です。 </a:t>
            </a:r>
            <a:endParaRPr kumimoji="1" lang="en-US" altLang="ja-JP" dirty="0"/>
          </a:p>
          <a:p>
            <a:pPr lvl="0"/>
            <a:r>
              <a:rPr kumimoji="1" lang="ja-JP" altLang="en-US" dirty="0"/>
              <a:t>その他記載されている全ての商標、サービスマーク、登録商標、登録サービスマークは、各所有者に所有権があります。 </a:t>
            </a:r>
            <a:endParaRPr kumimoji="1" lang="en-US" altLang="ja-JP" dirty="0"/>
          </a:p>
          <a:p>
            <a:pPr lvl="0"/>
            <a:r>
              <a:rPr kumimoji="1" lang="ja-JP" altLang="en-US" dirty="0"/>
              <a:t>本書記載の仕様はすべて予告なく変更される場合があります。本書の記載内容に誤りがあった場合、 あるいは記載内容を更新する義務が生じた場合も、</a:t>
            </a:r>
            <a:endParaRPr kumimoji="1" lang="en-US" altLang="ja-JP" dirty="0"/>
          </a:p>
          <a:p>
            <a:pPr lvl="0"/>
            <a:r>
              <a:rPr kumimoji="1" lang="ja-JP" altLang="en-US" dirty="0"/>
              <a:t>双日テックイノベーションは一切責任を負いません。 双日テックイノベーションは、本書を予告無く変更、修正、または改訂する権利を有します。</a:t>
            </a:r>
            <a:endParaRPr kumimoji="1" lang="en-US" altLang="ja-JP" dirty="0"/>
          </a:p>
          <a:p>
            <a:pPr lvl="0"/>
            <a:r>
              <a:rPr kumimoji="1" lang="ja-JP" altLang="en-US" dirty="0"/>
              <a:t>本書に記載されている内容を無断で複写、複製することを禁じます。</a:t>
            </a:r>
            <a:endParaRPr kumimoji="1" lang="en-US" altLang="ja-JP" dirty="0"/>
          </a:p>
          <a:p>
            <a:pPr lvl="0"/>
            <a:r>
              <a:rPr kumimoji="1" lang="ja-JP" altLang="en-US" dirty="0"/>
              <a:t>記載の価格は参考価格となり、ご検討の際にはお見積りのご依頼をお願いいたします。 為替変更やメーカーの価格改定により予告なく変更することがあります。</a:t>
            </a:r>
            <a:endParaRPr kumimoji="1" lang="en-US" altLang="ja-JP" dirty="0"/>
          </a:p>
        </p:txBody>
      </p:sp>
    </p:spTree>
    <p:extLst>
      <p:ext uri="{BB962C8B-B14F-4D97-AF65-F5344CB8AC3E}">
        <p14:creationId xmlns:p14="http://schemas.microsoft.com/office/powerpoint/2010/main" val="2462138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最終スライド2">
    <p:spTree>
      <p:nvGrpSpPr>
        <p:cNvPr id="1" name=""/>
        <p:cNvGrpSpPr/>
        <p:nvPr/>
      </p:nvGrpSpPr>
      <p:grpSpPr>
        <a:xfrm>
          <a:off x="0" y="0"/>
          <a:ext cx="0" cy="0"/>
          <a:chOff x="0" y="0"/>
          <a:chExt cx="0" cy="0"/>
        </a:xfrm>
      </p:grpSpPr>
      <p:pic>
        <p:nvPicPr>
          <p:cNvPr id="9" name="図 8" descr="グラフィカル ユーザー インターフェイス, Web サイト&#10;&#10;自動的に生成された説明">
            <a:extLst>
              <a:ext uri="{FF2B5EF4-FFF2-40B4-BE49-F238E27FC236}">
                <a16:creationId xmlns:a16="http://schemas.microsoft.com/office/drawing/2014/main" id="{4F1C2A3E-918E-7251-4F66-7A17B6E0BCC7}"/>
              </a:ext>
            </a:extLst>
          </p:cNvPr>
          <p:cNvPicPr>
            <a:picLocks noChangeAspect="1"/>
          </p:cNvPicPr>
          <p:nvPr userDrawn="1"/>
        </p:nvPicPr>
        <p:blipFill>
          <a:blip r:embed="rId2"/>
          <a:stretch>
            <a:fillRect/>
          </a:stretch>
        </p:blipFill>
        <p:spPr>
          <a:xfrm>
            <a:off x="952" y="0"/>
            <a:ext cx="12190095" cy="6858000"/>
          </a:xfrm>
          <a:prstGeom prst="rect">
            <a:avLst/>
          </a:prstGeom>
        </p:spPr>
      </p:pic>
    </p:spTree>
    <p:extLst>
      <p:ext uri="{BB962C8B-B14F-4D97-AF65-F5344CB8AC3E}">
        <p14:creationId xmlns:p14="http://schemas.microsoft.com/office/powerpoint/2010/main" val="1248558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　</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CD9EE6-AEE6-7D48-8266-9FC509548DD9}" type="datetimeFigureOut">
              <a:rPr kumimoji="1" lang="ja-JP" altLang="en-US" smtClean="0"/>
              <a:t>2026/8/27</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8AB7B2-5B09-794C-A215-5E1D0C2B75B7}" type="slidenum">
              <a:rPr kumimoji="1" lang="ja-JP" altLang="en-US" smtClean="0"/>
              <a:t>‹#›</a:t>
            </a:fld>
            <a:endParaRPr kumimoji="1" lang="ja-JP" altLang="en-US"/>
          </a:p>
        </p:txBody>
      </p:sp>
    </p:spTree>
    <p:extLst>
      <p:ext uri="{BB962C8B-B14F-4D97-AF65-F5344CB8AC3E}">
        <p14:creationId xmlns:p14="http://schemas.microsoft.com/office/powerpoint/2010/main" val="1383032622"/>
      </p:ext>
    </p:extLst>
  </p:cSld>
  <p:clrMap bg1="lt1" tx1="dk1" bg2="lt2" tx2="dk2" accent1="accent1" accent2="accent2" accent3="accent3" accent4="accent4" accent5="accent5" accent6="accent6" hlink="hlink" folHlink="folHlink"/>
  <p:sldLayoutIdLst>
    <p:sldLayoutId id="2147483685" r:id="rId1"/>
    <p:sldLayoutId id="2147483708" r:id="rId2"/>
    <p:sldLayoutId id="2147483696" r:id="rId3"/>
    <p:sldLayoutId id="2147483706" r:id="rId4"/>
    <p:sldLayoutId id="2147483704" r:id="rId5"/>
    <p:sldLayoutId id="2147483710" r:id="rId6"/>
    <p:sldLayoutId id="2147483700" r:id="rId7"/>
    <p:sldLayoutId id="2147483713" r:id="rId8"/>
    <p:sldLayoutId id="2147483701" r:id="rId9"/>
    <p:sldLayoutId id="2147483714" r:id="rId10"/>
    <p:sldLayoutId id="2147483702" r:id="rId11"/>
    <p:sldLayoutId id="2147483715" r:id="rId12"/>
    <p:sldLayoutId id="2147483709" r:id="rId13"/>
    <p:sldLayoutId id="2147483716" r:id="rId14"/>
    <p:sldLayoutId id="2147483699" r:id="rId15"/>
    <p:sldLayoutId id="2147483707" r:id="rId16"/>
    <p:sldLayoutId id="2147483712" r:id="rId17"/>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47" userDrawn="1">
          <p15:clr>
            <a:srgbClr val="F26B43"/>
          </p15:clr>
        </p15:guide>
        <p15:guide id="3" pos="3840" userDrawn="1">
          <p15:clr>
            <a:srgbClr val="F26B43"/>
          </p15:clr>
        </p15:guide>
        <p15:guide id="4" pos="7333" userDrawn="1">
          <p15:clr>
            <a:srgbClr val="F26B43"/>
          </p15:clr>
        </p15:guide>
        <p15:guide id="5" orient="horz" pos="142" userDrawn="1">
          <p15:clr>
            <a:srgbClr val="F26B43"/>
          </p15:clr>
        </p15:guide>
        <p15:guide id="6" orient="horz" pos="417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hyperlink" Target="https://www.acumenresearchandconsulting.com/japan-physical-ai-market"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1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11.xml"/><Relationship Id="rId16"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1.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png"/><Relationship Id="rId7"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13.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chart" Target="../charts/char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svg"/><Relationship Id="rId7" Type="http://schemas.openxmlformats.org/officeDocument/2006/relationships/image" Target="../media/image65.sv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35.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svg"/><Relationship Id="rId3" Type="http://schemas.openxmlformats.org/officeDocument/2006/relationships/image" Target="../media/image66.svg"/><Relationship Id="rId7" Type="http://schemas.openxmlformats.org/officeDocument/2006/relationships/image" Target="../media/image68.svg"/><Relationship Id="rId12" Type="http://schemas.openxmlformats.org/officeDocument/2006/relationships/image" Target="../media/image73.sv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62.svg"/><Relationship Id="rId11" Type="http://schemas.openxmlformats.org/officeDocument/2006/relationships/image" Target="../media/image72.svg"/><Relationship Id="rId5" Type="http://schemas.openxmlformats.org/officeDocument/2006/relationships/image" Target="../media/image63.svg"/><Relationship Id="rId15" Type="http://schemas.openxmlformats.org/officeDocument/2006/relationships/image" Target="../media/image61.svg"/><Relationship Id="rId10" Type="http://schemas.openxmlformats.org/officeDocument/2006/relationships/image" Target="../media/image71.svg"/><Relationship Id="rId4" Type="http://schemas.openxmlformats.org/officeDocument/2006/relationships/image" Target="../media/image67.jpeg"/><Relationship Id="rId9" Type="http://schemas.openxmlformats.org/officeDocument/2006/relationships/image" Target="../media/image70.png"/><Relationship Id="rId14" Type="http://schemas.openxmlformats.org/officeDocument/2006/relationships/image" Target="../media/image7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 Id="rId6"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020FC2-C44C-B63A-BD7C-529E7A693D19}"/>
              </a:ext>
            </a:extLst>
          </p:cNvPr>
          <p:cNvSpPr>
            <a:spLocks noGrp="1"/>
          </p:cNvSpPr>
          <p:nvPr>
            <p:ph type="ctrTitle"/>
          </p:nvPr>
        </p:nvSpPr>
        <p:spPr>
          <a:xfrm>
            <a:off x="559489" y="2501901"/>
            <a:ext cx="8135937" cy="603338"/>
          </a:xfrm>
        </p:spPr>
        <p:txBody>
          <a:bodyPr>
            <a:normAutofit/>
          </a:bodyPr>
          <a:lstStyle/>
          <a:p>
            <a:r>
              <a:rPr dirty="0" err="1">
                <a:latin typeface="BIZ UDPGothic"/>
                <a:ea typeface="BIZ UDPGothic"/>
              </a:rPr>
              <a:t>フィジカルAI</a:t>
            </a:r>
            <a:r>
              <a:rPr lang="ja-JP" altLang="en-US" dirty="0">
                <a:latin typeface="BIZ UDPGothic"/>
                <a:ea typeface="BIZ UDPGothic"/>
              </a:rPr>
              <a:t>勉強会</a:t>
            </a:r>
            <a:endParaRPr kumimoji="1" lang="ja-JP" altLang="en-US" dirty="0"/>
          </a:p>
        </p:txBody>
      </p:sp>
      <p:sp>
        <p:nvSpPr>
          <p:cNvPr id="3" name="字幕 2">
            <a:extLst>
              <a:ext uri="{FF2B5EF4-FFF2-40B4-BE49-F238E27FC236}">
                <a16:creationId xmlns:a16="http://schemas.microsoft.com/office/drawing/2014/main" id="{158BCF63-43F1-7C5E-5C06-078E758E5529}"/>
              </a:ext>
            </a:extLst>
          </p:cNvPr>
          <p:cNvSpPr>
            <a:spLocks noGrp="1"/>
          </p:cNvSpPr>
          <p:nvPr>
            <p:ph type="subTitle" idx="1"/>
          </p:nvPr>
        </p:nvSpPr>
        <p:spPr/>
        <p:txBody>
          <a:bodyPr/>
          <a:lstStyle/>
          <a:p>
            <a:r>
              <a:rPr sz="2400" dirty="0" err="1">
                <a:latin typeface="BIZ UDPGothic"/>
                <a:ea typeface="BIZ UDPGothic"/>
              </a:rPr>
              <a:t>社内勉強会</a:t>
            </a:r>
            <a:endParaRPr kumimoji="1" lang="ja-JP" altLang="en-US" sz="2400" dirty="0"/>
          </a:p>
        </p:txBody>
      </p:sp>
      <p:sp>
        <p:nvSpPr>
          <p:cNvPr id="4" name="テキスト プレースホルダー 3">
            <a:extLst>
              <a:ext uri="{FF2B5EF4-FFF2-40B4-BE49-F238E27FC236}">
                <a16:creationId xmlns:a16="http://schemas.microsoft.com/office/drawing/2014/main" id="{81F0D390-7D08-18D7-F7E0-2567A722D529}"/>
              </a:ext>
            </a:extLst>
          </p:cNvPr>
          <p:cNvSpPr>
            <a:spLocks noGrp="1"/>
          </p:cNvSpPr>
          <p:nvPr>
            <p:ph type="body" sz="quarter" idx="14"/>
          </p:nvPr>
        </p:nvSpPr>
        <p:spPr/>
        <p:txBody>
          <a:bodyPr>
            <a:normAutofit lnSpcReduction="10000"/>
          </a:bodyPr>
          <a:lstStyle/>
          <a:p>
            <a:r>
              <a:rPr>
                <a:latin typeface="BIZ UDPGothic"/>
                <a:ea typeface="BIZ UDPGothic"/>
              </a:rPr>
              <a:t>双日テックイノベーション株式会社</a:t>
            </a:r>
            <a:endParaRPr kumimoji="1" lang="ja-JP" altLang="en-US"/>
          </a:p>
        </p:txBody>
      </p:sp>
      <p:sp>
        <p:nvSpPr>
          <p:cNvPr id="5" name="テキスト プレースホルダー 4">
            <a:extLst>
              <a:ext uri="{FF2B5EF4-FFF2-40B4-BE49-F238E27FC236}">
                <a16:creationId xmlns:a16="http://schemas.microsoft.com/office/drawing/2014/main" id="{1F3DC3EB-F26E-6036-440B-5FE14FDA43A8}"/>
              </a:ext>
            </a:extLst>
          </p:cNvPr>
          <p:cNvSpPr>
            <a:spLocks noGrp="1"/>
          </p:cNvSpPr>
          <p:nvPr>
            <p:ph type="body" sz="quarter" idx="15"/>
          </p:nvPr>
        </p:nvSpPr>
        <p:spPr/>
        <p:txBody>
          <a:bodyPr>
            <a:normAutofit lnSpcReduction="10000"/>
          </a:bodyPr>
          <a:lstStyle/>
          <a:p>
            <a:r>
              <a:rPr kumimoji="1" lang="ja-JP" altLang="en-US" dirty="0"/>
              <a:t>第二技術部三課</a:t>
            </a:r>
          </a:p>
        </p:txBody>
      </p:sp>
      <p:sp>
        <p:nvSpPr>
          <p:cNvPr id="6" name="テキスト プレースホルダー 5">
            <a:extLst>
              <a:ext uri="{FF2B5EF4-FFF2-40B4-BE49-F238E27FC236}">
                <a16:creationId xmlns:a16="http://schemas.microsoft.com/office/drawing/2014/main" id="{0085B39A-6306-E381-EF50-DFBAE604F612}"/>
              </a:ext>
            </a:extLst>
          </p:cNvPr>
          <p:cNvSpPr>
            <a:spLocks noGrp="1"/>
          </p:cNvSpPr>
          <p:nvPr>
            <p:ph type="body" sz="quarter" idx="16"/>
          </p:nvPr>
        </p:nvSpPr>
        <p:spPr/>
        <p:txBody>
          <a:bodyPr>
            <a:normAutofit lnSpcReduction="10000"/>
          </a:bodyPr>
          <a:lstStyle/>
          <a:p>
            <a:r>
              <a:rPr kumimoji="1" lang="ja-JP" altLang="en-US" dirty="0"/>
              <a:t>ネットワークインテグレーション事業本部</a:t>
            </a:r>
          </a:p>
        </p:txBody>
      </p:sp>
      <p:sp>
        <p:nvSpPr>
          <p:cNvPr id="7" name="テキスト プレースホルダー 6">
            <a:extLst>
              <a:ext uri="{FF2B5EF4-FFF2-40B4-BE49-F238E27FC236}">
                <a16:creationId xmlns:a16="http://schemas.microsoft.com/office/drawing/2014/main" id="{8917708A-A6DF-ACEB-214F-5FF13FAB8E87}"/>
              </a:ext>
            </a:extLst>
          </p:cNvPr>
          <p:cNvSpPr>
            <a:spLocks noGrp="1"/>
          </p:cNvSpPr>
          <p:nvPr>
            <p:ph type="body" sz="quarter" idx="17"/>
          </p:nvPr>
        </p:nvSpPr>
        <p:spPr/>
        <p:txBody>
          <a:bodyPr/>
          <a:lstStyle/>
          <a:p>
            <a:r>
              <a:rPr>
                <a:latin typeface="BIZ UDPGothic"/>
                <a:ea typeface="BIZ UDPGothic"/>
              </a:rPr>
              <a:t>2026年8月</a:t>
            </a:r>
            <a:endParaRPr kumimoji="1" lang="ja-JP" altLang="en-US"/>
          </a:p>
        </p:txBody>
      </p:sp>
    </p:spTree>
    <p:extLst>
      <p:ext uri="{BB962C8B-B14F-4D97-AF65-F5344CB8AC3E}">
        <p14:creationId xmlns:p14="http://schemas.microsoft.com/office/powerpoint/2010/main" val="1070626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EF019CAF-1F6E-29C8-4189-9BBECDFEDA23}"/>
              </a:ext>
            </a:extLst>
          </p:cNvPr>
          <p:cNvSpPr>
            <a:spLocks noGrp="1"/>
          </p:cNvSpPr>
          <p:nvPr>
            <p:ph type="title"/>
          </p:nvPr>
        </p:nvSpPr>
        <p:spPr/>
        <p:txBody>
          <a:bodyPr/>
          <a:lstStyle/>
          <a:p>
            <a:r>
              <a:rPr>
                <a:latin typeface="BIZ UDPGothic"/>
                <a:ea typeface="BIZ UDPGothic"/>
              </a:rPr>
              <a:t>目次</a:t>
            </a:r>
            <a:endParaRPr lang="ja-JP" altLang="en-US" dirty="0"/>
          </a:p>
        </p:txBody>
      </p:sp>
      <p:sp>
        <p:nvSpPr>
          <p:cNvPr id="5" name="TextBox 4"/>
          <p:cNvSpPr txBox="1"/>
          <p:nvPr/>
        </p:nvSpPr>
        <p:spPr>
          <a:xfrm>
            <a:off x="856211" y="990883"/>
            <a:ext cx="8595360" cy="4062651"/>
          </a:xfrm>
          <a:prstGeom prst="rect">
            <a:avLst/>
          </a:prstGeom>
          <a:noFill/>
        </p:spPr>
        <p:txBody>
          <a:bodyPr wrap="square" lIns="0" tIns="0" rIns="0" bIns="0" anchor="t">
            <a:spAutoFit/>
          </a:bodyPr>
          <a:lstStyle/>
          <a:p>
            <a:endParaRPr lang="en-US" sz="2400" b="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フィジカル</a:t>
            </a:r>
            <a:r>
              <a:rPr lang="en-US" altLang="ja-JP" sz="2400" dirty="0">
                <a:latin typeface="BIZ UDPGothic"/>
                <a:ea typeface="BIZ UDPGothic"/>
              </a:rPr>
              <a:t>AI</a:t>
            </a:r>
            <a:r>
              <a:rPr lang="ja-JP" altLang="en-US" sz="2400" dirty="0">
                <a:latin typeface="BIZ UDPGothic"/>
                <a:ea typeface="BIZ UDPGothic"/>
              </a:rPr>
              <a:t>とは</a:t>
            </a:r>
            <a:endParaRPr lang="en-US" altLang="ja-JP" sz="2400" dirty="0">
              <a:latin typeface="BIZ UDPGothic"/>
              <a:ea typeface="BIZ UDPGothic"/>
            </a:endParaRPr>
          </a:p>
          <a:p>
            <a:pPr marL="285750" indent="-285750">
              <a:buFont typeface="Wingdings" panose="05000000000000000000" pitchFamily="2" charset="2"/>
              <a:buChar char="u"/>
            </a:pPr>
            <a:endParaRPr lang="en-US" altLang="ja-JP" sz="240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フィジカル</a:t>
            </a:r>
            <a:r>
              <a:rPr lang="en-US" altLang="ja-JP" sz="2400" dirty="0">
                <a:latin typeface="BIZ UDPGothic"/>
                <a:ea typeface="BIZ UDPGothic"/>
              </a:rPr>
              <a:t>AI</a:t>
            </a:r>
            <a:r>
              <a:rPr lang="ja-JP" altLang="en-US" sz="2400" dirty="0">
                <a:latin typeface="BIZ UDPGothic"/>
                <a:ea typeface="BIZ UDPGothic"/>
              </a:rPr>
              <a:t>への取り組みの背景と目指す姿</a:t>
            </a:r>
            <a:endParaRPr lang="en-US" altLang="ja-JP" sz="2400" dirty="0">
              <a:latin typeface="BIZ UDPGothic"/>
              <a:ea typeface="BIZ UDPGothic"/>
            </a:endParaRPr>
          </a:p>
          <a:p>
            <a:endParaRPr lang="en-US" sz="240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フィジカル</a:t>
            </a:r>
            <a:r>
              <a:rPr lang="en-US" altLang="ja-JP" sz="2400" dirty="0">
                <a:latin typeface="BIZ UDPGothic"/>
                <a:ea typeface="BIZ UDPGothic"/>
              </a:rPr>
              <a:t>AI</a:t>
            </a:r>
            <a:r>
              <a:rPr lang="ja-JP" altLang="en-US" sz="2400" dirty="0">
                <a:latin typeface="BIZ UDPGothic"/>
                <a:ea typeface="BIZ UDPGothic"/>
              </a:rPr>
              <a:t>で使われている技術の紹介</a:t>
            </a:r>
            <a:endParaRPr lang="en-US" altLang="ja-JP" sz="2400" dirty="0">
              <a:latin typeface="BIZ UDPGothic"/>
              <a:ea typeface="BIZ UDPGothic"/>
            </a:endParaRPr>
          </a:p>
          <a:p>
            <a:pPr marL="285750" indent="-285750">
              <a:buFont typeface="Wingdings" panose="05000000000000000000" pitchFamily="2" charset="2"/>
              <a:buChar char="u"/>
            </a:pPr>
            <a:endParaRPr lang="en-US" sz="240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フィジカル</a:t>
            </a:r>
            <a:r>
              <a:rPr lang="en-US" altLang="ja-JP" sz="2400" dirty="0">
                <a:latin typeface="BIZ UDPGothic"/>
                <a:ea typeface="BIZ UDPGothic"/>
              </a:rPr>
              <a:t>AI</a:t>
            </a:r>
            <a:r>
              <a:rPr lang="ja-JP" altLang="en-US" sz="2400" dirty="0">
                <a:latin typeface="BIZ UDPGothic"/>
                <a:ea typeface="BIZ UDPGothic"/>
              </a:rPr>
              <a:t>に関連した現在の取り組みの紹介</a:t>
            </a:r>
            <a:endParaRPr lang="en-US" altLang="ja-JP" sz="2400" dirty="0">
              <a:latin typeface="BIZ UDPGothic"/>
              <a:ea typeface="BIZ UDPGothic"/>
            </a:endParaRPr>
          </a:p>
          <a:p>
            <a:pPr marL="285750" indent="-285750">
              <a:buFont typeface="Wingdings" panose="05000000000000000000" pitchFamily="2" charset="2"/>
              <a:buChar char="u"/>
            </a:pPr>
            <a:endParaRPr lang="en-US" sz="240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構想している提供イメージ（案）</a:t>
            </a:r>
            <a:endParaRPr lang="en-US" sz="2400" dirty="0">
              <a:latin typeface="BIZ UDPGothic"/>
              <a:ea typeface="BIZ UDPGothic"/>
            </a:endParaRPr>
          </a:p>
          <a:p>
            <a:endParaRPr sz="2400" b="0" dirty="0">
              <a:latin typeface="BIZ UDPGothic"/>
              <a:ea typeface="BIZ UDPGothic"/>
            </a:endParaRPr>
          </a:p>
        </p:txBody>
      </p:sp>
    </p:spTree>
    <p:extLst>
      <p:ext uri="{BB962C8B-B14F-4D97-AF65-F5344CB8AC3E}">
        <p14:creationId xmlns:p14="http://schemas.microsoft.com/office/powerpoint/2010/main" val="1701623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208DB-E4E6-0F4B-0176-C919FD72B0D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6ABF0A6E-7DAC-5594-0637-70729DA09B92}"/>
              </a:ext>
            </a:extLst>
          </p:cNvPr>
          <p:cNvSpPr>
            <a:spLocks noGrp="1"/>
          </p:cNvSpPr>
          <p:nvPr>
            <p:ph type="ctrTitle"/>
          </p:nvPr>
        </p:nvSpPr>
        <p:spPr/>
        <p:txBody>
          <a:bodyPr>
            <a:normAutofit/>
          </a:bodyPr>
          <a:lstStyle/>
          <a:p>
            <a:r>
              <a:rPr dirty="0">
                <a:latin typeface="BIZ UDPGothic"/>
                <a:ea typeface="BIZ UDPGothic"/>
              </a:rPr>
              <a:t>1．</a:t>
            </a:r>
            <a:r>
              <a:rPr lang="ja-JP" altLang="en-US" dirty="0">
                <a:latin typeface="BIZ UDPGothic"/>
                <a:ea typeface="BIZ UDPGothic"/>
              </a:rPr>
              <a:t>フィジカル</a:t>
            </a:r>
            <a:r>
              <a:rPr lang="en-US" altLang="ja-JP" dirty="0">
                <a:latin typeface="BIZ UDPGothic"/>
                <a:ea typeface="BIZ UDPGothic"/>
              </a:rPr>
              <a:t>AI</a:t>
            </a:r>
            <a:r>
              <a:rPr lang="ja-JP" altLang="en-US" dirty="0">
                <a:latin typeface="BIZ UDPGothic"/>
                <a:ea typeface="BIZ UDPGothic"/>
              </a:rPr>
              <a:t>とは</a:t>
            </a:r>
            <a:endParaRPr lang="ja-JP" altLang="en-US" dirty="0"/>
          </a:p>
        </p:txBody>
      </p:sp>
    </p:spTree>
    <p:extLst>
      <p:ext uri="{BB962C8B-B14F-4D97-AF65-F5344CB8AC3E}">
        <p14:creationId xmlns:p14="http://schemas.microsoft.com/office/powerpoint/2010/main" val="90117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lang="ja-JP" altLang="en-US" dirty="0">
                <a:latin typeface="BIZ UDPGothic"/>
                <a:ea typeface="BIZ UDPGothic"/>
              </a:rPr>
              <a:t>そもそも</a:t>
            </a:r>
            <a:r>
              <a:rPr dirty="0" err="1">
                <a:latin typeface="BIZ UDPGothic"/>
                <a:ea typeface="BIZ UDPGothic"/>
              </a:rPr>
              <a:t>フィジカルAIとは</a:t>
            </a:r>
            <a:r>
              <a:rPr dirty="0">
                <a:latin typeface="BIZ UDPGothic"/>
                <a:ea typeface="BIZ UDPGothic"/>
              </a:rPr>
              <a:t> </a:t>
            </a:r>
            <a:r>
              <a:rPr lang="ja-JP" altLang="en-US" dirty="0">
                <a:latin typeface="BIZ UDPGothic"/>
                <a:ea typeface="BIZ UDPGothic"/>
              </a:rPr>
              <a:t>　～ </a:t>
            </a:r>
            <a:r>
              <a:rPr dirty="0">
                <a:latin typeface="BIZ UDPGothic"/>
                <a:ea typeface="BIZ UDPGothic"/>
              </a:rPr>
              <a:t> AI進化の「第4の波」</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dirty="0" err="1">
                <a:latin typeface="BIZ UDPGothic"/>
                <a:ea typeface="BIZ UDPGothic"/>
              </a:rPr>
              <a:t>デジタル世界で完結していたAIが、現実世界を知覚し、行動する段階へ</a:t>
            </a:r>
            <a:endParaRPr lang="ja-JP" altLang="en-US" dirty="0"/>
          </a:p>
        </p:txBody>
      </p:sp>
      <p:sp>
        <p:nvSpPr>
          <p:cNvPr id="9" name="Chevron 8"/>
          <p:cNvSpPr/>
          <p:nvPr/>
        </p:nvSpPr>
        <p:spPr>
          <a:xfrm>
            <a:off x="74529" y="1783080"/>
            <a:ext cx="3189224" cy="2011680"/>
          </a:xfrm>
          <a:prstGeom prst="chevron">
            <a:avLst>
              <a:gd name="adj" fmla="val 25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46304" tIns="566928" rIns="237744" bIns="73152" rtlCol="0" anchor="t"/>
          <a:lstStyle/>
          <a:p>
            <a:pPr algn="ctr"/>
            <a:r>
              <a:rPr sz="2000" b="1" dirty="0" err="1">
                <a:solidFill>
                  <a:srgbClr val="191919"/>
                </a:solidFill>
                <a:latin typeface="BIZ UDPGothic"/>
                <a:ea typeface="BIZ UDPGothic"/>
              </a:rPr>
              <a:t>認識AI</a:t>
            </a:r>
            <a:endParaRPr sz="2000" b="1" dirty="0">
              <a:solidFill>
                <a:srgbClr val="191919"/>
              </a:solidFill>
              <a:latin typeface="BIZ UDPGothic"/>
              <a:ea typeface="BIZ UDPGothic"/>
            </a:endParaRPr>
          </a:p>
          <a:p>
            <a:pPr algn="ctr">
              <a:spcBef>
                <a:spcPts val="400"/>
              </a:spcBef>
            </a:pPr>
            <a:r>
              <a:rPr sz="1400" b="0" dirty="0" err="1">
                <a:solidFill>
                  <a:srgbClr val="191919"/>
                </a:solidFill>
                <a:latin typeface="BIZ UDPGothic"/>
                <a:ea typeface="BIZ UDPGothic"/>
              </a:rPr>
              <a:t>画像・音声を認識する</a:t>
            </a:r>
            <a:endParaRPr sz="1400" b="0" dirty="0">
              <a:solidFill>
                <a:srgbClr val="191919"/>
              </a:solidFill>
              <a:latin typeface="BIZ UDPGothic"/>
              <a:ea typeface="BIZ UDPGothic"/>
            </a:endParaRPr>
          </a:p>
          <a:p>
            <a:pPr algn="ctr">
              <a:spcBef>
                <a:spcPts val="400"/>
              </a:spcBef>
            </a:pPr>
            <a:r>
              <a:rPr sz="1400" dirty="0">
                <a:solidFill>
                  <a:schemeClr val="tx1"/>
                </a:solidFill>
                <a:latin typeface="BIZ UDPGothic"/>
                <a:ea typeface="BIZ UDPGothic"/>
              </a:rPr>
              <a:t>2012年頃〜</a:t>
            </a:r>
          </a:p>
        </p:txBody>
      </p:sp>
      <p:pic>
        <p:nvPicPr>
          <p:cNvPr id="10" name="Picture 9" descr="eye_primary.png"/>
          <p:cNvPicPr>
            <a:picLocks noChangeAspect="1"/>
          </p:cNvPicPr>
          <p:nvPr/>
        </p:nvPicPr>
        <p:blipFill>
          <a:blip r:embed="rId3"/>
          <a:stretch>
            <a:fillRect/>
          </a:stretch>
        </p:blipFill>
        <p:spPr>
          <a:xfrm>
            <a:off x="1631472" y="1846356"/>
            <a:ext cx="458663" cy="458663"/>
          </a:xfrm>
          <a:prstGeom prst="rect">
            <a:avLst/>
          </a:prstGeom>
        </p:spPr>
      </p:pic>
      <p:sp>
        <p:nvSpPr>
          <p:cNvPr id="11" name="Chevron 10"/>
          <p:cNvSpPr/>
          <p:nvPr/>
        </p:nvSpPr>
        <p:spPr>
          <a:xfrm>
            <a:off x="2854303" y="1783080"/>
            <a:ext cx="3331240" cy="2011680"/>
          </a:xfrm>
          <a:prstGeom prst="chevron">
            <a:avLst>
              <a:gd name="adj" fmla="val 25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365760" tIns="566928" rIns="237744" bIns="73152" rtlCol="0" anchor="t"/>
          <a:lstStyle/>
          <a:p>
            <a:pPr algn="ctr"/>
            <a:r>
              <a:rPr sz="2000" b="1" dirty="0" err="1">
                <a:solidFill>
                  <a:srgbClr val="191919"/>
                </a:solidFill>
                <a:latin typeface="BIZ UDPGothic"/>
                <a:ea typeface="BIZ UDPGothic"/>
              </a:rPr>
              <a:t>生成AI</a:t>
            </a:r>
            <a:endParaRPr sz="2000" b="1" dirty="0">
              <a:solidFill>
                <a:srgbClr val="191919"/>
              </a:solidFill>
              <a:latin typeface="BIZ UDPGothic"/>
              <a:ea typeface="BIZ UDPGothic"/>
            </a:endParaRPr>
          </a:p>
          <a:p>
            <a:pPr algn="ctr">
              <a:spcBef>
                <a:spcPts val="400"/>
              </a:spcBef>
            </a:pPr>
            <a:r>
              <a:rPr sz="1400" b="0" dirty="0" err="1">
                <a:solidFill>
                  <a:srgbClr val="191919"/>
                </a:solidFill>
                <a:latin typeface="BIZ UDPGothic"/>
                <a:ea typeface="BIZ UDPGothic"/>
              </a:rPr>
              <a:t>文章・画像を生み出す</a:t>
            </a:r>
            <a:endParaRPr sz="1400" b="0" dirty="0">
              <a:solidFill>
                <a:srgbClr val="191919"/>
              </a:solidFill>
              <a:latin typeface="BIZ UDPGothic"/>
              <a:ea typeface="BIZ UDPGothic"/>
            </a:endParaRPr>
          </a:p>
          <a:p>
            <a:pPr algn="ctr">
              <a:spcBef>
                <a:spcPts val="400"/>
              </a:spcBef>
            </a:pPr>
            <a:r>
              <a:rPr sz="1400" dirty="0">
                <a:solidFill>
                  <a:schemeClr val="tx1"/>
                </a:solidFill>
                <a:latin typeface="BIZ UDPGothic"/>
                <a:ea typeface="BIZ UDPGothic"/>
              </a:rPr>
              <a:t>2022年頃〜</a:t>
            </a:r>
          </a:p>
        </p:txBody>
      </p:sp>
      <p:pic>
        <p:nvPicPr>
          <p:cNvPr id="12" name="Picture 11" descr="wand_primary.png"/>
          <p:cNvPicPr>
            <a:picLocks noChangeAspect="1"/>
          </p:cNvPicPr>
          <p:nvPr/>
        </p:nvPicPr>
        <p:blipFill>
          <a:blip r:embed="rId4"/>
          <a:stretch>
            <a:fillRect/>
          </a:stretch>
        </p:blipFill>
        <p:spPr>
          <a:xfrm>
            <a:off x="4548408" y="1846356"/>
            <a:ext cx="458663" cy="458663"/>
          </a:xfrm>
          <a:prstGeom prst="rect">
            <a:avLst/>
          </a:prstGeom>
        </p:spPr>
      </p:pic>
      <p:sp>
        <p:nvSpPr>
          <p:cNvPr id="13" name="Chevron 12"/>
          <p:cNvSpPr/>
          <p:nvPr/>
        </p:nvSpPr>
        <p:spPr>
          <a:xfrm>
            <a:off x="5796643" y="1783080"/>
            <a:ext cx="3412671" cy="2011680"/>
          </a:xfrm>
          <a:prstGeom prst="chevron">
            <a:avLst>
              <a:gd name="adj" fmla="val 25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365760" tIns="566928" rIns="237744" bIns="73152" rtlCol="0" anchor="t"/>
          <a:lstStyle/>
          <a:p>
            <a:pPr algn="ctr"/>
            <a:r>
              <a:rPr b="1" dirty="0" err="1">
                <a:solidFill>
                  <a:srgbClr val="191919"/>
                </a:solidFill>
                <a:latin typeface="BIZ UDPGothic"/>
                <a:ea typeface="BIZ UDPGothic"/>
              </a:rPr>
              <a:t>エージェントAI</a:t>
            </a:r>
            <a:endParaRPr b="1" dirty="0">
              <a:solidFill>
                <a:srgbClr val="191919"/>
              </a:solidFill>
              <a:latin typeface="BIZ UDPGothic"/>
              <a:ea typeface="BIZ UDPGothic"/>
            </a:endParaRPr>
          </a:p>
          <a:p>
            <a:pPr algn="ctr">
              <a:spcBef>
                <a:spcPts val="400"/>
              </a:spcBef>
            </a:pPr>
            <a:r>
              <a:rPr sz="1400" b="0" dirty="0" err="1">
                <a:solidFill>
                  <a:srgbClr val="191919"/>
                </a:solidFill>
                <a:latin typeface="BIZ UDPGothic"/>
                <a:ea typeface="BIZ UDPGothic"/>
              </a:rPr>
              <a:t>自律的に仕事を進める</a:t>
            </a:r>
            <a:endParaRPr sz="1400" b="0" dirty="0">
              <a:solidFill>
                <a:srgbClr val="191919"/>
              </a:solidFill>
              <a:latin typeface="BIZ UDPGothic"/>
              <a:ea typeface="BIZ UDPGothic"/>
            </a:endParaRPr>
          </a:p>
          <a:p>
            <a:pPr algn="ctr">
              <a:spcBef>
                <a:spcPts val="400"/>
              </a:spcBef>
            </a:pPr>
            <a:r>
              <a:rPr sz="1400" dirty="0">
                <a:solidFill>
                  <a:schemeClr val="tx1"/>
                </a:solidFill>
                <a:latin typeface="BIZ UDPGothic"/>
                <a:ea typeface="BIZ UDPGothic"/>
              </a:rPr>
              <a:t>2024年頃〜</a:t>
            </a:r>
          </a:p>
        </p:txBody>
      </p:sp>
      <p:pic>
        <p:nvPicPr>
          <p:cNvPr id="14" name="Picture 13" descr="usergear_primary.png"/>
          <p:cNvPicPr>
            <a:picLocks noChangeAspect="1"/>
          </p:cNvPicPr>
          <p:nvPr/>
        </p:nvPicPr>
        <p:blipFill>
          <a:blip r:embed="rId5"/>
          <a:stretch>
            <a:fillRect/>
          </a:stretch>
        </p:blipFill>
        <p:spPr>
          <a:xfrm>
            <a:off x="7337328" y="1846356"/>
            <a:ext cx="458663" cy="458663"/>
          </a:xfrm>
          <a:prstGeom prst="rect">
            <a:avLst/>
          </a:prstGeom>
        </p:spPr>
      </p:pic>
      <p:sp>
        <p:nvSpPr>
          <p:cNvPr id="15" name="Chevron 14"/>
          <p:cNvSpPr/>
          <p:nvPr/>
        </p:nvSpPr>
        <p:spPr>
          <a:xfrm>
            <a:off x="8819831" y="1783080"/>
            <a:ext cx="3331240" cy="2011680"/>
          </a:xfrm>
          <a:prstGeom prst="chevron">
            <a:avLst>
              <a:gd name="adj" fmla="val 25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365760" tIns="566928" rIns="237744" bIns="73152" rtlCol="0" anchor="t"/>
          <a:lstStyle/>
          <a:p>
            <a:pPr algn="ctr"/>
            <a:r>
              <a:rPr b="1" dirty="0" err="1">
                <a:solidFill>
                  <a:srgbClr val="FFFFFF"/>
                </a:solidFill>
                <a:latin typeface="BIZ UDPGothic"/>
                <a:ea typeface="BIZ UDPGothic"/>
              </a:rPr>
              <a:t>フィジカルAI</a:t>
            </a:r>
            <a:endParaRPr b="1" dirty="0">
              <a:solidFill>
                <a:srgbClr val="FFFFFF"/>
              </a:solidFill>
              <a:latin typeface="BIZ UDPGothic"/>
              <a:ea typeface="BIZ UDPGothic"/>
            </a:endParaRPr>
          </a:p>
          <a:p>
            <a:pPr algn="ctr">
              <a:spcBef>
                <a:spcPts val="400"/>
              </a:spcBef>
            </a:pPr>
            <a:r>
              <a:rPr sz="1400" b="0" dirty="0" err="1">
                <a:solidFill>
                  <a:srgbClr val="FFFFFF"/>
                </a:solidFill>
                <a:latin typeface="BIZ UDPGothic"/>
                <a:ea typeface="BIZ UDPGothic"/>
              </a:rPr>
              <a:t>現実世界で知覚し</a:t>
            </a:r>
            <a:endParaRPr lang="en-US" sz="1400" b="0" dirty="0">
              <a:solidFill>
                <a:srgbClr val="FFFFFF"/>
              </a:solidFill>
              <a:latin typeface="BIZ UDPGothic"/>
              <a:ea typeface="BIZ UDPGothic"/>
            </a:endParaRPr>
          </a:p>
          <a:p>
            <a:pPr algn="ctr">
              <a:spcBef>
                <a:spcPts val="400"/>
              </a:spcBef>
            </a:pPr>
            <a:r>
              <a:rPr sz="1400" b="0" dirty="0" err="1">
                <a:solidFill>
                  <a:srgbClr val="FFFFFF"/>
                </a:solidFill>
                <a:latin typeface="BIZ UDPGothic"/>
                <a:ea typeface="BIZ UDPGothic"/>
              </a:rPr>
              <a:t>行動する</a:t>
            </a:r>
            <a:endParaRPr sz="1400" b="0" dirty="0">
              <a:solidFill>
                <a:srgbClr val="FFFFFF"/>
              </a:solidFill>
              <a:latin typeface="BIZ UDPGothic"/>
              <a:ea typeface="BIZ UDPGothic"/>
            </a:endParaRPr>
          </a:p>
          <a:p>
            <a:pPr algn="ctr">
              <a:spcBef>
                <a:spcPts val="400"/>
              </a:spcBef>
            </a:pPr>
            <a:r>
              <a:rPr sz="1600" b="1" dirty="0" err="1">
                <a:solidFill>
                  <a:srgbClr val="6BB8F2"/>
                </a:solidFill>
                <a:latin typeface="BIZ UDPGothic"/>
                <a:ea typeface="BIZ UDPGothic"/>
              </a:rPr>
              <a:t>いま・これから</a:t>
            </a:r>
            <a:endParaRPr sz="1600" b="1" dirty="0">
              <a:solidFill>
                <a:srgbClr val="6BB8F2"/>
              </a:solidFill>
              <a:latin typeface="BIZ UDPGothic"/>
              <a:ea typeface="BIZ UDPGothic"/>
            </a:endParaRPr>
          </a:p>
        </p:txBody>
      </p:sp>
      <p:pic>
        <p:nvPicPr>
          <p:cNvPr id="16" name="Picture 15" descr="robot.png"/>
          <p:cNvPicPr>
            <a:picLocks noChangeAspect="1"/>
          </p:cNvPicPr>
          <p:nvPr/>
        </p:nvPicPr>
        <p:blipFill>
          <a:blip r:embed="rId6"/>
          <a:stretch>
            <a:fillRect/>
          </a:stretch>
        </p:blipFill>
        <p:spPr>
          <a:xfrm>
            <a:off x="10136124" y="1856231"/>
            <a:ext cx="438912" cy="438912"/>
          </a:xfrm>
          <a:prstGeom prst="rect">
            <a:avLst/>
          </a:prstGeom>
        </p:spPr>
      </p:pic>
      <p:sp>
        <p:nvSpPr>
          <p:cNvPr id="17" name="Rounded Rectangle 16"/>
          <p:cNvSpPr/>
          <p:nvPr/>
        </p:nvSpPr>
        <p:spPr>
          <a:xfrm>
            <a:off x="137884" y="4069080"/>
            <a:ext cx="11863616" cy="2282734"/>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74320" tIns="182880" rIns="1463040" bIns="73152" rtlCol="0" anchor="t"/>
          <a:lstStyle/>
          <a:p>
            <a:pPr algn="ctr">
              <a:spcAft>
                <a:spcPts val="600"/>
              </a:spcAft>
            </a:pPr>
            <a:r>
              <a:rPr sz="2800" b="1" dirty="0" err="1">
                <a:solidFill>
                  <a:srgbClr val="00219B"/>
                </a:solidFill>
                <a:latin typeface="BIZ UDPGothic"/>
                <a:ea typeface="BIZ UDPGothic"/>
              </a:rPr>
              <a:t>フィジカルAI（Physical</a:t>
            </a:r>
            <a:r>
              <a:rPr sz="2800" b="1" dirty="0">
                <a:solidFill>
                  <a:srgbClr val="00219B"/>
                </a:solidFill>
                <a:latin typeface="BIZ UDPGothic"/>
                <a:ea typeface="BIZ UDPGothic"/>
              </a:rPr>
              <a:t> </a:t>
            </a:r>
            <a:r>
              <a:rPr sz="2800" b="1" dirty="0" err="1">
                <a:solidFill>
                  <a:srgbClr val="00219B"/>
                </a:solidFill>
                <a:latin typeface="BIZ UDPGothic"/>
                <a:ea typeface="BIZ UDPGothic"/>
              </a:rPr>
              <a:t>AI）とは</a:t>
            </a:r>
            <a:endParaRPr sz="2800" b="1" dirty="0">
              <a:solidFill>
                <a:srgbClr val="00219B"/>
              </a:solidFill>
              <a:latin typeface="BIZ UDPGothic"/>
              <a:ea typeface="BIZ UDPGothic"/>
            </a:endParaRPr>
          </a:p>
          <a:p>
            <a:pPr algn="ctr">
              <a:spcAft>
                <a:spcPts val="400"/>
              </a:spcAft>
            </a:pPr>
            <a:r>
              <a:rPr lang="ja-JP" altLang="en-US" sz="2000" dirty="0">
                <a:solidFill>
                  <a:srgbClr val="191919"/>
                </a:solidFill>
                <a:latin typeface="BIZ UDPGothic"/>
                <a:ea typeface="BIZ UDPGothic"/>
              </a:rPr>
              <a:t>現実の</a:t>
            </a:r>
            <a:r>
              <a:rPr sz="2000" b="0" dirty="0" err="1">
                <a:solidFill>
                  <a:srgbClr val="191919"/>
                </a:solidFill>
                <a:latin typeface="BIZ UDPGothic"/>
                <a:ea typeface="BIZ UDPGothic"/>
              </a:rPr>
              <a:t>空間を理解し</a:t>
            </a:r>
            <a:r>
              <a:rPr sz="2000" b="0" dirty="0">
                <a:solidFill>
                  <a:srgbClr val="191919"/>
                </a:solidFill>
                <a:latin typeface="BIZ UDPGothic"/>
                <a:ea typeface="BIZ UDPGothic"/>
              </a:rPr>
              <a:t>、</a:t>
            </a:r>
            <a:r>
              <a:rPr lang="ja-JP" altLang="en-US" sz="2000" b="0" dirty="0">
                <a:solidFill>
                  <a:srgbClr val="191919"/>
                </a:solidFill>
                <a:latin typeface="BIZ UDPGothic"/>
                <a:ea typeface="BIZ UDPGothic"/>
              </a:rPr>
              <a:t>「</a:t>
            </a:r>
            <a:r>
              <a:rPr sz="2800" b="1" dirty="0" err="1">
                <a:solidFill>
                  <a:srgbClr val="191919"/>
                </a:solidFill>
                <a:latin typeface="BIZ UDPGothic"/>
                <a:ea typeface="BIZ UDPGothic"/>
              </a:rPr>
              <a:t>現実世界を</a:t>
            </a:r>
            <a:r>
              <a:rPr sz="2800" b="1" dirty="0" err="1">
                <a:solidFill>
                  <a:srgbClr val="00219B"/>
                </a:solidFill>
                <a:latin typeface="BIZ UDPGothic"/>
                <a:ea typeface="BIZ UDPGothic"/>
              </a:rPr>
              <a:t>知覚・判断・行動</a:t>
            </a:r>
            <a:r>
              <a:rPr sz="2800" b="1" dirty="0" err="1">
                <a:solidFill>
                  <a:srgbClr val="191919"/>
                </a:solidFill>
                <a:latin typeface="BIZ UDPGothic"/>
                <a:ea typeface="BIZ UDPGothic"/>
              </a:rPr>
              <a:t>する自律的なAI</a:t>
            </a:r>
            <a:r>
              <a:rPr lang="ja-JP" altLang="en-US" sz="2800" b="1" dirty="0">
                <a:solidFill>
                  <a:srgbClr val="191919"/>
                </a:solidFill>
                <a:latin typeface="BIZ UDPGothic"/>
                <a:ea typeface="BIZ UDPGothic"/>
              </a:rPr>
              <a:t>」</a:t>
            </a:r>
            <a:endParaRPr lang="en-US" sz="2800" b="1" dirty="0">
              <a:solidFill>
                <a:srgbClr val="191919"/>
              </a:solidFill>
              <a:latin typeface="BIZ UDPGothic"/>
              <a:ea typeface="BIZ UDPGothic"/>
            </a:endParaRPr>
          </a:p>
          <a:p>
            <a:pPr algn="ctr">
              <a:spcAft>
                <a:spcPts val="400"/>
              </a:spcAft>
            </a:pPr>
            <a:r>
              <a:rPr sz="2000" b="0" dirty="0" err="1">
                <a:solidFill>
                  <a:srgbClr val="191919"/>
                </a:solidFill>
                <a:latin typeface="BIZ UDPGothic"/>
                <a:ea typeface="BIZ UDPGothic"/>
              </a:rPr>
              <a:t>ヒューマノイドロボット・自動運転車・ドローン・AMR（自律走行搬送ロボット）などの「身体」を通じて、物理的な仕事を行う</a:t>
            </a:r>
            <a:r>
              <a:rPr lang="ja-JP" altLang="en-US" sz="2000" dirty="0">
                <a:solidFill>
                  <a:srgbClr val="191919"/>
                </a:solidFill>
                <a:latin typeface="BIZ UDPGothic"/>
                <a:ea typeface="BIZ UDPGothic"/>
              </a:rPr>
              <a:t>。</a:t>
            </a:r>
            <a:endParaRPr sz="2000" b="0" dirty="0">
              <a:solidFill>
                <a:srgbClr val="191919"/>
              </a:solidFill>
              <a:latin typeface="BIZ UDPGothic"/>
              <a:ea typeface="BIZ UDPGothic"/>
            </a:endParaRPr>
          </a:p>
        </p:txBody>
      </p:sp>
      <p:pic>
        <p:nvPicPr>
          <p:cNvPr id="18" name="Picture 17" descr="robot_primary.png"/>
          <p:cNvPicPr>
            <a:picLocks noChangeAspect="1"/>
          </p:cNvPicPr>
          <p:nvPr/>
        </p:nvPicPr>
        <p:blipFill>
          <a:blip r:embed="rId7"/>
          <a:stretch>
            <a:fillRect/>
          </a:stretch>
        </p:blipFill>
        <p:spPr>
          <a:xfrm>
            <a:off x="1795487" y="4198183"/>
            <a:ext cx="682894" cy="682894"/>
          </a:xfrm>
          <a:prstGeom prst="rect">
            <a:avLst/>
          </a:prstGeom>
        </p:spPr>
      </p:pic>
      <p:pic>
        <p:nvPicPr>
          <p:cNvPr id="3" name="図 2">
            <a:extLst>
              <a:ext uri="{FF2B5EF4-FFF2-40B4-BE49-F238E27FC236}">
                <a16:creationId xmlns:a16="http://schemas.microsoft.com/office/drawing/2014/main" id="{239D981D-4337-0F89-80E7-D8308AB8E4F7}"/>
              </a:ext>
            </a:extLst>
          </p:cNvPr>
          <p:cNvPicPr>
            <a:picLocks noChangeAspect="1"/>
          </p:cNvPicPr>
          <p:nvPr/>
        </p:nvPicPr>
        <p:blipFill>
          <a:blip r:embed="rId8"/>
          <a:stretch>
            <a:fillRect/>
          </a:stretch>
        </p:blipFill>
        <p:spPr>
          <a:xfrm>
            <a:off x="10821352" y="4198183"/>
            <a:ext cx="1180148" cy="682894"/>
          </a:xfrm>
          <a:prstGeom prst="rect">
            <a:avLst/>
          </a:prstGeom>
        </p:spPr>
      </p:pic>
      <p:pic>
        <p:nvPicPr>
          <p:cNvPr id="5" name="図 4">
            <a:extLst>
              <a:ext uri="{FF2B5EF4-FFF2-40B4-BE49-F238E27FC236}">
                <a16:creationId xmlns:a16="http://schemas.microsoft.com/office/drawing/2014/main" id="{6AD8B9BB-9754-2E99-DCD2-F8E9F51215D6}"/>
              </a:ext>
            </a:extLst>
          </p:cNvPr>
          <p:cNvPicPr>
            <a:picLocks noChangeAspect="1"/>
          </p:cNvPicPr>
          <p:nvPr/>
        </p:nvPicPr>
        <p:blipFill>
          <a:blip r:embed="rId9"/>
          <a:stretch>
            <a:fillRect/>
          </a:stretch>
        </p:blipFill>
        <p:spPr>
          <a:xfrm>
            <a:off x="10920386" y="5210447"/>
            <a:ext cx="982080" cy="996043"/>
          </a:xfrm>
          <a:prstGeom prst="rect">
            <a:avLst/>
          </a:prstGeom>
        </p:spPr>
      </p:pic>
    </p:spTree>
    <p:extLst>
      <p:ext uri="{BB962C8B-B14F-4D97-AF65-F5344CB8AC3E}">
        <p14:creationId xmlns:p14="http://schemas.microsoft.com/office/powerpoint/2010/main" val="2468116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a:latin typeface="BIZ UDPGothic"/>
                <a:ea typeface="BIZ UDPGothic"/>
              </a:rPr>
              <a:t>なぜ今、フィジカルAIが注目されるのか</a:t>
            </a:r>
            <a:endParaRPr lang="ja-JP" altLang="en-US"/>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a:latin typeface="BIZ UDPGothic"/>
                <a:ea typeface="BIZ UDPGothic"/>
              </a:rPr>
              <a:t>技術・社会・産業 — 3つの追い風が重なった</a:t>
            </a:r>
            <a:endParaRPr lang="ja-JP" altLang="en-US"/>
          </a:p>
        </p:txBody>
      </p:sp>
      <p:sp>
        <p:nvSpPr>
          <p:cNvPr id="9" name="Rounded Rectangle 8"/>
          <p:cNvSpPr/>
          <p:nvPr/>
        </p:nvSpPr>
        <p:spPr>
          <a:xfrm>
            <a:off x="88900" y="2148840"/>
            <a:ext cx="4000498"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技術が追いついた</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LLM・基盤モデルの進化で、ロボットが言葉と「常識」を理解できるようになった</a:t>
            </a:r>
            <a:endParaRPr lang="en-US" sz="1400" b="1" dirty="0">
              <a:solidFill>
                <a:srgbClr val="191919"/>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シミュレーション技術の成熟で、学習の時間とコストが劇的に低下</a:t>
            </a:r>
            <a:endParaRPr sz="1400" b="1" dirty="0">
              <a:solidFill>
                <a:srgbClr val="191919"/>
              </a:solidFill>
              <a:latin typeface="BIZ UDPGothic"/>
              <a:ea typeface="BIZ UDPGothic"/>
            </a:endParaRPr>
          </a:p>
        </p:txBody>
      </p:sp>
      <p:pic>
        <p:nvPicPr>
          <p:cNvPr id="10" name="Picture 9" descr="microchip_teal.png"/>
          <p:cNvPicPr>
            <a:picLocks noChangeAspect="1"/>
          </p:cNvPicPr>
          <p:nvPr/>
        </p:nvPicPr>
        <p:blipFill>
          <a:blip r:embed="rId3"/>
          <a:stretch>
            <a:fillRect/>
          </a:stretch>
        </p:blipFill>
        <p:spPr>
          <a:xfrm>
            <a:off x="1705721" y="2249789"/>
            <a:ext cx="675924" cy="675924"/>
          </a:xfrm>
          <a:prstGeom prst="rect">
            <a:avLst/>
          </a:prstGeom>
        </p:spPr>
      </p:pic>
      <p:sp>
        <p:nvSpPr>
          <p:cNvPr id="11" name="Rounded Rectangle 10"/>
          <p:cNvSpPr/>
          <p:nvPr/>
        </p:nvSpPr>
        <p:spPr>
          <a:xfrm>
            <a:off x="4178300" y="2148840"/>
            <a:ext cx="3797300"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現場の人手が足りない</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日本では2030年に約644万人の人手不足という試算（パーソル総合研究所ほか）</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製造・物流・建設・介護など、身体を使う仕事ほど自動化ニーズが深刻</a:t>
            </a:r>
            <a:endParaRPr sz="1400" b="1" dirty="0">
              <a:solidFill>
                <a:srgbClr val="191919"/>
              </a:solidFill>
              <a:latin typeface="BIZ UDPGothic"/>
              <a:ea typeface="BIZ UDPGothic"/>
            </a:endParaRPr>
          </a:p>
        </p:txBody>
      </p:sp>
      <p:pic>
        <p:nvPicPr>
          <p:cNvPr id="12" name="Picture 11" descr="personexcl_red.png"/>
          <p:cNvPicPr>
            <a:picLocks noChangeAspect="1"/>
          </p:cNvPicPr>
          <p:nvPr/>
        </p:nvPicPr>
        <p:blipFill>
          <a:blip r:embed="rId4"/>
          <a:stretch>
            <a:fillRect/>
          </a:stretch>
        </p:blipFill>
        <p:spPr>
          <a:xfrm>
            <a:off x="5719937" y="2249789"/>
            <a:ext cx="675924" cy="675924"/>
          </a:xfrm>
          <a:prstGeom prst="rect">
            <a:avLst/>
          </a:prstGeom>
        </p:spPr>
      </p:pic>
      <p:sp>
        <p:nvSpPr>
          <p:cNvPr id="13" name="Rounded Rectangle 12"/>
          <p:cNvSpPr/>
          <p:nvPr/>
        </p:nvSpPr>
        <p:spPr>
          <a:xfrm>
            <a:off x="8126476" y="2148840"/>
            <a:ext cx="3925824"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産業界が本気になった</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NVIDIA </a:t>
            </a:r>
            <a:r>
              <a:rPr sz="1400" b="1" dirty="0" err="1">
                <a:solidFill>
                  <a:srgbClr val="191919"/>
                </a:solidFill>
                <a:latin typeface="BIZ UDPGothic"/>
                <a:ea typeface="BIZ UDPGothic"/>
              </a:rPr>
              <a:t>CEO「ロボティクスのChatGPTモーメントは目前</a:t>
            </a:r>
            <a:r>
              <a:rPr sz="1400" b="1" dirty="0">
                <a:solidFill>
                  <a:srgbClr val="191919"/>
                </a:solidFill>
                <a:latin typeface="BIZ UDPGothic"/>
                <a:ea typeface="BIZ UDPGothic"/>
              </a:rPr>
              <a:t>」（CES 2025）</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ヒューマノイド各社へ巨額投資が集中し、開発競争が一気に加速</a:t>
            </a:r>
            <a:endParaRPr sz="1400" b="1" dirty="0">
              <a:solidFill>
                <a:srgbClr val="191919"/>
              </a:solidFill>
              <a:latin typeface="BIZ UDPGothic"/>
              <a:ea typeface="BIZ UDPGothic"/>
            </a:endParaRPr>
          </a:p>
        </p:txBody>
      </p:sp>
      <p:pic>
        <p:nvPicPr>
          <p:cNvPr id="14" name="Picture 13" descr="rocket_purple.png"/>
          <p:cNvPicPr>
            <a:picLocks noChangeAspect="1"/>
          </p:cNvPicPr>
          <p:nvPr/>
        </p:nvPicPr>
        <p:blipFill>
          <a:blip r:embed="rId5"/>
          <a:stretch>
            <a:fillRect/>
          </a:stretch>
        </p:blipFill>
        <p:spPr>
          <a:xfrm>
            <a:off x="9670653" y="2249789"/>
            <a:ext cx="675924" cy="675924"/>
          </a:xfrm>
          <a:prstGeom prst="rect">
            <a:avLst/>
          </a:prstGeom>
        </p:spPr>
      </p:pic>
    </p:spTree>
    <p:extLst>
      <p:ext uri="{BB962C8B-B14F-4D97-AF65-F5344CB8AC3E}">
        <p14:creationId xmlns:p14="http://schemas.microsoft.com/office/powerpoint/2010/main" val="1303675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4AAAB-B207-A279-E0B1-57864F1FA4A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4CE9D45-2304-60DF-A1C6-381CD5042507}"/>
              </a:ext>
            </a:extLst>
          </p:cNvPr>
          <p:cNvSpPr>
            <a:spLocks noGrp="1"/>
          </p:cNvSpPr>
          <p:nvPr>
            <p:ph type="ctrTitle"/>
          </p:nvPr>
        </p:nvSpPr>
        <p:spPr/>
        <p:txBody>
          <a:bodyPr>
            <a:normAutofit fontScale="90000"/>
          </a:bodyPr>
          <a:lstStyle/>
          <a:p>
            <a:r>
              <a:rPr lang="en-US" dirty="0">
                <a:latin typeface="BIZ UDPGothic"/>
                <a:ea typeface="BIZ UDPGothic"/>
              </a:rPr>
              <a:t>2</a:t>
            </a:r>
            <a:r>
              <a:rPr dirty="0">
                <a:latin typeface="BIZ UDPGothic"/>
                <a:ea typeface="BIZ UDPGothic"/>
              </a:rPr>
              <a:t>．</a:t>
            </a:r>
            <a:r>
              <a:rPr lang="ja-JP" altLang="en-US" dirty="0">
                <a:latin typeface="BIZ UDPGothic"/>
                <a:ea typeface="BIZ UDPGothic"/>
              </a:rPr>
              <a:t>フィジカル</a:t>
            </a:r>
            <a:r>
              <a:rPr lang="en-US" altLang="ja-JP" dirty="0">
                <a:latin typeface="BIZ UDPGothic"/>
                <a:ea typeface="BIZ UDPGothic"/>
              </a:rPr>
              <a:t>AI</a:t>
            </a:r>
            <a:r>
              <a:rPr lang="ja-JP" altLang="en-US" dirty="0">
                <a:latin typeface="BIZ UDPGothic"/>
                <a:ea typeface="BIZ UDPGothic"/>
              </a:rPr>
              <a:t>への</a:t>
            </a:r>
            <a:r>
              <a:rPr dirty="0" err="1">
                <a:latin typeface="BIZ UDPGothic"/>
                <a:ea typeface="BIZ UDPGothic"/>
              </a:rPr>
              <a:t>取り組みの背景と目指</a:t>
            </a:r>
            <a:r>
              <a:rPr lang="ja-JP" altLang="en-US" dirty="0">
                <a:latin typeface="BIZ UDPGothic"/>
                <a:ea typeface="BIZ UDPGothic"/>
              </a:rPr>
              <a:t>す</a:t>
            </a:r>
            <a:r>
              <a:rPr dirty="0">
                <a:latin typeface="BIZ UDPGothic"/>
                <a:ea typeface="BIZ UDPGothic"/>
              </a:rPr>
              <a:t>姿</a:t>
            </a:r>
            <a:endParaRPr lang="ja-JP" altLang="en-US" dirty="0"/>
          </a:p>
        </p:txBody>
      </p:sp>
    </p:spTree>
    <p:extLst>
      <p:ext uri="{BB962C8B-B14F-4D97-AF65-F5344CB8AC3E}">
        <p14:creationId xmlns:p14="http://schemas.microsoft.com/office/powerpoint/2010/main" val="2787090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dirty="0" err="1">
                <a:latin typeface="BIZ UDPGothic"/>
                <a:ea typeface="BIZ UDPGothic"/>
              </a:rPr>
              <a:t>なぜ、フィジカルAIに取り組むのか</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a:xfrm>
            <a:off x="463122" y="978865"/>
            <a:ext cx="11471655" cy="485437"/>
          </a:xfrm>
        </p:spPr>
        <p:txBody>
          <a:bodyPr>
            <a:normAutofit/>
          </a:bodyPr>
          <a:lstStyle/>
          <a:p>
            <a:r>
              <a:rPr dirty="0" err="1">
                <a:latin typeface="BIZ UDPGothic"/>
                <a:ea typeface="BIZ UDPGothic"/>
              </a:rPr>
              <a:t>NW・コンピューティング基盤の「単品売り」市場は成熟。未成熟な成長領域</a:t>
            </a:r>
            <a:r>
              <a:rPr lang="ja-JP" altLang="en-US" dirty="0">
                <a:latin typeface="BIZ UDPGothic"/>
                <a:ea typeface="BIZ UDPGothic"/>
              </a:rPr>
              <a:t>での収益を目指す</a:t>
            </a:r>
            <a:endParaRPr lang="ja-JP" altLang="en-US" dirty="0"/>
          </a:p>
        </p:txBody>
      </p:sp>
      <p:sp>
        <p:nvSpPr>
          <p:cNvPr id="9" name="Rounded Rectangle 8"/>
          <p:cNvSpPr/>
          <p:nvPr/>
        </p:nvSpPr>
        <p:spPr>
          <a:xfrm>
            <a:off x="463121" y="1546963"/>
            <a:ext cx="11471656" cy="1824818"/>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37744" tIns="128016" rIns="237744" bIns="73152" rtlCol="0" anchor="t"/>
          <a:lstStyle/>
          <a:p>
            <a:pPr algn="ctr">
              <a:spcAft>
                <a:spcPts val="400"/>
              </a:spcAft>
            </a:pPr>
            <a:r>
              <a:rPr sz="2000" b="1" dirty="0" err="1">
                <a:solidFill>
                  <a:schemeClr val="tx1"/>
                </a:solidFill>
                <a:latin typeface="BIZ UDPGothic"/>
                <a:ea typeface="BIZ UDPGothic"/>
              </a:rPr>
              <a:t>現状認識</a:t>
            </a:r>
            <a:endParaRPr sz="2000" b="1" dirty="0">
              <a:solidFill>
                <a:schemeClr val="tx1"/>
              </a:solidFill>
              <a:latin typeface="BIZ UDPGothic"/>
              <a:ea typeface="BIZ UDPGothic"/>
            </a:endParaRPr>
          </a:p>
          <a:p>
            <a:pPr algn="ctr">
              <a:lnSpc>
                <a:spcPct val="130000"/>
              </a:lnSpc>
            </a:pPr>
            <a:r>
              <a:rPr sz="1600" b="0" dirty="0">
                <a:solidFill>
                  <a:srgbClr val="191919"/>
                </a:solidFill>
                <a:latin typeface="BIZ UDPGothic"/>
                <a:ea typeface="BIZ UDPGothic"/>
              </a:rPr>
              <a:t>ネットワークや、Nutanix・3Tier構成などのコンピューティングインフラの</a:t>
            </a:r>
            <a:r>
              <a:rPr sz="1600" b="1" dirty="0">
                <a:solidFill>
                  <a:srgbClr val="00219B"/>
                </a:solidFill>
                <a:latin typeface="BIZ UDPGothic"/>
                <a:ea typeface="BIZ UDPGothic"/>
              </a:rPr>
              <a:t>単品インテグレーション市場は成熟</a:t>
            </a:r>
            <a:r>
              <a:rPr sz="1600" b="0" dirty="0">
                <a:solidFill>
                  <a:srgbClr val="191919"/>
                </a:solidFill>
                <a:latin typeface="BIZ UDPGothic"/>
                <a:ea typeface="BIZ UDPGothic"/>
              </a:rPr>
              <a:t>し、</a:t>
            </a:r>
            <a:endParaRPr lang="en-US" sz="1600" b="0" dirty="0">
              <a:solidFill>
                <a:srgbClr val="191919"/>
              </a:solidFill>
              <a:latin typeface="BIZ UDPGothic"/>
              <a:ea typeface="BIZ UDPGothic"/>
            </a:endParaRPr>
          </a:p>
          <a:p>
            <a:pPr algn="ctr">
              <a:lnSpc>
                <a:spcPct val="130000"/>
              </a:lnSpc>
            </a:pPr>
            <a:r>
              <a:rPr lang="ja-JP" altLang="en-US" sz="1600" b="0" dirty="0">
                <a:solidFill>
                  <a:srgbClr val="191919"/>
                </a:solidFill>
                <a:latin typeface="BIZ UDPGothic"/>
                <a:ea typeface="BIZ UDPGothic"/>
              </a:rPr>
              <a:t>且つ各社設備投資の予算も横ばいで</a:t>
            </a:r>
            <a:r>
              <a:rPr sz="1600" b="0" dirty="0" err="1">
                <a:solidFill>
                  <a:srgbClr val="191919"/>
                </a:solidFill>
                <a:latin typeface="BIZ UDPGothic"/>
                <a:ea typeface="BIZ UDPGothic"/>
              </a:rPr>
              <a:t>大きな成長が見込めない</a:t>
            </a:r>
            <a:r>
              <a:rPr lang="ja-JP" altLang="en-US" sz="1600" dirty="0">
                <a:solidFill>
                  <a:srgbClr val="191919"/>
                </a:solidFill>
                <a:latin typeface="BIZ UDPGothic"/>
                <a:ea typeface="BIZ UDPGothic"/>
              </a:rPr>
              <a:t>傾向にある。</a:t>
            </a:r>
            <a:endParaRPr lang="en-US" sz="1600" b="0" dirty="0">
              <a:solidFill>
                <a:srgbClr val="191919"/>
              </a:solidFill>
              <a:latin typeface="BIZ UDPGothic"/>
              <a:ea typeface="BIZ UDPGothic"/>
            </a:endParaRPr>
          </a:p>
          <a:p>
            <a:pPr algn="ctr">
              <a:lnSpc>
                <a:spcPct val="130000"/>
              </a:lnSpc>
            </a:pPr>
            <a:r>
              <a:rPr sz="1600" b="1" dirty="0" err="1">
                <a:solidFill>
                  <a:srgbClr val="00219B"/>
                </a:solidFill>
                <a:latin typeface="BIZ UDPGothic"/>
                <a:ea typeface="BIZ UDPGothic"/>
              </a:rPr>
              <a:t>未成熟な市場を狙った技術</a:t>
            </a:r>
            <a:r>
              <a:rPr lang="ja-JP" altLang="en-US" sz="1600" b="1" dirty="0">
                <a:solidFill>
                  <a:srgbClr val="00219B"/>
                </a:solidFill>
                <a:latin typeface="BIZ UDPGothic"/>
                <a:ea typeface="BIZ UDPGothic"/>
              </a:rPr>
              <a:t>拡充</a:t>
            </a:r>
            <a:r>
              <a:rPr sz="1600" b="1" dirty="0">
                <a:solidFill>
                  <a:srgbClr val="00219B"/>
                </a:solidFill>
                <a:latin typeface="BIZ UDPGothic"/>
                <a:ea typeface="BIZ UDPGothic"/>
              </a:rPr>
              <a:t>と</a:t>
            </a:r>
            <a:r>
              <a:rPr lang="ja-JP" altLang="en-US" sz="1600" b="1" dirty="0">
                <a:solidFill>
                  <a:srgbClr val="00219B"/>
                </a:solidFill>
                <a:latin typeface="BIZ UDPGothic"/>
                <a:ea typeface="BIZ UDPGothic"/>
              </a:rPr>
              <a:t>戦略</a:t>
            </a:r>
            <a:r>
              <a:rPr sz="1600" b="1" dirty="0" err="1">
                <a:solidFill>
                  <a:srgbClr val="00219B"/>
                </a:solidFill>
                <a:latin typeface="BIZ UDPGothic"/>
                <a:ea typeface="BIZ UDPGothic"/>
              </a:rPr>
              <a:t>が不可欠</a:t>
            </a:r>
            <a:r>
              <a:rPr sz="1600" b="0" dirty="0" err="1">
                <a:solidFill>
                  <a:srgbClr val="191919"/>
                </a:solidFill>
                <a:latin typeface="BIZ UDPGothic"/>
                <a:ea typeface="BIZ UDPGothic"/>
              </a:rPr>
              <a:t>になっている</a:t>
            </a:r>
            <a:r>
              <a:rPr sz="1600" b="0" dirty="0">
                <a:solidFill>
                  <a:srgbClr val="191919"/>
                </a:solidFill>
                <a:latin typeface="BIZ UDPGothic"/>
                <a:ea typeface="BIZ UDPGothic"/>
              </a:rPr>
              <a:t>。</a:t>
            </a:r>
          </a:p>
        </p:txBody>
      </p:sp>
      <p:sp>
        <p:nvSpPr>
          <p:cNvPr id="10" name="Down Arrow 9"/>
          <p:cNvSpPr/>
          <p:nvPr/>
        </p:nvSpPr>
        <p:spPr>
          <a:xfrm>
            <a:off x="5773483" y="3568880"/>
            <a:ext cx="548640" cy="347472"/>
          </a:xfrm>
          <a:prstGeom prst="downArrow">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15" name="Rounded Rectangle 14"/>
          <p:cNvSpPr/>
          <p:nvPr/>
        </p:nvSpPr>
        <p:spPr>
          <a:xfrm>
            <a:off x="3466011" y="4137336"/>
            <a:ext cx="5303520" cy="214884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182880" bIns="73152" rtlCol="0" anchor="t"/>
          <a:lstStyle/>
          <a:p>
            <a:pPr algn="ctr">
              <a:spcAft>
                <a:spcPts val="600"/>
              </a:spcAft>
            </a:pPr>
            <a:r>
              <a:rPr lang="ja-JP" altLang="en-US" b="1" dirty="0">
                <a:solidFill>
                  <a:srgbClr val="00219B"/>
                </a:solidFill>
                <a:latin typeface="BIZ UDPGothic"/>
                <a:ea typeface="BIZ UDPGothic"/>
              </a:rPr>
              <a:t>今後の</a:t>
            </a:r>
            <a:r>
              <a:rPr b="1" dirty="0" err="1">
                <a:solidFill>
                  <a:srgbClr val="00219B"/>
                </a:solidFill>
                <a:latin typeface="BIZ UDPGothic"/>
                <a:ea typeface="BIZ UDPGothic"/>
              </a:rPr>
              <a:t>成長領域：フィジカルAI</a:t>
            </a:r>
            <a:endParaRPr b="1" dirty="0">
              <a:solidFill>
                <a:srgbClr val="00219B"/>
              </a:solidFill>
              <a:latin typeface="BIZ UDPGothic"/>
              <a:ea typeface="BIZ UDPGothic"/>
            </a:endParaRPr>
          </a:p>
          <a:p>
            <a:pPr algn="ctr">
              <a:lnSpc>
                <a:spcPct val="122000"/>
              </a:lnSpc>
            </a:pPr>
            <a:r>
              <a:rPr sz="1400" b="1" dirty="0" err="1">
                <a:solidFill>
                  <a:srgbClr val="191919"/>
                </a:solidFill>
                <a:latin typeface="BIZ UDPGothic"/>
                <a:ea typeface="BIZ UDPGothic"/>
              </a:rPr>
              <a:t>立ち上げ期の未成熟市場に早期参入し</a:t>
            </a:r>
            <a:r>
              <a:rPr sz="1400" b="1" dirty="0">
                <a:solidFill>
                  <a:srgbClr val="191919"/>
                </a:solidFill>
                <a:latin typeface="BIZ UDPGothic"/>
                <a:ea typeface="BIZ UDPGothic"/>
              </a:rPr>
              <a:t>、</a:t>
            </a:r>
            <a:endParaRPr lang="en-US" sz="1400" b="1" dirty="0">
              <a:solidFill>
                <a:srgbClr val="191919"/>
              </a:solidFill>
              <a:latin typeface="BIZ UDPGothic"/>
              <a:ea typeface="BIZ UDPGothic"/>
            </a:endParaRPr>
          </a:p>
          <a:p>
            <a:pPr algn="ctr">
              <a:lnSpc>
                <a:spcPct val="122000"/>
              </a:lnSpc>
            </a:pPr>
            <a:r>
              <a:rPr sz="1400" b="1" dirty="0" err="1">
                <a:solidFill>
                  <a:srgbClr val="191919"/>
                </a:solidFill>
                <a:latin typeface="BIZ UDPGothic"/>
                <a:ea typeface="BIZ UDPGothic"/>
              </a:rPr>
              <a:t>技術キャッチアップと商圏開拓を</a:t>
            </a:r>
            <a:r>
              <a:rPr lang="ja-JP" altLang="en-US" sz="1400" b="1" dirty="0">
                <a:solidFill>
                  <a:srgbClr val="191919"/>
                </a:solidFill>
                <a:latin typeface="BIZ UDPGothic"/>
                <a:ea typeface="BIZ UDPGothic"/>
              </a:rPr>
              <a:t>目指す</a:t>
            </a:r>
            <a:endParaRPr sz="1400" b="1" dirty="0">
              <a:solidFill>
                <a:srgbClr val="191919"/>
              </a:solidFill>
              <a:latin typeface="BIZ UDPGothic"/>
              <a:ea typeface="BIZ UDPGothic"/>
            </a:endParaRPr>
          </a:p>
        </p:txBody>
      </p:sp>
      <p:pic>
        <p:nvPicPr>
          <p:cNvPr id="16" name="Picture 15" descr="robot_purple.png"/>
          <p:cNvPicPr>
            <a:picLocks noChangeAspect="1"/>
          </p:cNvPicPr>
          <p:nvPr/>
        </p:nvPicPr>
        <p:blipFill>
          <a:blip r:embed="rId3"/>
          <a:stretch>
            <a:fillRect/>
          </a:stretch>
        </p:blipFill>
        <p:spPr>
          <a:xfrm>
            <a:off x="5778285" y="4219997"/>
            <a:ext cx="675924" cy="675924"/>
          </a:xfrm>
          <a:prstGeom prst="rect">
            <a:avLst/>
          </a:prstGeom>
        </p:spPr>
      </p:pic>
      <p:sp>
        <p:nvSpPr>
          <p:cNvPr id="4" name="正方形/長方形 3">
            <a:extLst>
              <a:ext uri="{FF2B5EF4-FFF2-40B4-BE49-F238E27FC236}">
                <a16:creationId xmlns:a16="http://schemas.microsoft.com/office/drawing/2014/main" id="{1442E27D-3552-DE99-4B47-750F8218729F}"/>
              </a:ext>
            </a:extLst>
          </p:cNvPr>
          <p:cNvSpPr/>
          <p:nvPr/>
        </p:nvSpPr>
        <p:spPr>
          <a:xfrm>
            <a:off x="9892936" y="0"/>
            <a:ext cx="2699657" cy="896204"/>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BIZ UDPゴシック" panose="020B0400000000000000" pitchFamily="50" charset="-128"/>
                <a:ea typeface="BIZ UDPゴシック" panose="020B0400000000000000" pitchFamily="50" charset="-128"/>
              </a:rPr>
              <a:t>修正版スライド</a:t>
            </a:r>
          </a:p>
        </p:txBody>
      </p:sp>
    </p:spTree>
    <p:extLst>
      <p:ext uri="{BB962C8B-B14F-4D97-AF65-F5344CB8AC3E}">
        <p14:creationId xmlns:p14="http://schemas.microsoft.com/office/powerpoint/2010/main" val="4029664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7BCE0BFC-CF2A-1022-2514-E52BE1A4B233}"/>
              </a:ext>
            </a:extLst>
          </p:cNvPr>
          <p:cNvSpPr>
            <a:spLocks noGrp="1"/>
          </p:cNvSpPr>
          <p:nvPr>
            <p:ph type="title"/>
          </p:nvPr>
        </p:nvSpPr>
        <p:spPr/>
        <p:txBody>
          <a:bodyPr/>
          <a:lstStyle/>
          <a:p>
            <a:pPr algn="l"/>
            <a:r>
              <a:rPr lang="ja-JP" altLang="en-US" dirty="0">
                <a:solidFill>
                  <a:srgbClr val="00209B"/>
                </a:solidFill>
              </a:rPr>
              <a:t>通信事業者の投資推移</a:t>
            </a:r>
          </a:p>
        </p:txBody>
      </p:sp>
      <p:sp>
        <p:nvSpPr>
          <p:cNvPr id="4" name="コンテンツ プレースホルダー 3">
            <a:extLst>
              <a:ext uri="{FF2B5EF4-FFF2-40B4-BE49-F238E27FC236}">
                <a16:creationId xmlns:a16="http://schemas.microsoft.com/office/drawing/2014/main" id="{73116EF0-1C14-C913-7293-A956657B0531}"/>
              </a:ext>
            </a:extLst>
          </p:cNvPr>
          <p:cNvSpPr>
            <a:spLocks noGrp="1"/>
          </p:cNvSpPr>
          <p:nvPr>
            <p:ph idx="1"/>
          </p:nvPr>
        </p:nvSpPr>
        <p:spPr/>
        <p:txBody>
          <a:bodyPr/>
          <a:lstStyle/>
          <a:p>
            <a:r>
              <a:rPr lang="ja-JP" altLang="en-US"/>
              <a:t>大手</a:t>
            </a:r>
            <a:r>
              <a:rPr lang="en-US" altLang="ja-JP"/>
              <a:t>SP</a:t>
            </a:r>
            <a:r>
              <a:rPr lang="ja-JP" altLang="en-US"/>
              <a:t>における</a:t>
            </a:r>
            <a:r>
              <a:rPr lang="en-US" altLang="ja-JP"/>
              <a:t>2026</a:t>
            </a:r>
            <a:r>
              <a:rPr lang="ja-JP" altLang="en-US"/>
              <a:t>～</a:t>
            </a:r>
            <a:r>
              <a:rPr lang="en-US" altLang="ja-JP"/>
              <a:t>2028</a:t>
            </a:r>
            <a:r>
              <a:rPr lang="ja-JP" altLang="en-US"/>
              <a:t>の投資は横ばい</a:t>
            </a:r>
            <a:endParaRPr lang="en-US" altLang="ja-JP"/>
          </a:p>
          <a:p>
            <a:pPr lvl="1"/>
            <a:r>
              <a:rPr lang="ja-JP" altLang="en-US"/>
              <a:t>新規商圏による収益獲得が必須</a:t>
            </a:r>
          </a:p>
          <a:p>
            <a:pPr lvl="1"/>
            <a:endParaRPr lang="ja-JP" altLang="en-US"/>
          </a:p>
        </p:txBody>
      </p:sp>
      <p:pic>
        <p:nvPicPr>
          <p:cNvPr id="5" name="図 4">
            <a:extLst>
              <a:ext uri="{FF2B5EF4-FFF2-40B4-BE49-F238E27FC236}">
                <a16:creationId xmlns:a16="http://schemas.microsoft.com/office/drawing/2014/main" id="{227DC2AC-670A-EF48-BED1-6F2BF0ADF019}"/>
              </a:ext>
            </a:extLst>
          </p:cNvPr>
          <p:cNvPicPr>
            <a:picLocks noChangeAspect="1"/>
          </p:cNvPicPr>
          <p:nvPr/>
        </p:nvPicPr>
        <p:blipFill>
          <a:blip r:embed="rId3"/>
          <a:stretch>
            <a:fillRect/>
          </a:stretch>
        </p:blipFill>
        <p:spPr>
          <a:xfrm>
            <a:off x="2054108" y="1985963"/>
            <a:ext cx="6801786" cy="4186707"/>
          </a:xfrm>
          <a:prstGeom prst="rect">
            <a:avLst/>
          </a:prstGeom>
        </p:spPr>
      </p:pic>
      <p:sp>
        <p:nvSpPr>
          <p:cNvPr id="8" name="テキスト ボックス 7">
            <a:extLst>
              <a:ext uri="{FF2B5EF4-FFF2-40B4-BE49-F238E27FC236}">
                <a16:creationId xmlns:a16="http://schemas.microsoft.com/office/drawing/2014/main" id="{2AF76D92-27C4-B9C0-ACBE-B3264D09DBB0}"/>
              </a:ext>
            </a:extLst>
          </p:cNvPr>
          <p:cNvSpPr txBox="1"/>
          <p:nvPr/>
        </p:nvSpPr>
        <p:spPr>
          <a:xfrm>
            <a:off x="4137025" y="6172671"/>
            <a:ext cx="4622800" cy="307777"/>
          </a:xfrm>
          <a:prstGeom prst="rect">
            <a:avLst/>
          </a:prstGeom>
          <a:noFill/>
        </p:spPr>
        <p:txBody>
          <a:bodyPr wrap="square">
            <a:spAutoFit/>
          </a:bodyPr>
          <a:lstStyle/>
          <a:p>
            <a:r>
              <a:rPr lang="en-US" altLang="ja-JP" sz="1400" dirty="0">
                <a:solidFill>
                  <a:srgbClr val="0070C0"/>
                </a:solidFill>
              </a:rPr>
              <a:t>https://webtan.impress.co.jp/n/2025/12/01/51756</a:t>
            </a:r>
            <a:endParaRPr lang="ja-JP" altLang="en-US" sz="1400" dirty="0">
              <a:solidFill>
                <a:srgbClr val="0070C0"/>
              </a:solidFill>
            </a:endParaRPr>
          </a:p>
        </p:txBody>
      </p:sp>
    </p:spTree>
    <p:extLst>
      <p:ext uri="{BB962C8B-B14F-4D97-AF65-F5344CB8AC3E}">
        <p14:creationId xmlns:p14="http://schemas.microsoft.com/office/powerpoint/2010/main" val="2951868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555125-DC59-4C6C-D823-A9502EE1A1BA}"/>
              </a:ext>
            </a:extLst>
          </p:cNvPr>
          <p:cNvSpPr>
            <a:spLocks noGrp="1"/>
          </p:cNvSpPr>
          <p:nvPr>
            <p:ph type="title"/>
          </p:nvPr>
        </p:nvSpPr>
        <p:spPr/>
        <p:txBody>
          <a:bodyPr/>
          <a:lstStyle/>
          <a:p>
            <a:pPr algn="l"/>
            <a:r>
              <a:rPr kumimoji="1" lang="ja-JP" altLang="en-US" dirty="0">
                <a:solidFill>
                  <a:srgbClr val="00209B"/>
                </a:solidFill>
              </a:rPr>
              <a:t>フィジカル</a:t>
            </a:r>
            <a:r>
              <a:rPr kumimoji="1" lang="en-US" altLang="ja-JP" dirty="0">
                <a:solidFill>
                  <a:srgbClr val="00209B"/>
                </a:solidFill>
              </a:rPr>
              <a:t>AI</a:t>
            </a:r>
            <a:r>
              <a:rPr kumimoji="1" lang="ja-JP" altLang="en-US" dirty="0">
                <a:solidFill>
                  <a:srgbClr val="00209B"/>
                </a:solidFill>
              </a:rPr>
              <a:t>の市場</a:t>
            </a:r>
          </a:p>
        </p:txBody>
      </p:sp>
      <p:sp>
        <p:nvSpPr>
          <p:cNvPr id="3" name="コンテンツ プレースホルダー 2">
            <a:extLst>
              <a:ext uri="{FF2B5EF4-FFF2-40B4-BE49-F238E27FC236}">
                <a16:creationId xmlns:a16="http://schemas.microsoft.com/office/drawing/2014/main" id="{93DB0F68-B6EA-94FC-8124-C911D88B1293}"/>
              </a:ext>
            </a:extLst>
          </p:cNvPr>
          <p:cNvSpPr>
            <a:spLocks noGrp="1"/>
          </p:cNvSpPr>
          <p:nvPr>
            <p:ph idx="1"/>
          </p:nvPr>
        </p:nvSpPr>
        <p:spPr>
          <a:xfrm>
            <a:off x="330028" y="1213443"/>
            <a:ext cx="11531944" cy="5109933"/>
          </a:xfrm>
        </p:spPr>
        <p:txBody>
          <a:bodyPr/>
          <a:lstStyle/>
          <a:p>
            <a:r>
              <a:rPr kumimoji="1" lang="ja-JP" altLang="en-US" dirty="0"/>
              <a:t>フィジカル</a:t>
            </a:r>
            <a:r>
              <a:rPr kumimoji="1" lang="en-US" altLang="ja-JP" dirty="0"/>
              <a:t>AI</a:t>
            </a:r>
            <a:r>
              <a:rPr kumimoji="1" lang="ja-JP" altLang="en-US" dirty="0"/>
              <a:t>の日本での市場規模は、</a:t>
            </a:r>
            <a:endParaRPr kumimoji="1" lang="en-US" altLang="ja-JP" dirty="0"/>
          </a:p>
          <a:p>
            <a:pPr marL="0" indent="0">
              <a:buNone/>
            </a:pPr>
            <a:r>
              <a:rPr kumimoji="1" lang="ja-JP" altLang="en-US" dirty="0">
                <a:solidFill>
                  <a:srgbClr val="FF0000"/>
                </a:solidFill>
              </a:rPr>
              <a:t>　　　　　</a:t>
            </a:r>
            <a:r>
              <a:rPr kumimoji="1" lang="en-US" altLang="ja-JP" dirty="0">
                <a:solidFill>
                  <a:srgbClr val="FF0000"/>
                </a:solidFill>
              </a:rPr>
              <a:t>FY30</a:t>
            </a:r>
            <a:r>
              <a:rPr kumimoji="1" lang="ja-JP" altLang="en-US" dirty="0">
                <a:solidFill>
                  <a:srgbClr val="FF0000"/>
                </a:solidFill>
              </a:rPr>
              <a:t>で</a:t>
            </a:r>
            <a:r>
              <a:rPr kumimoji="1" lang="en-US" altLang="ja-JP" dirty="0">
                <a:solidFill>
                  <a:srgbClr val="FF0000"/>
                </a:solidFill>
              </a:rPr>
              <a:t>$1460M(</a:t>
            </a:r>
            <a:r>
              <a:rPr kumimoji="1" lang="ja-JP" altLang="en-US" dirty="0">
                <a:solidFill>
                  <a:srgbClr val="FF0000"/>
                </a:solidFill>
              </a:rPr>
              <a:t>約</a:t>
            </a:r>
            <a:r>
              <a:rPr kumimoji="1" lang="en-US" altLang="ja-JP" dirty="0">
                <a:solidFill>
                  <a:srgbClr val="FF0000"/>
                </a:solidFill>
              </a:rPr>
              <a:t>2300</a:t>
            </a:r>
            <a:r>
              <a:rPr kumimoji="1" lang="ja-JP" altLang="en-US" dirty="0">
                <a:solidFill>
                  <a:srgbClr val="FF0000"/>
                </a:solidFill>
              </a:rPr>
              <a:t>億円</a:t>
            </a:r>
            <a:r>
              <a:rPr kumimoji="1" lang="en-US" altLang="ja-JP" dirty="0">
                <a:solidFill>
                  <a:srgbClr val="FF0000"/>
                </a:solidFill>
              </a:rPr>
              <a:t>)</a:t>
            </a:r>
            <a:endParaRPr lang="en-US" altLang="ja-JP" dirty="0">
              <a:solidFill>
                <a:srgbClr val="FF0000"/>
              </a:solidFill>
            </a:endParaRPr>
          </a:p>
          <a:p>
            <a:pPr marL="0" indent="0">
              <a:buNone/>
            </a:pPr>
            <a:r>
              <a:rPr kumimoji="1" lang="ja-JP" altLang="en-US" dirty="0">
                <a:solidFill>
                  <a:srgbClr val="FF0000"/>
                </a:solidFill>
              </a:rPr>
              <a:t>　　　　　年平均成長率</a:t>
            </a:r>
            <a:r>
              <a:rPr kumimoji="1" lang="en-US" altLang="ja-JP" dirty="0">
                <a:solidFill>
                  <a:srgbClr val="FF0000"/>
                </a:solidFill>
              </a:rPr>
              <a:t>(CAGR)</a:t>
            </a:r>
            <a:r>
              <a:rPr kumimoji="1" lang="ja-JP" altLang="en-US" dirty="0">
                <a:solidFill>
                  <a:srgbClr val="FF0000"/>
                </a:solidFill>
              </a:rPr>
              <a:t>：</a:t>
            </a:r>
            <a:r>
              <a:rPr kumimoji="1" lang="en-US" altLang="ja-JP" dirty="0">
                <a:solidFill>
                  <a:srgbClr val="FF0000"/>
                </a:solidFill>
              </a:rPr>
              <a:t>36.2%</a:t>
            </a:r>
          </a:p>
          <a:p>
            <a:pPr marL="0" indent="0">
              <a:buNone/>
            </a:pPr>
            <a:endParaRPr kumimoji="1" lang="en-US" altLang="ja-JP" dirty="0">
              <a:solidFill>
                <a:srgbClr val="FF0000"/>
              </a:solidFill>
            </a:endParaRPr>
          </a:p>
          <a:p>
            <a:pPr lvl="1"/>
            <a:r>
              <a:rPr kumimoji="1" lang="ja-JP" altLang="en-US" dirty="0"/>
              <a:t>市場が立ち上げ初期であり、大手企業も模索している段階で当社も参入できる可能性が高い</a:t>
            </a:r>
            <a:endParaRPr kumimoji="1" lang="en-US" altLang="ja-JP" dirty="0"/>
          </a:p>
          <a:p>
            <a:pPr marL="457200" lvl="1" indent="0">
              <a:buNone/>
            </a:pPr>
            <a:r>
              <a:rPr kumimoji="1" lang="ja-JP" altLang="en-US" dirty="0"/>
              <a:t>　　</a:t>
            </a:r>
            <a:r>
              <a:rPr kumimoji="1" lang="en-US" altLang="ja-JP" dirty="0"/>
              <a:t>※GPU</a:t>
            </a:r>
            <a:r>
              <a:rPr kumimoji="1" lang="ja-JP" altLang="en-US" dirty="0"/>
              <a:t>やロボットなどのコアになる部分はすでに激戦区</a:t>
            </a:r>
            <a:endParaRPr kumimoji="1" lang="en-US" altLang="ja-JP" dirty="0"/>
          </a:p>
          <a:p>
            <a:pPr marL="457200" lvl="1" indent="0">
              <a:buNone/>
            </a:pPr>
            <a:r>
              <a:rPr kumimoji="1" lang="ja-JP" altLang="en-US" dirty="0"/>
              <a:t>　　</a:t>
            </a:r>
            <a:r>
              <a:rPr kumimoji="1" lang="en-US" altLang="ja-JP" dirty="0"/>
              <a:t>※</a:t>
            </a:r>
            <a:r>
              <a:rPr kumimoji="1" lang="ja-JP" altLang="en-US" dirty="0"/>
              <a:t>ＳＩやユースケース</a:t>
            </a:r>
            <a:r>
              <a:rPr lang="ja-JP" altLang="en-US" dirty="0"/>
              <a:t>も</a:t>
            </a:r>
            <a:r>
              <a:rPr kumimoji="1" lang="ja-JP" altLang="en-US" dirty="0"/>
              <a:t>まだ確立していない状況</a:t>
            </a:r>
            <a:endParaRPr kumimoji="1" lang="en-US" altLang="ja-JP" dirty="0"/>
          </a:p>
          <a:p>
            <a:pPr marL="457200" lvl="1" indent="0">
              <a:buNone/>
            </a:pPr>
            <a:endParaRPr kumimoji="1" lang="en-US" altLang="ja-JP" dirty="0"/>
          </a:p>
          <a:p>
            <a:pPr lvl="1"/>
            <a:r>
              <a:rPr kumimoji="1" lang="ja-JP" altLang="en-US" dirty="0"/>
              <a:t>スタートアップから大手企業も模索中のため、</a:t>
            </a:r>
            <a:endParaRPr kumimoji="1" lang="en-US" altLang="ja-JP" dirty="0"/>
          </a:p>
          <a:p>
            <a:pPr marL="457200" lvl="1" indent="0">
              <a:buNone/>
            </a:pPr>
            <a:r>
              <a:rPr lang="ja-JP" altLang="en-US" dirty="0"/>
              <a:t>　　エコシステムの構築から大手企業と組める可能性がある</a:t>
            </a:r>
            <a:endParaRPr lang="en-US" altLang="ja-JP" dirty="0"/>
          </a:p>
          <a:p>
            <a:pPr marL="457200" lvl="1" indent="0">
              <a:buNone/>
            </a:pPr>
            <a:endParaRPr lang="en-US" altLang="ja-JP" dirty="0"/>
          </a:p>
          <a:p>
            <a:pPr marL="457200" lvl="1" indent="0">
              <a:buNone/>
            </a:pPr>
            <a:endParaRPr lang="en-US" altLang="ja-JP" sz="1800" b="1" dirty="0">
              <a:solidFill>
                <a:srgbClr val="0070C0"/>
              </a:solidFill>
            </a:endParaRPr>
          </a:p>
          <a:p>
            <a:pPr marL="457200" lvl="1" indent="0">
              <a:buNone/>
            </a:pPr>
            <a:r>
              <a:rPr lang="ja-JP" altLang="en-US" sz="1800" b="1" dirty="0">
                <a:solidFill>
                  <a:srgbClr val="0070C0"/>
                </a:solidFill>
              </a:rPr>
              <a:t>当社の強みを活かしながらフィジカル</a:t>
            </a:r>
            <a:r>
              <a:rPr lang="en-US" altLang="ja-JP" sz="1800" b="1" dirty="0">
                <a:solidFill>
                  <a:srgbClr val="0070C0"/>
                </a:solidFill>
              </a:rPr>
              <a:t>AI</a:t>
            </a:r>
            <a:r>
              <a:rPr lang="ja-JP" altLang="en-US" sz="1800" b="1" dirty="0">
                <a:solidFill>
                  <a:srgbClr val="0070C0"/>
                </a:solidFill>
              </a:rPr>
              <a:t>の市場開拓する</a:t>
            </a:r>
            <a:endParaRPr lang="en-US" altLang="ja-JP" b="1" dirty="0">
              <a:solidFill>
                <a:srgbClr val="0070C0"/>
              </a:solidFill>
            </a:endParaRPr>
          </a:p>
        </p:txBody>
      </p:sp>
      <p:pic>
        <p:nvPicPr>
          <p:cNvPr id="5" name="図 4">
            <a:extLst>
              <a:ext uri="{FF2B5EF4-FFF2-40B4-BE49-F238E27FC236}">
                <a16:creationId xmlns:a16="http://schemas.microsoft.com/office/drawing/2014/main" id="{EF094AEF-41D8-08A9-E361-641FA8A4D60A}"/>
              </a:ext>
            </a:extLst>
          </p:cNvPr>
          <p:cNvPicPr>
            <a:picLocks noChangeAspect="1"/>
          </p:cNvPicPr>
          <p:nvPr/>
        </p:nvPicPr>
        <p:blipFill>
          <a:blip r:embed="rId3"/>
          <a:stretch>
            <a:fillRect/>
          </a:stretch>
        </p:blipFill>
        <p:spPr>
          <a:xfrm>
            <a:off x="7200901" y="3335461"/>
            <a:ext cx="4661072" cy="2531939"/>
          </a:xfrm>
          <a:prstGeom prst="rect">
            <a:avLst/>
          </a:prstGeom>
        </p:spPr>
      </p:pic>
      <p:sp>
        <p:nvSpPr>
          <p:cNvPr id="7" name="テキスト ボックス 6">
            <a:extLst>
              <a:ext uri="{FF2B5EF4-FFF2-40B4-BE49-F238E27FC236}">
                <a16:creationId xmlns:a16="http://schemas.microsoft.com/office/drawing/2014/main" id="{E855FB61-3C2B-FC85-7745-CBAA25651716}"/>
              </a:ext>
            </a:extLst>
          </p:cNvPr>
          <p:cNvSpPr txBox="1"/>
          <p:nvPr/>
        </p:nvSpPr>
        <p:spPr>
          <a:xfrm>
            <a:off x="7090348" y="5984822"/>
            <a:ext cx="5101652" cy="338554"/>
          </a:xfrm>
          <a:prstGeom prst="rect">
            <a:avLst/>
          </a:prstGeom>
          <a:noFill/>
        </p:spPr>
        <p:txBody>
          <a:bodyPr wrap="square">
            <a:spAutoFit/>
          </a:bodyPr>
          <a:lstStyle/>
          <a:p>
            <a:r>
              <a:rPr lang="en-US" altLang="ja-JP" sz="1600" dirty="0">
                <a:hlinkClick r:id="rId4"/>
              </a:rPr>
              <a:t>Japan Physical AI Market Size and Forecast 2026 - 2035</a:t>
            </a:r>
            <a:endParaRPr lang="ja-JP" altLang="en-US" sz="1600" dirty="0"/>
          </a:p>
        </p:txBody>
      </p:sp>
    </p:spTree>
    <p:extLst>
      <p:ext uri="{BB962C8B-B14F-4D97-AF65-F5344CB8AC3E}">
        <p14:creationId xmlns:p14="http://schemas.microsoft.com/office/powerpoint/2010/main" val="2515304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lang="ja-JP" altLang="en-US" dirty="0">
                <a:latin typeface="BIZ UDPGothic"/>
                <a:ea typeface="BIZ UDPGothic"/>
              </a:rPr>
              <a:t>現状の商圏も継続しつつ段階的にフィジカル</a:t>
            </a:r>
            <a:r>
              <a:rPr lang="en-US" altLang="ja-JP" dirty="0">
                <a:latin typeface="BIZ UDPGothic"/>
                <a:ea typeface="BIZ UDPGothic"/>
              </a:rPr>
              <a:t>AI</a:t>
            </a:r>
            <a:r>
              <a:rPr lang="ja-JP" altLang="en-US" dirty="0">
                <a:latin typeface="BIZ UDPGothic"/>
                <a:ea typeface="BIZ UDPGothic"/>
              </a:rPr>
              <a:t>へ市場を広げていく</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dirty="0" err="1">
                <a:latin typeface="BIZ UDPGothic"/>
                <a:ea typeface="BIZ UDPGothic"/>
              </a:rPr>
              <a:t>キャリアNW市場が成熟する中、運用自動化・AI領域へ段階的に商圏を広げる</a:t>
            </a:r>
            <a:endParaRPr lang="ja-JP" altLang="en-US" dirty="0"/>
          </a:p>
        </p:txBody>
      </p:sp>
      <p:sp>
        <p:nvSpPr>
          <p:cNvPr id="9" name="Rounded Rectangle 8"/>
          <p:cNvSpPr/>
          <p:nvPr/>
        </p:nvSpPr>
        <p:spPr>
          <a:xfrm>
            <a:off x="466344" y="1737360"/>
            <a:ext cx="3611880" cy="324612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46304" rIns="182880" bIns="73152" rtlCol="0" anchor="t"/>
          <a:lstStyle/>
          <a:p>
            <a:pPr algn="ctr">
              <a:spcAft>
                <a:spcPts val="200"/>
              </a:spcAft>
            </a:pPr>
            <a:r>
              <a:rPr sz="1600" b="1" dirty="0" err="1">
                <a:solidFill>
                  <a:srgbClr val="2A65F5"/>
                </a:solidFill>
                <a:latin typeface="BIZ UDPGothic"/>
                <a:ea typeface="BIZ UDPGothic"/>
              </a:rPr>
              <a:t>短期</a:t>
            </a:r>
            <a:endParaRPr sz="1600" b="1" dirty="0">
              <a:solidFill>
                <a:srgbClr val="2A65F5"/>
              </a:solidFill>
              <a:latin typeface="BIZ UDPGothic"/>
              <a:ea typeface="BIZ UDPGothic"/>
            </a:endParaRPr>
          </a:p>
          <a:p>
            <a:pPr algn="ctr">
              <a:spcAft>
                <a:spcPts val="800"/>
              </a:spcAft>
            </a:pPr>
            <a:r>
              <a:rPr sz="1600" b="1" dirty="0" err="1">
                <a:solidFill>
                  <a:srgbClr val="00219B"/>
                </a:solidFill>
                <a:latin typeface="BIZ UDPGothic"/>
                <a:ea typeface="BIZ UDPGothic"/>
              </a:rPr>
              <a:t>AIOps・運用自動化</a:t>
            </a:r>
            <a:endParaRPr sz="1600" b="1" dirty="0">
              <a:solidFill>
                <a:srgbClr val="00219B"/>
              </a:solidFill>
              <a:latin typeface="BIZ UDPGothic"/>
              <a:ea typeface="BIZ UDPGothic"/>
            </a:endParaRPr>
          </a:p>
          <a:p>
            <a:pPr marL="182880" indent="-182880">
              <a:lnSpc>
                <a:spcPct val="115000"/>
              </a:lnSpc>
              <a:spcAft>
                <a:spcPts val="600"/>
              </a:spcAft>
              <a:buFont typeface="BIZ UDPGothic"/>
              <a:buChar char="・"/>
            </a:pPr>
            <a:r>
              <a:rPr sz="1200" b="1" dirty="0">
                <a:solidFill>
                  <a:srgbClr val="191919"/>
                </a:solidFill>
                <a:latin typeface="BIZ UDPGothic"/>
                <a:ea typeface="BIZ UDPGothic"/>
              </a:rPr>
              <a:t>市場はCAGR約20%で安定成長</a:t>
            </a:r>
          </a:p>
          <a:p>
            <a:pPr marL="182880" indent="-182880">
              <a:lnSpc>
                <a:spcPct val="115000"/>
              </a:lnSpc>
              <a:spcAft>
                <a:spcPts val="600"/>
              </a:spcAft>
              <a:buFont typeface="BIZ UDPGothic"/>
              <a:buChar char="・"/>
            </a:pPr>
            <a:r>
              <a:rPr sz="1200" b="1" dirty="0" err="1">
                <a:solidFill>
                  <a:srgbClr val="191919"/>
                </a:solidFill>
                <a:latin typeface="BIZ UDPGothic"/>
                <a:ea typeface="BIZ UDPGothic"/>
              </a:rPr>
              <a:t>キャリアNW運用の知見を活かし、人手不足・運用高度化ニーズに応える</a:t>
            </a:r>
            <a:endParaRPr sz="1200" b="1" dirty="0">
              <a:solidFill>
                <a:srgbClr val="191919"/>
              </a:solidFill>
              <a:latin typeface="BIZ UDPGothic"/>
              <a:ea typeface="BIZ UDPGothic"/>
            </a:endParaRPr>
          </a:p>
          <a:p>
            <a:pPr marL="182880" indent="-182880">
              <a:lnSpc>
                <a:spcPct val="115000"/>
              </a:lnSpc>
              <a:spcAft>
                <a:spcPts val="600"/>
              </a:spcAft>
              <a:buFont typeface="BIZ UDPGothic"/>
              <a:buChar char="・"/>
            </a:pPr>
            <a:r>
              <a:rPr sz="1200" b="1" dirty="0">
                <a:solidFill>
                  <a:srgbClr val="191919"/>
                </a:solidFill>
                <a:latin typeface="BIZ UDPGothic"/>
                <a:ea typeface="BIZ UDPGothic"/>
              </a:rPr>
              <a:t>「</a:t>
            </a:r>
            <a:r>
              <a:rPr sz="1200" b="1" dirty="0" err="1">
                <a:solidFill>
                  <a:srgbClr val="191919"/>
                </a:solidFill>
                <a:latin typeface="BIZ UDPGothic"/>
                <a:ea typeface="BIZ UDPGothic"/>
              </a:rPr>
              <a:t>販社かつ開発まで担える」企業は少なく、商圏獲得の見込みが高い</a:t>
            </a:r>
            <a:endParaRPr sz="1200" b="1" dirty="0">
              <a:solidFill>
                <a:srgbClr val="191919"/>
              </a:solidFill>
              <a:latin typeface="BIZ UDPGothic"/>
              <a:ea typeface="BIZ UDPGothic"/>
            </a:endParaRPr>
          </a:p>
        </p:txBody>
      </p:sp>
      <p:pic>
        <p:nvPicPr>
          <p:cNvPr id="10" name="Picture 9" descr="gears_primary.png"/>
          <p:cNvPicPr>
            <a:picLocks noChangeAspect="1"/>
          </p:cNvPicPr>
          <p:nvPr/>
        </p:nvPicPr>
        <p:blipFill>
          <a:blip r:embed="rId3"/>
          <a:stretch>
            <a:fillRect/>
          </a:stretch>
        </p:blipFill>
        <p:spPr>
          <a:xfrm>
            <a:off x="3446922" y="1819290"/>
            <a:ext cx="531083" cy="531083"/>
          </a:xfrm>
          <a:prstGeom prst="rect">
            <a:avLst/>
          </a:prstGeom>
        </p:spPr>
      </p:pic>
      <p:sp>
        <p:nvSpPr>
          <p:cNvPr id="11" name="Rounded Rectangle 10"/>
          <p:cNvSpPr/>
          <p:nvPr/>
        </p:nvSpPr>
        <p:spPr>
          <a:xfrm>
            <a:off x="4251960" y="1737360"/>
            <a:ext cx="3611880" cy="324612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46304" rIns="182880" bIns="73152" rtlCol="0" anchor="t"/>
          <a:lstStyle/>
          <a:p>
            <a:pPr algn="ctr">
              <a:spcAft>
                <a:spcPts val="200"/>
              </a:spcAft>
            </a:pPr>
            <a:r>
              <a:rPr sz="1600" b="1" dirty="0" err="1">
                <a:solidFill>
                  <a:srgbClr val="2A65F5"/>
                </a:solidFill>
                <a:latin typeface="BIZ UDPGothic"/>
                <a:ea typeface="BIZ UDPGothic"/>
              </a:rPr>
              <a:t>中期</a:t>
            </a:r>
            <a:endParaRPr sz="1600" b="1" dirty="0">
              <a:solidFill>
                <a:srgbClr val="2A65F5"/>
              </a:solidFill>
              <a:latin typeface="BIZ UDPGothic"/>
              <a:ea typeface="BIZ UDPGothic"/>
            </a:endParaRPr>
          </a:p>
          <a:p>
            <a:pPr algn="ctr">
              <a:spcAft>
                <a:spcPts val="800"/>
              </a:spcAft>
            </a:pPr>
            <a:r>
              <a:rPr sz="1600" b="1" dirty="0" err="1">
                <a:solidFill>
                  <a:srgbClr val="00219B"/>
                </a:solidFill>
                <a:latin typeface="BIZ UDPGothic"/>
                <a:ea typeface="BIZ UDPGothic"/>
              </a:rPr>
              <a:t>推論基盤（オンプレ生成AI</a:t>
            </a:r>
            <a:r>
              <a:rPr sz="1600" b="1" dirty="0">
                <a:solidFill>
                  <a:srgbClr val="00219B"/>
                </a:solidFill>
                <a:latin typeface="BIZ UDPGothic"/>
                <a:ea typeface="BIZ UDPGothic"/>
              </a:rPr>
              <a:t>）</a:t>
            </a:r>
          </a:p>
          <a:p>
            <a:pPr marL="182880" indent="-182880">
              <a:lnSpc>
                <a:spcPct val="115000"/>
              </a:lnSpc>
              <a:spcAft>
                <a:spcPts val="600"/>
              </a:spcAft>
              <a:buFont typeface="BIZ UDPGothic"/>
              <a:buChar char="・"/>
            </a:pPr>
            <a:r>
              <a:rPr sz="1200" b="1" dirty="0">
                <a:solidFill>
                  <a:srgbClr val="191919"/>
                </a:solidFill>
                <a:latin typeface="BIZ UDPGothic"/>
                <a:ea typeface="BIZ UDPGothic"/>
              </a:rPr>
              <a:t>国内生成AI市場はFY30に約1.7兆円</a:t>
            </a:r>
            <a:endParaRPr lang="en-US" sz="1200" b="1" dirty="0">
              <a:solidFill>
                <a:srgbClr val="191919"/>
              </a:solidFill>
              <a:latin typeface="BIZ UDPGothic"/>
              <a:ea typeface="BIZ UDPGothic"/>
            </a:endParaRPr>
          </a:p>
          <a:p>
            <a:pPr>
              <a:lnSpc>
                <a:spcPct val="115000"/>
              </a:lnSpc>
              <a:spcAft>
                <a:spcPts val="600"/>
              </a:spcAft>
            </a:pPr>
            <a:r>
              <a:rPr lang="ja-JP" altLang="en-US" sz="1200" b="1" dirty="0">
                <a:solidFill>
                  <a:srgbClr val="191919"/>
                </a:solidFill>
                <a:latin typeface="BIZ UDPGothic"/>
                <a:ea typeface="BIZ UDPGothic"/>
              </a:rPr>
              <a:t>　 </a:t>
            </a:r>
            <a:r>
              <a:rPr sz="1200" b="1" dirty="0">
                <a:solidFill>
                  <a:srgbClr val="191919"/>
                </a:solidFill>
                <a:latin typeface="BIZ UDPGothic"/>
                <a:ea typeface="BIZ UDPGothic"/>
              </a:rPr>
              <a:t>（CAGR 47%）</a:t>
            </a:r>
          </a:p>
          <a:p>
            <a:pPr marL="182880" indent="-182880">
              <a:lnSpc>
                <a:spcPct val="115000"/>
              </a:lnSpc>
              <a:spcAft>
                <a:spcPts val="600"/>
              </a:spcAft>
              <a:buFont typeface="BIZ UDPGothic"/>
              <a:buChar char="・"/>
            </a:pPr>
            <a:r>
              <a:rPr sz="1200" b="1" dirty="0">
                <a:solidFill>
                  <a:srgbClr val="191919"/>
                </a:solidFill>
                <a:latin typeface="BIZ UDPGothic"/>
                <a:ea typeface="BIZ UDPGothic"/>
              </a:rPr>
              <a:t>オンプレ比率3割とすると約5,000億円規模と推計</a:t>
            </a:r>
          </a:p>
          <a:p>
            <a:pPr marL="182880" indent="-182880">
              <a:lnSpc>
                <a:spcPct val="115000"/>
              </a:lnSpc>
              <a:spcAft>
                <a:spcPts val="600"/>
              </a:spcAft>
              <a:buFont typeface="BIZ UDPGothic"/>
              <a:buChar char="・"/>
            </a:pPr>
            <a:r>
              <a:rPr sz="1200" b="1" dirty="0" err="1">
                <a:solidFill>
                  <a:srgbClr val="191919"/>
                </a:solidFill>
                <a:latin typeface="BIZ UDPGothic"/>
                <a:ea typeface="BIZ UDPGothic"/>
              </a:rPr>
              <a:t>データ主権・コスト・低遅延の要求から、オンプレ・エッジ推論の構築需要が拡大</a:t>
            </a:r>
            <a:endParaRPr sz="1200" b="1" dirty="0">
              <a:solidFill>
                <a:srgbClr val="191919"/>
              </a:solidFill>
              <a:latin typeface="BIZ UDPGothic"/>
              <a:ea typeface="BIZ UDPGothic"/>
            </a:endParaRPr>
          </a:p>
        </p:txBody>
      </p:sp>
      <p:pic>
        <p:nvPicPr>
          <p:cNvPr id="12" name="Picture 11" descr="server_primary.png"/>
          <p:cNvPicPr>
            <a:picLocks noChangeAspect="1"/>
          </p:cNvPicPr>
          <p:nvPr/>
        </p:nvPicPr>
        <p:blipFill>
          <a:blip r:embed="rId4"/>
          <a:stretch>
            <a:fillRect/>
          </a:stretch>
        </p:blipFill>
        <p:spPr>
          <a:xfrm>
            <a:off x="7232538" y="1819290"/>
            <a:ext cx="531083" cy="531083"/>
          </a:xfrm>
          <a:prstGeom prst="rect">
            <a:avLst/>
          </a:prstGeom>
        </p:spPr>
      </p:pic>
      <p:sp>
        <p:nvSpPr>
          <p:cNvPr id="13" name="Rounded Rectangle 12"/>
          <p:cNvSpPr/>
          <p:nvPr/>
        </p:nvSpPr>
        <p:spPr>
          <a:xfrm>
            <a:off x="8037576" y="1737360"/>
            <a:ext cx="3611880" cy="324612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46304" rIns="182880" bIns="73152" rtlCol="0" anchor="t"/>
          <a:lstStyle/>
          <a:p>
            <a:pPr algn="ctr">
              <a:spcAft>
                <a:spcPts val="200"/>
              </a:spcAft>
            </a:pPr>
            <a:r>
              <a:rPr sz="1600" b="1" dirty="0" err="1">
                <a:solidFill>
                  <a:srgbClr val="2A65F5"/>
                </a:solidFill>
                <a:latin typeface="BIZ UDPGothic"/>
                <a:ea typeface="BIZ UDPGothic"/>
              </a:rPr>
              <a:t>中長期</a:t>
            </a:r>
            <a:endParaRPr sz="1600" b="1" dirty="0">
              <a:solidFill>
                <a:srgbClr val="2A65F5"/>
              </a:solidFill>
              <a:latin typeface="BIZ UDPGothic"/>
              <a:ea typeface="BIZ UDPGothic"/>
            </a:endParaRPr>
          </a:p>
          <a:p>
            <a:pPr algn="ctr">
              <a:spcAft>
                <a:spcPts val="800"/>
              </a:spcAft>
            </a:pPr>
            <a:r>
              <a:rPr sz="1600" b="1" dirty="0" err="1">
                <a:solidFill>
                  <a:srgbClr val="00219B"/>
                </a:solidFill>
                <a:latin typeface="BIZ UDPGothic"/>
                <a:ea typeface="BIZ UDPGothic"/>
              </a:rPr>
              <a:t>フィジカルAI・AIグリッド</a:t>
            </a:r>
            <a:endParaRPr sz="1600" b="1" dirty="0">
              <a:solidFill>
                <a:srgbClr val="00219B"/>
              </a:solidFill>
              <a:latin typeface="BIZ UDPGothic"/>
              <a:ea typeface="BIZ UDPGothic"/>
            </a:endParaRPr>
          </a:p>
          <a:p>
            <a:pPr marL="182880" indent="-182880">
              <a:lnSpc>
                <a:spcPct val="115000"/>
              </a:lnSpc>
              <a:spcAft>
                <a:spcPts val="600"/>
              </a:spcAft>
              <a:buFont typeface="BIZ UDPGothic"/>
              <a:buChar char="・"/>
            </a:pPr>
            <a:r>
              <a:rPr sz="1200" b="1" dirty="0">
                <a:solidFill>
                  <a:srgbClr val="191919"/>
                </a:solidFill>
                <a:latin typeface="BIZ UDPGothic"/>
                <a:ea typeface="BIZ UDPGothic"/>
              </a:rPr>
              <a:t>国内フィジカルAI市場はFY30に約2,300億円（CAGR 36.2%）</a:t>
            </a:r>
          </a:p>
          <a:p>
            <a:pPr marL="182880" indent="-182880">
              <a:lnSpc>
                <a:spcPct val="115000"/>
              </a:lnSpc>
              <a:spcAft>
                <a:spcPts val="600"/>
              </a:spcAft>
              <a:buFont typeface="BIZ UDPGothic"/>
              <a:buChar char="・"/>
            </a:pPr>
            <a:r>
              <a:rPr sz="1200" b="1" dirty="0" err="1">
                <a:solidFill>
                  <a:srgbClr val="191919"/>
                </a:solidFill>
                <a:latin typeface="BIZ UDPGothic"/>
                <a:ea typeface="BIZ UDPGothic"/>
              </a:rPr>
              <a:t>GPU・ロボット本体は激戦区だが、SI・ユースケースは未確立</a:t>
            </a:r>
            <a:endParaRPr sz="1200" b="1" dirty="0">
              <a:solidFill>
                <a:srgbClr val="191919"/>
              </a:solidFill>
              <a:latin typeface="BIZ UDPGothic"/>
              <a:ea typeface="BIZ UDPGothic"/>
            </a:endParaRPr>
          </a:p>
          <a:p>
            <a:pPr marL="182880" indent="-182880">
              <a:lnSpc>
                <a:spcPct val="115000"/>
              </a:lnSpc>
              <a:spcAft>
                <a:spcPts val="600"/>
              </a:spcAft>
              <a:buFont typeface="BIZ UDPGothic"/>
              <a:buChar char="・"/>
            </a:pPr>
            <a:r>
              <a:rPr sz="1200" b="1" dirty="0" err="1">
                <a:solidFill>
                  <a:srgbClr val="191919"/>
                </a:solidFill>
                <a:latin typeface="BIZ UDPGothic"/>
                <a:ea typeface="BIZ UDPGothic"/>
              </a:rPr>
              <a:t>立ち上げ期の今なら、エコシステム構築から大手とも組める</a:t>
            </a:r>
            <a:endParaRPr sz="1200" b="1" dirty="0">
              <a:solidFill>
                <a:srgbClr val="191919"/>
              </a:solidFill>
              <a:latin typeface="BIZ UDPGothic"/>
              <a:ea typeface="BIZ UDPGothic"/>
            </a:endParaRPr>
          </a:p>
        </p:txBody>
      </p:sp>
      <p:pic>
        <p:nvPicPr>
          <p:cNvPr id="14" name="Picture 13" descr="robot_primary.png"/>
          <p:cNvPicPr>
            <a:picLocks noChangeAspect="1"/>
          </p:cNvPicPr>
          <p:nvPr/>
        </p:nvPicPr>
        <p:blipFill>
          <a:blip r:embed="rId5"/>
          <a:stretch>
            <a:fillRect/>
          </a:stretch>
        </p:blipFill>
        <p:spPr>
          <a:xfrm>
            <a:off x="11018154" y="1819290"/>
            <a:ext cx="531083" cy="531083"/>
          </a:xfrm>
          <a:prstGeom prst="rect">
            <a:avLst/>
          </a:prstGeom>
        </p:spPr>
      </p:pic>
      <p:sp>
        <p:nvSpPr>
          <p:cNvPr id="15" name="Rounded Rectangle 14"/>
          <p:cNvSpPr/>
          <p:nvPr/>
        </p:nvSpPr>
        <p:spPr>
          <a:xfrm>
            <a:off x="466344" y="5257800"/>
            <a:ext cx="11183112" cy="960120"/>
          </a:xfrm>
          <a:prstGeom prst="roundRect">
            <a:avLst>
              <a:gd name="adj" fmla="val 8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74320" tIns="73152" rIns="109728" bIns="73152" rtlCol="0" anchor="ctr"/>
          <a:lstStyle/>
          <a:p>
            <a:pPr algn="ctr">
              <a:spcAft>
                <a:spcPts val="300"/>
              </a:spcAft>
            </a:pPr>
            <a:r>
              <a:rPr sz="1300" b="1" dirty="0" err="1">
                <a:solidFill>
                  <a:srgbClr val="FFFFFF"/>
                </a:solidFill>
                <a:latin typeface="BIZ UDPGothic"/>
                <a:ea typeface="BIZ UDPGothic"/>
              </a:rPr>
              <a:t>技術獲得のステップ：基礎技術（Kubernetes・Python・IaC</a:t>
            </a:r>
            <a:r>
              <a:rPr sz="1300" b="1" dirty="0">
                <a:solidFill>
                  <a:srgbClr val="FFFFFF"/>
                </a:solidFill>
                <a:latin typeface="BIZ UDPGothic"/>
                <a:ea typeface="BIZ UDPGothic"/>
              </a:rPr>
              <a:t>）→ AIOps → </a:t>
            </a:r>
            <a:r>
              <a:rPr sz="1300" b="1" dirty="0" err="1">
                <a:solidFill>
                  <a:srgbClr val="FFFFFF"/>
                </a:solidFill>
                <a:latin typeface="BIZ UDPGothic"/>
                <a:ea typeface="BIZ UDPGothic"/>
              </a:rPr>
              <a:t>推論基盤</a:t>
            </a:r>
            <a:r>
              <a:rPr sz="1300" b="1" dirty="0">
                <a:solidFill>
                  <a:srgbClr val="FFFFFF"/>
                </a:solidFill>
                <a:latin typeface="BIZ UDPGothic"/>
                <a:ea typeface="BIZ UDPGothic"/>
              </a:rPr>
              <a:t> → </a:t>
            </a:r>
            <a:r>
              <a:rPr sz="1300" b="1" dirty="0" err="1">
                <a:solidFill>
                  <a:srgbClr val="FFFFFF"/>
                </a:solidFill>
                <a:latin typeface="BIZ UDPGothic"/>
                <a:ea typeface="BIZ UDPGothic"/>
              </a:rPr>
              <a:t>AIグリッド・フィジカルAI</a:t>
            </a:r>
            <a:endParaRPr sz="1300" b="1" dirty="0">
              <a:solidFill>
                <a:srgbClr val="FFFFFF"/>
              </a:solidFill>
              <a:latin typeface="BIZ UDPGothic"/>
              <a:ea typeface="BIZ UDPGothic"/>
            </a:endParaRPr>
          </a:p>
          <a:p>
            <a:r>
              <a:rPr sz="1100" b="0" dirty="0" err="1">
                <a:solidFill>
                  <a:srgbClr val="EDF4F9"/>
                </a:solidFill>
                <a:latin typeface="BIZ UDPGothic"/>
                <a:ea typeface="BIZ UDPGothic"/>
              </a:rPr>
              <a:t>足元の商圏で稼ぎながら技術を積み上げ、フィジカルAIの立ち上がりに間に合わせる段階的アプローチ</a:t>
            </a:r>
            <a:endParaRPr sz="1100" b="0" dirty="0">
              <a:solidFill>
                <a:srgbClr val="EDF4F9"/>
              </a:solidFill>
              <a:latin typeface="BIZ UDPGothic"/>
              <a:ea typeface="BIZ UDPGothic"/>
            </a:endParaRPr>
          </a:p>
        </p:txBody>
      </p:sp>
    </p:spTree>
    <p:extLst>
      <p:ext uri="{BB962C8B-B14F-4D97-AF65-F5344CB8AC3E}">
        <p14:creationId xmlns:p14="http://schemas.microsoft.com/office/powerpoint/2010/main" val="472078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2BD31-5C69-C741-442A-93CF8C85C9E8}"/>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0521398-7759-0571-10BA-67B79DE416F8}"/>
              </a:ext>
            </a:extLst>
          </p:cNvPr>
          <p:cNvSpPr/>
          <p:nvPr/>
        </p:nvSpPr>
        <p:spPr>
          <a:xfrm>
            <a:off x="85060" y="2370065"/>
            <a:ext cx="3686414" cy="3988206"/>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latin typeface="BIZ UDPゴシック" panose="020B0400000000000000" pitchFamily="50" charset="-128"/>
              <a:ea typeface="BIZ UDPゴシック" panose="020B0400000000000000" pitchFamily="50" charset="-128"/>
            </a:endParaRPr>
          </a:p>
        </p:txBody>
      </p:sp>
      <p:sp>
        <p:nvSpPr>
          <p:cNvPr id="6" name="タイトル 5">
            <a:extLst>
              <a:ext uri="{FF2B5EF4-FFF2-40B4-BE49-F238E27FC236}">
                <a16:creationId xmlns:a16="http://schemas.microsoft.com/office/drawing/2014/main" id="{C3245353-99D7-EA09-3B91-1E15AE0E6ABA}"/>
              </a:ext>
            </a:extLst>
          </p:cNvPr>
          <p:cNvSpPr>
            <a:spLocks noGrp="1"/>
          </p:cNvSpPr>
          <p:nvPr>
            <p:ph type="title"/>
          </p:nvPr>
        </p:nvSpPr>
        <p:spPr>
          <a:xfrm>
            <a:off x="503859" y="270579"/>
            <a:ext cx="10831024" cy="485437"/>
          </a:xfrm>
        </p:spPr>
        <p:txBody>
          <a:bodyPr>
            <a:normAutofit/>
          </a:bodyPr>
          <a:lstStyle/>
          <a:p>
            <a:r>
              <a:rPr lang="ja-JP" altLang="en-US" dirty="0">
                <a:latin typeface="BIZ UDPGothic"/>
                <a:ea typeface="BIZ UDPGothic"/>
              </a:rPr>
              <a:t>今後推進していきたいフィジカル</a:t>
            </a:r>
            <a:r>
              <a:rPr lang="en-US" altLang="ja-JP" dirty="0">
                <a:latin typeface="BIZ UDPGothic"/>
                <a:ea typeface="BIZ UDPGothic"/>
              </a:rPr>
              <a:t>AI</a:t>
            </a:r>
            <a:r>
              <a:rPr lang="ja-JP" altLang="en-US" dirty="0">
                <a:latin typeface="BIZ UDPGothic"/>
                <a:ea typeface="BIZ UDPGothic"/>
              </a:rPr>
              <a:t>を活用した提供イメージ</a:t>
            </a:r>
            <a:endParaRPr lang="ja-JP" altLang="en-US" dirty="0"/>
          </a:p>
        </p:txBody>
      </p:sp>
      <p:sp>
        <p:nvSpPr>
          <p:cNvPr id="8" name="コンテンツ プレースホルダー 7">
            <a:extLst>
              <a:ext uri="{FF2B5EF4-FFF2-40B4-BE49-F238E27FC236}">
                <a16:creationId xmlns:a16="http://schemas.microsoft.com/office/drawing/2014/main" id="{4CC578AD-10C0-1FA8-5170-9F84B193E8A3}"/>
              </a:ext>
            </a:extLst>
          </p:cNvPr>
          <p:cNvSpPr>
            <a:spLocks noGrp="1"/>
          </p:cNvSpPr>
          <p:nvPr>
            <p:ph idx="11"/>
          </p:nvPr>
        </p:nvSpPr>
        <p:spPr>
          <a:xfrm>
            <a:off x="738831" y="1495112"/>
            <a:ext cx="11184282" cy="485437"/>
          </a:xfrm>
        </p:spPr>
        <p:txBody>
          <a:bodyPr/>
          <a:lstStyle/>
          <a:p>
            <a:r>
              <a:rPr dirty="0" err="1">
                <a:latin typeface="BIZ UDPGothic"/>
                <a:ea typeface="BIZ UDPGothic"/>
              </a:rPr>
              <a:t>検証済みアセットを組み合わせ</a:t>
            </a:r>
            <a:r>
              <a:rPr dirty="0">
                <a:latin typeface="BIZ UDPGothic"/>
                <a:ea typeface="BIZ UDPGothic"/>
              </a:rPr>
              <a:t>、「</a:t>
            </a:r>
            <a:r>
              <a:rPr dirty="0" err="1">
                <a:latin typeface="BIZ UDPGothic"/>
                <a:ea typeface="BIZ UDPGothic"/>
              </a:rPr>
              <a:t>現場が自律的に回る」仕組みを一気通貫で提供する</a:t>
            </a:r>
            <a:endParaRPr lang="ja-JP" altLang="en-US" dirty="0"/>
          </a:p>
        </p:txBody>
      </p:sp>
      <p:sp>
        <p:nvSpPr>
          <p:cNvPr id="9" name="Rounded Rectangle 8">
            <a:extLst>
              <a:ext uri="{FF2B5EF4-FFF2-40B4-BE49-F238E27FC236}">
                <a16:creationId xmlns:a16="http://schemas.microsoft.com/office/drawing/2014/main" id="{11564707-2083-6620-5783-1EBF38BD82E3}"/>
              </a:ext>
            </a:extLst>
          </p:cNvPr>
          <p:cNvSpPr/>
          <p:nvPr/>
        </p:nvSpPr>
        <p:spPr>
          <a:xfrm>
            <a:off x="180590" y="2461864"/>
            <a:ext cx="3291840" cy="3699423"/>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914400" rIns="182880" bIns="73152" rtlCol="0" anchor="t"/>
          <a:lstStyle/>
          <a:p>
            <a:pPr algn="ctr">
              <a:spcAft>
                <a:spcPts val="600"/>
              </a:spcAft>
            </a:pPr>
            <a:r>
              <a:rPr sz="1500" b="1" dirty="0" err="1">
                <a:solidFill>
                  <a:srgbClr val="00219B"/>
                </a:solidFill>
                <a:latin typeface="BIZ UDPGothic"/>
                <a:ea typeface="BIZ UDPGothic"/>
              </a:rPr>
              <a:t>現場</a:t>
            </a:r>
            <a:r>
              <a:rPr sz="1500" b="1" dirty="0">
                <a:solidFill>
                  <a:srgbClr val="00219B"/>
                </a:solidFill>
                <a:latin typeface="BIZ UDPGothic"/>
                <a:ea typeface="BIZ UDPGothic"/>
              </a:rPr>
              <a:t>（</a:t>
            </a:r>
            <a:r>
              <a:rPr lang="ja-JP" altLang="en-US" sz="1500" b="1" dirty="0">
                <a:solidFill>
                  <a:srgbClr val="00219B"/>
                </a:solidFill>
                <a:latin typeface="BIZ UDPGothic"/>
                <a:ea typeface="BIZ UDPGothic"/>
              </a:rPr>
              <a:t>フィジカル</a:t>
            </a:r>
            <a:r>
              <a:rPr sz="1500" b="1" dirty="0">
                <a:solidFill>
                  <a:srgbClr val="00219B"/>
                </a:solidFill>
                <a:latin typeface="BIZ UDPGothic"/>
                <a:ea typeface="BIZ UDPGothic"/>
              </a:rPr>
              <a:t>）</a:t>
            </a:r>
          </a:p>
          <a:p>
            <a:pPr>
              <a:lnSpc>
                <a:spcPct val="120000"/>
              </a:lnSpc>
              <a:spcAft>
                <a:spcPts val="400"/>
              </a:spcAft>
            </a:pPr>
            <a:r>
              <a:rPr lang="ja-JP" altLang="en-US" sz="1300" b="0" dirty="0">
                <a:solidFill>
                  <a:srgbClr val="191919"/>
                </a:solidFill>
                <a:latin typeface="BIZ UDPGothic"/>
                <a:ea typeface="BIZ UDPGothic"/>
              </a:rPr>
              <a:t>・</a:t>
            </a:r>
            <a:r>
              <a:rPr sz="1300" b="0" dirty="0" err="1">
                <a:solidFill>
                  <a:srgbClr val="191919"/>
                </a:solidFill>
                <a:latin typeface="BIZ UDPGothic"/>
                <a:ea typeface="BIZ UDPGothic"/>
              </a:rPr>
              <a:t>ロボット・ドローン・カメラが</a:t>
            </a:r>
            <a:r>
              <a:rPr lang="ja-JP" altLang="en-US" sz="1300" b="0" dirty="0">
                <a:solidFill>
                  <a:srgbClr val="191919"/>
                </a:solidFill>
                <a:latin typeface="BIZ UDPGothic"/>
                <a:ea typeface="BIZ UDPGothic"/>
              </a:rPr>
              <a:t>自律的に</a:t>
            </a:r>
            <a:r>
              <a:rPr sz="1300" b="0" dirty="0" err="1">
                <a:solidFill>
                  <a:srgbClr val="191919"/>
                </a:solidFill>
                <a:latin typeface="BIZ UDPGothic"/>
                <a:ea typeface="BIZ UDPGothic"/>
              </a:rPr>
              <a:t>作業と</a:t>
            </a:r>
            <a:r>
              <a:rPr lang="ja-JP" altLang="en-US" sz="1300" b="0" dirty="0">
                <a:solidFill>
                  <a:srgbClr val="191919"/>
                </a:solidFill>
                <a:latin typeface="BIZ UDPGothic"/>
                <a:ea typeface="BIZ UDPGothic"/>
              </a:rPr>
              <a:t>データ</a:t>
            </a:r>
            <a:r>
              <a:rPr sz="1300" b="0" dirty="0" err="1">
                <a:solidFill>
                  <a:srgbClr val="191919"/>
                </a:solidFill>
                <a:latin typeface="BIZ UDPGothic"/>
                <a:ea typeface="BIZ UDPGothic"/>
              </a:rPr>
              <a:t>収集を担う</a:t>
            </a:r>
            <a:endParaRPr sz="1300" b="0" dirty="0">
              <a:solidFill>
                <a:srgbClr val="191919"/>
              </a:solidFill>
              <a:latin typeface="BIZ UDPGothic"/>
              <a:ea typeface="BIZ UDPGothic"/>
            </a:endParaRPr>
          </a:p>
          <a:p>
            <a:pPr>
              <a:lnSpc>
                <a:spcPct val="120000"/>
              </a:lnSpc>
            </a:pPr>
            <a:r>
              <a:rPr lang="ja-JP" altLang="en-US" sz="1300" b="0" dirty="0">
                <a:solidFill>
                  <a:srgbClr val="191919"/>
                </a:solidFill>
                <a:latin typeface="BIZ UDPGothic"/>
                <a:ea typeface="BIZ UDPGothic"/>
              </a:rPr>
              <a:t>・</a:t>
            </a:r>
            <a:r>
              <a:rPr sz="1300" b="0" dirty="0">
                <a:solidFill>
                  <a:srgbClr val="191919"/>
                </a:solidFill>
                <a:latin typeface="BIZ UDPGothic"/>
                <a:ea typeface="BIZ UDPGothic"/>
              </a:rPr>
              <a:t>エッジNPU（SAKURA-II）で±1ms級の即時推論</a:t>
            </a:r>
          </a:p>
        </p:txBody>
      </p:sp>
      <p:pic>
        <p:nvPicPr>
          <p:cNvPr id="10" name="Picture 9" descr="robot_primary.png">
            <a:extLst>
              <a:ext uri="{FF2B5EF4-FFF2-40B4-BE49-F238E27FC236}">
                <a16:creationId xmlns:a16="http://schemas.microsoft.com/office/drawing/2014/main" id="{3D10D97D-EC9E-B6A5-3AB2-34E976706AEB}"/>
              </a:ext>
            </a:extLst>
          </p:cNvPr>
          <p:cNvPicPr>
            <a:picLocks noChangeAspect="1"/>
          </p:cNvPicPr>
          <p:nvPr/>
        </p:nvPicPr>
        <p:blipFill>
          <a:blip r:embed="rId3"/>
          <a:stretch>
            <a:fillRect/>
          </a:stretch>
        </p:blipFill>
        <p:spPr>
          <a:xfrm>
            <a:off x="744591" y="2586954"/>
            <a:ext cx="627644" cy="627644"/>
          </a:xfrm>
          <a:prstGeom prst="rect">
            <a:avLst/>
          </a:prstGeom>
        </p:spPr>
      </p:pic>
      <p:pic>
        <p:nvPicPr>
          <p:cNvPr id="11" name="Picture 10" descr="drone_primary.png">
            <a:extLst>
              <a:ext uri="{FF2B5EF4-FFF2-40B4-BE49-F238E27FC236}">
                <a16:creationId xmlns:a16="http://schemas.microsoft.com/office/drawing/2014/main" id="{39A51A74-3528-2BE2-B259-2845A74B18AF}"/>
              </a:ext>
            </a:extLst>
          </p:cNvPr>
          <p:cNvPicPr>
            <a:picLocks noChangeAspect="1"/>
          </p:cNvPicPr>
          <p:nvPr/>
        </p:nvPicPr>
        <p:blipFill>
          <a:blip r:embed="rId4"/>
          <a:stretch>
            <a:fillRect/>
          </a:stretch>
        </p:blipFill>
        <p:spPr>
          <a:xfrm>
            <a:off x="1430391" y="2586954"/>
            <a:ext cx="627644" cy="627644"/>
          </a:xfrm>
          <a:prstGeom prst="rect">
            <a:avLst/>
          </a:prstGeom>
        </p:spPr>
      </p:pic>
      <p:pic>
        <p:nvPicPr>
          <p:cNvPr id="12" name="Picture 11" descr="camera_primary.png">
            <a:extLst>
              <a:ext uri="{FF2B5EF4-FFF2-40B4-BE49-F238E27FC236}">
                <a16:creationId xmlns:a16="http://schemas.microsoft.com/office/drawing/2014/main" id="{AC173CFD-60A9-132F-D938-BA1D75F3CD5E}"/>
              </a:ext>
            </a:extLst>
          </p:cNvPr>
          <p:cNvPicPr>
            <a:picLocks noChangeAspect="1"/>
          </p:cNvPicPr>
          <p:nvPr/>
        </p:nvPicPr>
        <p:blipFill>
          <a:blip r:embed="rId5"/>
          <a:stretch>
            <a:fillRect/>
          </a:stretch>
        </p:blipFill>
        <p:spPr>
          <a:xfrm>
            <a:off x="2116191" y="2586954"/>
            <a:ext cx="627644" cy="627644"/>
          </a:xfrm>
          <a:prstGeom prst="rect">
            <a:avLst/>
          </a:prstGeom>
        </p:spPr>
      </p:pic>
      <p:sp>
        <p:nvSpPr>
          <p:cNvPr id="13" name="Rounded Rectangle 12">
            <a:extLst>
              <a:ext uri="{FF2B5EF4-FFF2-40B4-BE49-F238E27FC236}">
                <a16:creationId xmlns:a16="http://schemas.microsoft.com/office/drawing/2014/main" id="{582DB3C3-BD9D-08E1-D567-D4BF5D670739}"/>
              </a:ext>
            </a:extLst>
          </p:cNvPr>
          <p:cNvSpPr/>
          <p:nvPr/>
        </p:nvSpPr>
        <p:spPr>
          <a:xfrm>
            <a:off x="4078216" y="2461865"/>
            <a:ext cx="3110249" cy="3699422"/>
          </a:xfrm>
          <a:prstGeom prst="roundRect">
            <a:avLst>
              <a:gd name="adj" fmla="val 8000"/>
            </a:avLst>
          </a:prstGeom>
          <a:solidFill>
            <a:schemeClr val="bg1"/>
          </a:soli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164592" tIns="914400" rIns="164592" bIns="73152" rtlCol="0" anchor="t"/>
          <a:lstStyle/>
          <a:p>
            <a:pPr algn="ctr">
              <a:spcAft>
                <a:spcPts val="600"/>
              </a:spcAft>
            </a:pPr>
            <a:r>
              <a:rPr sz="1500" b="1" dirty="0">
                <a:solidFill>
                  <a:srgbClr val="00219B"/>
                </a:solidFill>
                <a:latin typeface="BIZ UDPGothic"/>
                <a:ea typeface="BIZ UDPGothic"/>
              </a:rPr>
              <a:t>ローカル5G</a:t>
            </a:r>
          </a:p>
          <a:p>
            <a:pPr marL="182880" indent="-182880">
              <a:lnSpc>
                <a:spcPct val="120000"/>
              </a:lnSpc>
              <a:spcAft>
                <a:spcPts val="300"/>
              </a:spcAft>
              <a:buFont typeface="BIZ UDPGothic"/>
              <a:buChar char="・"/>
            </a:pPr>
            <a:r>
              <a:rPr sz="1300" dirty="0" err="1">
                <a:solidFill>
                  <a:srgbClr val="191919"/>
                </a:solidFill>
                <a:latin typeface="BIZ UDPGothic"/>
                <a:ea typeface="BIZ UDPGothic"/>
              </a:rPr>
              <a:t>高信頼・低遅延の専用無線で、現場データと制御指示を安全に往復</a:t>
            </a:r>
            <a:endParaRPr sz="1300" dirty="0">
              <a:solidFill>
                <a:srgbClr val="191919"/>
              </a:solidFill>
              <a:latin typeface="BIZ UDPGothic"/>
              <a:ea typeface="BIZ UDPGothic"/>
            </a:endParaRPr>
          </a:p>
        </p:txBody>
      </p:sp>
      <p:pic>
        <p:nvPicPr>
          <p:cNvPr id="14" name="Picture 13" descr="tower.png">
            <a:extLst>
              <a:ext uri="{FF2B5EF4-FFF2-40B4-BE49-F238E27FC236}">
                <a16:creationId xmlns:a16="http://schemas.microsoft.com/office/drawing/2014/main" id="{A5FC6E84-31AF-988B-B0E7-A6F5DE6FBDCA}"/>
              </a:ext>
            </a:extLst>
          </p:cNvPr>
          <p:cNvPicPr>
            <a:picLocks noChangeAspect="1"/>
          </p:cNvPicPr>
          <p:nvPr/>
        </p:nvPicPr>
        <p:blipFill>
          <a:blip r:embed="rId6"/>
          <a:stretch>
            <a:fillRect/>
          </a:stretch>
        </p:blipFill>
        <p:spPr>
          <a:xfrm>
            <a:off x="5343192" y="2586954"/>
            <a:ext cx="658368" cy="658368"/>
          </a:xfrm>
          <a:prstGeom prst="rect">
            <a:avLst/>
          </a:prstGeom>
          <a:solidFill>
            <a:schemeClr val="accent1">
              <a:lumMod val="60000"/>
              <a:lumOff val="40000"/>
            </a:schemeClr>
          </a:solidFill>
        </p:spPr>
      </p:pic>
      <p:sp>
        <p:nvSpPr>
          <p:cNvPr id="15" name="Rounded Rectangle 14">
            <a:extLst>
              <a:ext uri="{FF2B5EF4-FFF2-40B4-BE49-F238E27FC236}">
                <a16:creationId xmlns:a16="http://schemas.microsoft.com/office/drawing/2014/main" id="{8225BB59-79F1-DBE2-7259-F27DEDB4AB39}"/>
              </a:ext>
            </a:extLst>
          </p:cNvPr>
          <p:cNvSpPr/>
          <p:nvPr/>
        </p:nvSpPr>
        <p:spPr>
          <a:xfrm>
            <a:off x="7872322" y="2450093"/>
            <a:ext cx="4050791" cy="3699422"/>
          </a:xfrm>
          <a:prstGeom prst="roundRect">
            <a:avLst>
              <a:gd name="adj" fmla="val 8000"/>
            </a:avLst>
          </a:prstGeom>
          <a:solidFill>
            <a:schemeClr val="bg1"/>
          </a:soli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01168" tIns="914400" rIns="182880" bIns="73152" rtlCol="0" anchor="t"/>
          <a:lstStyle/>
          <a:p>
            <a:pPr algn="ctr">
              <a:spcAft>
                <a:spcPts val="600"/>
              </a:spcAft>
            </a:pPr>
            <a:r>
              <a:rPr sz="1500" b="1" dirty="0" err="1">
                <a:solidFill>
                  <a:srgbClr val="00219B"/>
                </a:solidFill>
                <a:latin typeface="BIZ UDPGothic"/>
                <a:ea typeface="BIZ UDPGothic"/>
              </a:rPr>
              <a:t>AI集中分析・学習基盤</a:t>
            </a:r>
            <a:endParaRPr sz="1500" b="1" dirty="0">
              <a:solidFill>
                <a:srgbClr val="00219B"/>
              </a:solidFill>
              <a:latin typeface="BIZ UDPGothic"/>
              <a:ea typeface="BIZ UDPGothic"/>
            </a:endParaRPr>
          </a:p>
          <a:p>
            <a:pPr marL="182880" indent="-182880">
              <a:lnSpc>
                <a:spcPct val="120000"/>
              </a:lnSpc>
              <a:spcAft>
                <a:spcPts val="300"/>
              </a:spcAft>
              <a:buFont typeface="BIZ UDPGothic"/>
              <a:buChar char="・"/>
            </a:pPr>
            <a:r>
              <a:rPr lang="ja-JP" altLang="en-US" sz="1300" dirty="0">
                <a:solidFill>
                  <a:srgbClr val="191919"/>
                </a:solidFill>
                <a:latin typeface="BIZ UDPGothic"/>
                <a:ea typeface="BIZ UDPGothic"/>
              </a:rPr>
              <a:t>現場データでモデルを追加学習・エッジへ配信</a:t>
            </a:r>
          </a:p>
          <a:p>
            <a:pPr marL="182880" indent="-182880">
              <a:lnSpc>
                <a:spcPct val="120000"/>
              </a:lnSpc>
              <a:spcAft>
                <a:spcPts val="300"/>
              </a:spcAft>
              <a:buFont typeface="BIZ UDPGothic"/>
              <a:buChar char="・"/>
            </a:pPr>
            <a:r>
              <a:rPr lang="en-US" altLang="ja-JP" sz="1300" dirty="0">
                <a:solidFill>
                  <a:srgbClr val="191919"/>
                </a:solidFill>
                <a:latin typeface="BIZ UDPGothic"/>
                <a:ea typeface="BIZ UDPGothic"/>
              </a:rPr>
              <a:t>Kubernetes</a:t>
            </a:r>
            <a:r>
              <a:rPr lang="ja-JP" altLang="en-US" sz="1300" dirty="0">
                <a:solidFill>
                  <a:srgbClr val="191919"/>
                </a:solidFill>
                <a:latin typeface="BIZ UDPGothic"/>
                <a:ea typeface="BIZ UDPGothic"/>
              </a:rPr>
              <a:t>基盤で学習・推論を集中管理</a:t>
            </a:r>
          </a:p>
          <a:p>
            <a:pPr marL="182880" indent="-182880">
              <a:lnSpc>
                <a:spcPct val="120000"/>
              </a:lnSpc>
              <a:buFont typeface="BIZ UDPGothic"/>
              <a:buChar char="・"/>
            </a:pPr>
            <a:r>
              <a:rPr lang="ja-JP" altLang="en-US" sz="1300" dirty="0">
                <a:solidFill>
                  <a:srgbClr val="191919"/>
                </a:solidFill>
                <a:latin typeface="BIZ UDPGothic"/>
                <a:ea typeface="BIZ UDPGothic"/>
              </a:rPr>
              <a:t>デジタルツイン・シミュレーション</a:t>
            </a:r>
          </a:p>
        </p:txBody>
      </p:sp>
      <p:pic>
        <p:nvPicPr>
          <p:cNvPr id="16" name="Picture 15" descr="k8s.png">
            <a:extLst>
              <a:ext uri="{FF2B5EF4-FFF2-40B4-BE49-F238E27FC236}">
                <a16:creationId xmlns:a16="http://schemas.microsoft.com/office/drawing/2014/main" id="{B29B8A17-2A3D-A736-E843-1E14B2EDF499}"/>
              </a:ext>
            </a:extLst>
          </p:cNvPr>
          <p:cNvPicPr>
            <a:picLocks noChangeAspect="1"/>
          </p:cNvPicPr>
          <p:nvPr/>
        </p:nvPicPr>
        <p:blipFill>
          <a:blip r:embed="rId7"/>
          <a:stretch>
            <a:fillRect/>
          </a:stretch>
        </p:blipFill>
        <p:spPr>
          <a:xfrm>
            <a:off x="9517803" y="2611463"/>
            <a:ext cx="530352" cy="530352"/>
          </a:xfrm>
          <a:prstGeom prst="rect">
            <a:avLst/>
          </a:prstGeom>
          <a:solidFill>
            <a:schemeClr val="accent1">
              <a:lumMod val="60000"/>
              <a:lumOff val="40000"/>
            </a:schemeClr>
          </a:solidFill>
        </p:spPr>
      </p:pic>
      <p:pic>
        <p:nvPicPr>
          <p:cNvPr id="17" name="Picture 16" descr="server.png">
            <a:extLst>
              <a:ext uri="{FF2B5EF4-FFF2-40B4-BE49-F238E27FC236}">
                <a16:creationId xmlns:a16="http://schemas.microsoft.com/office/drawing/2014/main" id="{DAA5CA15-7655-5CAD-B4F3-BA7AE63EBF41}"/>
              </a:ext>
            </a:extLst>
          </p:cNvPr>
          <p:cNvPicPr>
            <a:picLocks noChangeAspect="1"/>
          </p:cNvPicPr>
          <p:nvPr/>
        </p:nvPicPr>
        <p:blipFill>
          <a:blip r:embed="rId8"/>
          <a:stretch>
            <a:fillRect/>
          </a:stretch>
        </p:blipFill>
        <p:spPr>
          <a:xfrm>
            <a:off x="8587530" y="2611463"/>
            <a:ext cx="530352" cy="530352"/>
          </a:xfrm>
          <a:prstGeom prst="rect">
            <a:avLst/>
          </a:prstGeom>
          <a:solidFill>
            <a:schemeClr val="accent1">
              <a:lumMod val="60000"/>
              <a:lumOff val="40000"/>
            </a:schemeClr>
          </a:solidFill>
        </p:spPr>
      </p:pic>
      <p:pic>
        <p:nvPicPr>
          <p:cNvPr id="18" name="Picture 17" descr="harddrive.png">
            <a:extLst>
              <a:ext uri="{FF2B5EF4-FFF2-40B4-BE49-F238E27FC236}">
                <a16:creationId xmlns:a16="http://schemas.microsoft.com/office/drawing/2014/main" id="{232F3F43-3870-5747-4650-872D54E2CD6B}"/>
              </a:ext>
            </a:extLst>
          </p:cNvPr>
          <p:cNvPicPr>
            <a:picLocks noChangeAspect="1"/>
          </p:cNvPicPr>
          <p:nvPr/>
        </p:nvPicPr>
        <p:blipFill>
          <a:blip r:embed="rId9"/>
          <a:stretch>
            <a:fillRect/>
          </a:stretch>
        </p:blipFill>
        <p:spPr>
          <a:xfrm>
            <a:off x="10447053" y="2614684"/>
            <a:ext cx="530352" cy="530352"/>
          </a:xfrm>
          <a:prstGeom prst="rect">
            <a:avLst/>
          </a:prstGeom>
          <a:solidFill>
            <a:schemeClr val="accent1">
              <a:lumMod val="60000"/>
              <a:lumOff val="40000"/>
            </a:schemeClr>
          </a:solidFill>
        </p:spPr>
      </p:pic>
      <p:sp>
        <p:nvSpPr>
          <p:cNvPr id="19" name="Left-Right Arrow 18">
            <a:extLst>
              <a:ext uri="{FF2B5EF4-FFF2-40B4-BE49-F238E27FC236}">
                <a16:creationId xmlns:a16="http://schemas.microsoft.com/office/drawing/2014/main" id="{4BE48FAA-0222-108F-44E4-E07BFA70DD25}"/>
              </a:ext>
            </a:extLst>
          </p:cNvPr>
          <p:cNvSpPr/>
          <p:nvPr/>
        </p:nvSpPr>
        <p:spPr>
          <a:xfrm>
            <a:off x="3527294" y="3742025"/>
            <a:ext cx="438912" cy="384048"/>
          </a:xfrm>
          <a:prstGeom prst="leftRightArrow">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20" name="Left-Right Arrow 19">
            <a:extLst>
              <a:ext uri="{FF2B5EF4-FFF2-40B4-BE49-F238E27FC236}">
                <a16:creationId xmlns:a16="http://schemas.microsoft.com/office/drawing/2014/main" id="{626629E5-D874-C14C-2123-9185F247CD0B}"/>
              </a:ext>
            </a:extLst>
          </p:cNvPr>
          <p:cNvSpPr/>
          <p:nvPr/>
        </p:nvSpPr>
        <p:spPr>
          <a:xfrm>
            <a:off x="7310938" y="3742025"/>
            <a:ext cx="438912" cy="384048"/>
          </a:xfrm>
          <a:prstGeom prst="leftRightArrow">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2" name="コンテンツ プレースホルダー 7">
            <a:extLst>
              <a:ext uri="{FF2B5EF4-FFF2-40B4-BE49-F238E27FC236}">
                <a16:creationId xmlns:a16="http://schemas.microsoft.com/office/drawing/2014/main" id="{D750B9C1-2D62-C472-9EAA-4AC3F177E553}"/>
              </a:ext>
            </a:extLst>
          </p:cNvPr>
          <p:cNvSpPr txBox="1">
            <a:spLocks/>
          </p:cNvSpPr>
          <p:nvPr/>
        </p:nvSpPr>
        <p:spPr>
          <a:xfrm>
            <a:off x="232586" y="1058222"/>
            <a:ext cx="11184282" cy="48543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chemeClr val="accent2"/>
                </a:solidFill>
                <a:latin typeface="BIZ UDPGothic"/>
                <a:ea typeface="BIZ UDPGothic"/>
              </a:rPr>
              <a:t>ドローン・ロボット・エッジデバイス </a:t>
            </a:r>
            <a:r>
              <a:rPr lang="en-US" altLang="ja-JP" dirty="0">
                <a:solidFill>
                  <a:schemeClr val="accent2"/>
                </a:solidFill>
                <a:latin typeface="BIZ UDPGothic"/>
                <a:ea typeface="BIZ UDPGothic"/>
              </a:rPr>
              <a:t>× </a:t>
            </a:r>
            <a:r>
              <a:rPr lang="ja-JP" altLang="en-US" dirty="0">
                <a:solidFill>
                  <a:schemeClr val="accent2"/>
                </a:solidFill>
                <a:latin typeface="BIZ UDPGothic"/>
                <a:ea typeface="BIZ UDPGothic"/>
              </a:rPr>
              <a:t>ローカル</a:t>
            </a:r>
            <a:r>
              <a:rPr lang="en-US" altLang="ja-JP" dirty="0">
                <a:solidFill>
                  <a:schemeClr val="accent2"/>
                </a:solidFill>
                <a:latin typeface="BIZ UDPGothic"/>
                <a:ea typeface="BIZ UDPGothic"/>
              </a:rPr>
              <a:t>5G × AI</a:t>
            </a:r>
            <a:r>
              <a:rPr lang="ja-JP" altLang="en-US" dirty="0">
                <a:solidFill>
                  <a:schemeClr val="accent2"/>
                </a:solidFill>
                <a:latin typeface="BIZ UDPGothic"/>
                <a:ea typeface="BIZ UDPGothic"/>
              </a:rPr>
              <a:t>集中分析・学習基盤</a:t>
            </a:r>
            <a:endParaRPr lang="ja-JP" altLang="en-US" dirty="0">
              <a:solidFill>
                <a:schemeClr val="accent2"/>
              </a:solidFill>
            </a:endParaRPr>
          </a:p>
        </p:txBody>
      </p:sp>
      <p:pic>
        <p:nvPicPr>
          <p:cNvPr id="4" name="図 3">
            <a:extLst>
              <a:ext uri="{FF2B5EF4-FFF2-40B4-BE49-F238E27FC236}">
                <a16:creationId xmlns:a16="http://schemas.microsoft.com/office/drawing/2014/main" id="{FB4A7BE9-F81A-C66B-DDD0-666CA16970B8}"/>
              </a:ext>
            </a:extLst>
          </p:cNvPr>
          <p:cNvPicPr>
            <a:picLocks noChangeAspect="1"/>
          </p:cNvPicPr>
          <p:nvPr/>
        </p:nvPicPr>
        <p:blipFill>
          <a:blip r:embed="rId10"/>
          <a:stretch>
            <a:fillRect/>
          </a:stretch>
        </p:blipFill>
        <p:spPr>
          <a:xfrm>
            <a:off x="8383365" y="4882163"/>
            <a:ext cx="1787074" cy="580265"/>
          </a:xfrm>
          <a:prstGeom prst="rect">
            <a:avLst/>
          </a:prstGeom>
        </p:spPr>
      </p:pic>
      <p:pic>
        <p:nvPicPr>
          <p:cNvPr id="7" name="図 6">
            <a:extLst>
              <a:ext uri="{FF2B5EF4-FFF2-40B4-BE49-F238E27FC236}">
                <a16:creationId xmlns:a16="http://schemas.microsoft.com/office/drawing/2014/main" id="{2A16934D-0679-BC60-8DBD-41042C8B56E9}"/>
              </a:ext>
            </a:extLst>
          </p:cNvPr>
          <p:cNvPicPr>
            <a:picLocks noChangeAspect="1"/>
          </p:cNvPicPr>
          <p:nvPr/>
        </p:nvPicPr>
        <p:blipFill>
          <a:blip r:embed="rId11"/>
          <a:stretch>
            <a:fillRect/>
          </a:stretch>
        </p:blipFill>
        <p:spPr>
          <a:xfrm>
            <a:off x="8656066" y="5539834"/>
            <a:ext cx="966098" cy="416165"/>
          </a:xfrm>
          <a:prstGeom prst="rect">
            <a:avLst/>
          </a:prstGeom>
        </p:spPr>
      </p:pic>
      <p:pic>
        <p:nvPicPr>
          <p:cNvPr id="25" name="図 24">
            <a:extLst>
              <a:ext uri="{FF2B5EF4-FFF2-40B4-BE49-F238E27FC236}">
                <a16:creationId xmlns:a16="http://schemas.microsoft.com/office/drawing/2014/main" id="{761DCF31-5238-7DD5-178E-D20075E7B881}"/>
              </a:ext>
            </a:extLst>
          </p:cNvPr>
          <p:cNvPicPr>
            <a:picLocks noChangeAspect="1"/>
          </p:cNvPicPr>
          <p:nvPr/>
        </p:nvPicPr>
        <p:blipFill>
          <a:blip r:embed="rId12"/>
          <a:stretch>
            <a:fillRect/>
          </a:stretch>
        </p:blipFill>
        <p:spPr>
          <a:xfrm>
            <a:off x="10612125" y="4845701"/>
            <a:ext cx="722758" cy="655000"/>
          </a:xfrm>
          <a:prstGeom prst="rect">
            <a:avLst/>
          </a:prstGeom>
        </p:spPr>
      </p:pic>
      <p:pic>
        <p:nvPicPr>
          <p:cNvPr id="27" name="図 26">
            <a:extLst>
              <a:ext uri="{FF2B5EF4-FFF2-40B4-BE49-F238E27FC236}">
                <a16:creationId xmlns:a16="http://schemas.microsoft.com/office/drawing/2014/main" id="{621373F8-62A0-3FD6-D0C8-36F2AC75A922}"/>
              </a:ext>
            </a:extLst>
          </p:cNvPr>
          <p:cNvPicPr>
            <a:picLocks noChangeAspect="1"/>
          </p:cNvPicPr>
          <p:nvPr/>
        </p:nvPicPr>
        <p:blipFill>
          <a:blip r:embed="rId13"/>
          <a:stretch>
            <a:fillRect/>
          </a:stretch>
        </p:blipFill>
        <p:spPr>
          <a:xfrm>
            <a:off x="10166449" y="5601894"/>
            <a:ext cx="1665349" cy="357551"/>
          </a:xfrm>
          <a:prstGeom prst="rect">
            <a:avLst/>
          </a:prstGeom>
        </p:spPr>
      </p:pic>
      <p:pic>
        <p:nvPicPr>
          <p:cNvPr id="29" name="図 28">
            <a:extLst>
              <a:ext uri="{FF2B5EF4-FFF2-40B4-BE49-F238E27FC236}">
                <a16:creationId xmlns:a16="http://schemas.microsoft.com/office/drawing/2014/main" id="{A4FFBBAB-0D3E-7A8F-11EC-CF4872FF75EA}"/>
              </a:ext>
            </a:extLst>
          </p:cNvPr>
          <p:cNvPicPr>
            <a:picLocks noChangeAspect="1"/>
          </p:cNvPicPr>
          <p:nvPr/>
        </p:nvPicPr>
        <p:blipFill>
          <a:blip r:embed="rId14"/>
          <a:stretch>
            <a:fillRect/>
          </a:stretch>
        </p:blipFill>
        <p:spPr>
          <a:xfrm>
            <a:off x="4717182" y="5069174"/>
            <a:ext cx="1819917" cy="737804"/>
          </a:xfrm>
          <a:prstGeom prst="rect">
            <a:avLst/>
          </a:prstGeom>
        </p:spPr>
      </p:pic>
      <p:pic>
        <p:nvPicPr>
          <p:cNvPr id="31" name="図 30">
            <a:extLst>
              <a:ext uri="{FF2B5EF4-FFF2-40B4-BE49-F238E27FC236}">
                <a16:creationId xmlns:a16="http://schemas.microsoft.com/office/drawing/2014/main" id="{D1906609-C6D9-ACD8-2136-4DDC4E370046}"/>
              </a:ext>
            </a:extLst>
          </p:cNvPr>
          <p:cNvPicPr>
            <a:picLocks noChangeAspect="1"/>
          </p:cNvPicPr>
          <p:nvPr/>
        </p:nvPicPr>
        <p:blipFill>
          <a:blip r:embed="rId15"/>
          <a:stretch>
            <a:fillRect/>
          </a:stretch>
        </p:blipFill>
        <p:spPr>
          <a:xfrm>
            <a:off x="905587" y="4882164"/>
            <a:ext cx="1701268" cy="400298"/>
          </a:xfrm>
          <a:prstGeom prst="rect">
            <a:avLst/>
          </a:prstGeom>
        </p:spPr>
      </p:pic>
      <p:pic>
        <p:nvPicPr>
          <p:cNvPr id="35" name="図 34">
            <a:extLst>
              <a:ext uri="{FF2B5EF4-FFF2-40B4-BE49-F238E27FC236}">
                <a16:creationId xmlns:a16="http://schemas.microsoft.com/office/drawing/2014/main" id="{8D7B5EBD-313F-2241-5F9C-FD9F24A02F5F}"/>
              </a:ext>
            </a:extLst>
          </p:cNvPr>
          <p:cNvPicPr>
            <a:picLocks noChangeAspect="1"/>
          </p:cNvPicPr>
          <p:nvPr/>
        </p:nvPicPr>
        <p:blipFill>
          <a:blip r:embed="rId16"/>
          <a:stretch>
            <a:fillRect/>
          </a:stretch>
        </p:blipFill>
        <p:spPr>
          <a:xfrm>
            <a:off x="420805" y="5451757"/>
            <a:ext cx="806444" cy="522158"/>
          </a:xfrm>
          <a:prstGeom prst="rect">
            <a:avLst/>
          </a:prstGeom>
        </p:spPr>
      </p:pic>
      <p:pic>
        <p:nvPicPr>
          <p:cNvPr id="37" name="図 36">
            <a:extLst>
              <a:ext uri="{FF2B5EF4-FFF2-40B4-BE49-F238E27FC236}">
                <a16:creationId xmlns:a16="http://schemas.microsoft.com/office/drawing/2014/main" id="{0F9854E1-FF8C-6F46-4AE3-DF984D3A7DA9}"/>
              </a:ext>
            </a:extLst>
          </p:cNvPr>
          <p:cNvPicPr>
            <a:picLocks noChangeAspect="1"/>
          </p:cNvPicPr>
          <p:nvPr/>
        </p:nvPicPr>
        <p:blipFill>
          <a:blip r:embed="rId17"/>
          <a:stretch>
            <a:fillRect/>
          </a:stretch>
        </p:blipFill>
        <p:spPr>
          <a:xfrm>
            <a:off x="1511210" y="5470244"/>
            <a:ext cx="710305" cy="503671"/>
          </a:xfrm>
          <a:prstGeom prst="rect">
            <a:avLst/>
          </a:prstGeom>
        </p:spPr>
      </p:pic>
      <p:pic>
        <p:nvPicPr>
          <p:cNvPr id="39" name="図 38">
            <a:extLst>
              <a:ext uri="{FF2B5EF4-FFF2-40B4-BE49-F238E27FC236}">
                <a16:creationId xmlns:a16="http://schemas.microsoft.com/office/drawing/2014/main" id="{BE9ED94A-457B-8171-DED2-41059CDA0C01}"/>
              </a:ext>
            </a:extLst>
          </p:cNvPr>
          <p:cNvPicPr>
            <a:picLocks noChangeAspect="1"/>
          </p:cNvPicPr>
          <p:nvPr/>
        </p:nvPicPr>
        <p:blipFill>
          <a:blip r:embed="rId18"/>
          <a:stretch>
            <a:fillRect/>
          </a:stretch>
        </p:blipFill>
        <p:spPr>
          <a:xfrm>
            <a:off x="2514072" y="5348813"/>
            <a:ext cx="626458" cy="626458"/>
          </a:xfrm>
          <a:prstGeom prst="rect">
            <a:avLst/>
          </a:prstGeom>
        </p:spPr>
      </p:pic>
      <p:sp>
        <p:nvSpPr>
          <p:cNvPr id="23" name="正方形/長方形 22">
            <a:extLst>
              <a:ext uri="{FF2B5EF4-FFF2-40B4-BE49-F238E27FC236}">
                <a16:creationId xmlns:a16="http://schemas.microsoft.com/office/drawing/2014/main" id="{E9F01954-671A-70FA-FC3D-B007B4975B97}"/>
              </a:ext>
            </a:extLst>
          </p:cNvPr>
          <p:cNvSpPr/>
          <p:nvPr/>
        </p:nvSpPr>
        <p:spPr>
          <a:xfrm>
            <a:off x="85060" y="1980548"/>
            <a:ext cx="3686414" cy="387027"/>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BIZ UDPゴシック" panose="020B0400000000000000" pitchFamily="50" charset="-128"/>
                <a:ea typeface="BIZ UDPゴシック" panose="020B0400000000000000" pitchFamily="50" charset="-128"/>
              </a:rPr>
              <a:t>本日の勉強会の</a:t>
            </a:r>
          </a:p>
        </p:txBody>
      </p:sp>
      <p:sp>
        <p:nvSpPr>
          <p:cNvPr id="24" name="正方形/長方形 23">
            <a:extLst>
              <a:ext uri="{FF2B5EF4-FFF2-40B4-BE49-F238E27FC236}">
                <a16:creationId xmlns:a16="http://schemas.microsoft.com/office/drawing/2014/main" id="{74768F74-DA8E-68C3-3514-A04106B1A125}"/>
              </a:ext>
            </a:extLst>
          </p:cNvPr>
          <p:cNvSpPr/>
          <p:nvPr/>
        </p:nvSpPr>
        <p:spPr>
          <a:xfrm>
            <a:off x="9517803" y="0"/>
            <a:ext cx="2761283" cy="1025568"/>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BIZ UDPゴシック" panose="020B0400000000000000" pitchFamily="50" charset="-128"/>
                <a:ea typeface="BIZ UDPゴシック" panose="020B0400000000000000" pitchFamily="50" charset="-128"/>
              </a:rPr>
              <a:t>追加したスライド</a:t>
            </a:r>
          </a:p>
        </p:txBody>
      </p:sp>
    </p:spTree>
    <p:extLst>
      <p:ext uri="{BB962C8B-B14F-4D97-AF65-F5344CB8AC3E}">
        <p14:creationId xmlns:p14="http://schemas.microsoft.com/office/powerpoint/2010/main" val="3699318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FB691E5-B399-DD24-4591-7C2CFEB52351}"/>
              </a:ext>
            </a:extLst>
          </p:cNvPr>
          <p:cNvSpPr>
            <a:spLocks noGrp="1"/>
          </p:cNvSpPr>
          <p:nvPr>
            <p:ph type="ctrTitle"/>
          </p:nvPr>
        </p:nvSpPr>
        <p:spPr/>
        <p:txBody>
          <a:bodyPr>
            <a:normAutofit/>
          </a:bodyPr>
          <a:lstStyle/>
          <a:p>
            <a:r>
              <a:rPr lang="en-US" dirty="0">
                <a:latin typeface="BIZ UDPGothic"/>
                <a:ea typeface="BIZ UDPGothic"/>
              </a:rPr>
              <a:t>3</a:t>
            </a:r>
            <a:r>
              <a:rPr dirty="0">
                <a:latin typeface="BIZ UDPGothic"/>
                <a:ea typeface="BIZ UDPGothic"/>
              </a:rPr>
              <a:t>．</a:t>
            </a:r>
            <a:r>
              <a:rPr lang="ja-JP" altLang="en-US" dirty="0">
                <a:latin typeface="BIZ UDPGothic"/>
                <a:ea typeface="BIZ UDPGothic"/>
              </a:rPr>
              <a:t>フィジカル</a:t>
            </a:r>
            <a:r>
              <a:rPr lang="en-US" altLang="ja-JP" dirty="0">
                <a:latin typeface="BIZ UDPGothic"/>
                <a:ea typeface="BIZ UDPGothic"/>
              </a:rPr>
              <a:t>AI</a:t>
            </a:r>
            <a:r>
              <a:rPr lang="ja-JP" altLang="en-US" dirty="0">
                <a:latin typeface="BIZ UDPGothic"/>
                <a:ea typeface="BIZ UDPGothic"/>
              </a:rPr>
              <a:t>で使われている</a:t>
            </a:r>
            <a:r>
              <a:rPr dirty="0" err="1">
                <a:latin typeface="BIZ UDPGothic"/>
                <a:ea typeface="BIZ UDPGothic"/>
              </a:rPr>
              <a:t>技術</a:t>
            </a:r>
            <a:r>
              <a:rPr lang="ja-JP" altLang="en-US" dirty="0">
                <a:latin typeface="BIZ UDPGothic"/>
                <a:ea typeface="BIZ UDPGothic"/>
              </a:rPr>
              <a:t>の紹介</a:t>
            </a:r>
            <a:endParaRPr lang="ja-JP" altLang="en-US" dirty="0"/>
          </a:p>
        </p:txBody>
      </p:sp>
    </p:spTree>
    <p:extLst>
      <p:ext uri="{BB962C8B-B14F-4D97-AF65-F5344CB8AC3E}">
        <p14:creationId xmlns:p14="http://schemas.microsoft.com/office/powerpoint/2010/main" val="2773518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75588-90BF-0FA2-671F-1337B66565A4}"/>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C4DB89AE-B1B7-F15F-AC4A-A3169C6886CB}"/>
              </a:ext>
            </a:extLst>
          </p:cNvPr>
          <p:cNvSpPr>
            <a:spLocks noGrp="1"/>
          </p:cNvSpPr>
          <p:nvPr>
            <p:ph type="title"/>
          </p:nvPr>
        </p:nvSpPr>
        <p:spPr/>
        <p:txBody>
          <a:bodyPr/>
          <a:lstStyle/>
          <a:p>
            <a:r>
              <a:rPr dirty="0">
                <a:latin typeface="BIZ UDPGothic"/>
                <a:ea typeface="BIZ UDPGothic"/>
              </a:rPr>
              <a:t>フィジカルAIを支える3層の技術スタック</a:t>
            </a:r>
            <a:endParaRPr lang="ja-JP" altLang="en-US" dirty="0"/>
          </a:p>
        </p:txBody>
      </p:sp>
      <p:sp>
        <p:nvSpPr>
          <p:cNvPr id="8" name="コンテンツ プレースホルダー 7">
            <a:extLst>
              <a:ext uri="{FF2B5EF4-FFF2-40B4-BE49-F238E27FC236}">
                <a16:creationId xmlns:a16="http://schemas.microsoft.com/office/drawing/2014/main" id="{7A9C9E61-C727-C1BE-7391-68576945F943}"/>
              </a:ext>
            </a:extLst>
          </p:cNvPr>
          <p:cNvSpPr>
            <a:spLocks noGrp="1"/>
          </p:cNvSpPr>
          <p:nvPr>
            <p:ph idx="11"/>
          </p:nvPr>
        </p:nvSpPr>
        <p:spPr/>
        <p:txBody>
          <a:bodyPr/>
          <a:lstStyle/>
          <a:p>
            <a:r>
              <a:rPr>
                <a:latin typeface="BIZ UDPGothic"/>
                <a:ea typeface="BIZ UDPGothic"/>
              </a:rPr>
              <a:t>「頭脳」「訓練場」「身体」の3層がそろって初めて機能する</a:t>
            </a:r>
            <a:endParaRPr lang="ja-JP" altLang="en-US"/>
          </a:p>
        </p:txBody>
      </p:sp>
      <p:sp>
        <p:nvSpPr>
          <p:cNvPr id="9" name="Rounded Rectangle 8">
            <a:extLst>
              <a:ext uri="{FF2B5EF4-FFF2-40B4-BE49-F238E27FC236}">
                <a16:creationId xmlns:a16="http://schemas.microsoft.com/office/drawing/2014/main" id="{A20F7C6A-3E1B-8357-5AF4-9F1697F767D6}"/>
              </a:ext>
            </a:extLst>
          </p:cNvPr>
          <p:cNvSpPr/>
          <p:nvPr/>
        </p:nvSpPr>
        <p:spPr>
          <a:xfrm>
            <a:off x="727603" y="1828800"/>
            <a:ext cx="1417320" cy="1207008"/>
          </a:xfrm>
          <a:prstGeom prst="roundRect">
            <a:avLst>
              <a:gd name="adj" fmla="val 8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109728" tIns="621792" rIns="109728" bIns="73152" rtlCol="0" anchor="t"/>
          <a:lstStyle/>
          <a:p>
            <a:pPr algn="ctr"/>
            <a:r>
              <a:rPr lang="ja-JP" altLang="en-US" sz="1500" b="1" dirty="0">
                <a:solidFill>
                  <a:srgbClr val="FFFFFF"/>
                </a:solidFill>
                <a:latin typeface="BIZ UDPGothic"/>
                <a:ea typeface="BIZ UDPGothic"/>
              </a:rPr>
              <a:t>①</a:t>
            </a:r>
            <a:r>
              <a:rPr sz="1500" b="1" dirty="0" err="1">
                <a:solidFill>
                  <a:srgbClr val="FFFFFF"/>
                </a:solidFill>
                <a:latin typeface="BIZ UDPGothic"/>
                <a:ea typeface="BIZ UDPGothic"/>
              </a:rPr>
              <a:t>頭脳</a:t>
            </a:r>
            <a:endParaRPr sz="1500" b="1" dirty="0">
              <a:solidFill>
                <a:srgbClr val="FFFFFF"/>
              </a:solidFill>
              <a:latin typeface="BIZ UDPGothic"/>
              <a:ea typeface="BIZ UDPGothic"/>
            </a:endParaRPr>
          </a:p>
        </p:txBody>
      </p:sp>
      <p:pic>
        <p:nvPicPr>
          <p:cNvPr id="10" name="Picture 9" descr="brain.png">
            <a:extLst>
              <a:ext uri="{FF2B5EF4-FFF2-40B4-BE49-F238E27FC236}">
                <a16:creationId xmlns:a16="http://schemas.microsoft.com/office/drawing/2014/main" id="{92104070-87A0-91DE-CE9C-A609DC362755}"/>
              </a:ext>
            </a:extLst>
          </p:cNvPr>
          <p:cNvPicPr>
            <a:picLocks noChangeAspect="1"/>
          </p:cNvPicPr>
          <p:nvPr/>
        </p:nvPicPr>
        <p:blipFill>
          <a:blip r:embed="rId3"/>
          <a:stretch>
            <a:fillRect/>
          </a:stretch>
        </p:blipFill>
        <p:spPr>
          <a:xfrm>
            <a:off x="1216807" y="1956816"/>
            <a:ext cx="438912" cy="438912"/>
          </a:xfrm>
          <a:prstGeom prst="rect">
            <a:avLst/>
          </a:prstGeom>
        </p:spPr>
      </p:pic>
      <p:sp>
        <p:nvSpPr>
          <p:cNvPr id="11" name="Rounded Rectangle 10">
            <a:extLst>
              <a:ext uri="{FF2B5EF4-FFF2-40B4-BE49-F238E27FC236}">
                <a16:creationId xmlns:a16="http://schemas.microsoft.com/office/drawing/2014/main" id="{409556C0-E586-E907-0A6D-4ADF2FD7D61C}"/>
              </a:ext>
            </a:extLst>
          </p:cNvPr>
          <p:cNvSpPr/>
          <p:nvPr/>
        </p:nvSpPr>
        <p:spPr>
          <a:xfrm>
            <a:off x="2291227" y="1828800"/>
            <a:ext cx="8191718" cy="1207008"/>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28016" rIns="109728" bIns="73152" rtlCol="0" anchor="t"/>
          <a:lstStyle/>
          <a:p>
            <a:pPr algn="ctr">
              <a:spcAft>
                <a:spcPts val="400"/>
              </a:spcAft>
            </a:pPr>
            <a:r>
              <a:rPr lang="en-US" altLang="ja-JP" b="1" dirty="0" err="1">
                <a:solidFill>
                  <a:srgbClr val="00219B"/>
                </a:solidFill>
                <a:latin typeface="BIZ UDPGothic"/>
                <a:ea typeface="BIZ UDPGothic"/>
              </a:rPr>
              <a:t>AI</a:t>
            </a:r>
            <a:r>
              <a:rPr b="1" dirty="0" err="1">
                <a:solidFill>
                  <a:srgbClr val="00219B"/>
                </a:solidFill>
                <a:latin typeface="BIZ UDPGothic"/>
                <a:ea typeface="BIZ UDPGothic"/>
              </a:rPr>
              <a:t>モデル</a:t>
            </a:r>
            <a:endParaRPr b="1" dirty="0">
              <a:solidFill>
                <a:srgbClr val="00219B"/>
              </a:solidFill>
              <a:latin typeface="BIZ UDPGothic"/>
              <a:ea typeface="BIZ UDPGothic"/>
            </a:endParaRPr>
          </a:p>
          <a:p>
            <a:pPr algn="ctr">
              <a:lnSpc>
                <a:spcPct val="110000"/>
              </a:lnSpc>
            </a:pPr>
            <a:r>
              <a:rPr sz="1400" b="1" dirty="0" err="1">
                <a:solidFill>
                  <a:srgbClr val="191919"/>
                </a:solidFill>
                <a:latin typeface="BIZ UDPGothic"/>
                <a:ea typeface="BIZ UDPGothic"/>
              </a:rPr>
              <a:t>カメラ映像</a:t>
            </a:r>
            <a:r>
              <a:rPr lang="ja-JP" altLang="en-US" sz="1400" b="1" dirty="0">
                <a:solidFill>
                  <a:srgbClr val="191919"/>
                </a:solidFill>
                <a:latin typeface="BIZ UDPGothic"/>
                <a:ea typeface="BIZ UDPGothic"/>
              </a:rPr>
              <a:t>や</a:t>
            </a:r>
            <a:r>
              <a:rPr sz="1400" b="1" dirty="0" err="1">
                <a:solidFill>
                  <a:srgbClr val="191919"/>
                </a:solidFill>
                <a:latin typeface="BIZ UDPGothic"/>
                <a:ea typeface="BIZ UDPGothic"/>
              </a:rPr>
              <a:t>言葉を理解し、次の動作を決める（VLAモデル</a:t>
            </a:r>
            <a:r>
              <a:rPr lang="ja-JP" altLang="en-US" sz="1400" b="1" dirty="0">
                <a:solidFill>
                  <a:srgbClr val="191919"/>
                </a:solidFill>
                <a:latin typeface="BIZ UDPGothic"/>
                <a:ea typeface="BIZ UDPGothic"/>
              </a:rPr>
              <a:t>など</a:t>
            </a:r>
            <a:r>
              <a:rPr sz="1400" b="1" dirty="0">
                <a:solidFill>
                  <a:srgbClr val="191919"/>
                </a:solidFill>
                <a:latin typeface="BIZ UDPGothic"/>
                <a:ea typeface="BIZ UDPGothic"/>
              </a:rPr>
              <a:t>）</a:t>
            </a:r>
          </a:p>
        </p:txBody>
      </p:sp>
      <p:sp>
        <p:nvSpPr>
          <p:cNvPr id="13" name="Rounded Rectangle 12">
            <a:extLst>
              <a:ext uri="{FF2B5EF4-FFF2-40B4-BE49-F238E27FC236}">
                <a16:creationId xmlns:a16="http://schemas.microsoft.com/office/drawing/2014/main" id="{07324945-0CCD-B1A2-DF70-00B348D248D4}"/>
              </a:ext>
            </a:extLst>
          </p:cNvPr>
          <p:cNvSpPr/>
          <p:nvPr/>
        </p:nvSpPr>
        <p:spPr>
          <a:xfrm>
            <a:off x="727603" y="3218688"/>
            <a:ext cx="1417320" cy="1207008"/>
          </a:xfrm>
          <a:prstGeom prst="roundRect">
            <a:avLst>
              <a:gd name="adj" fmla="val 8000"/>
            </a:avLst>
          </a:prstGeom>
          <a:gradFill rotWithShape="1">
            <a:gsLst>
              <a:gs pos="0">
                <a:srgbClr val="2A65F5"/>
              </a:gs>
              <a:gs pos="100000">
                <a:srgbClr val="0B3BD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109728" tIns="621792" rIns="109728" bIns="73152" rtlCol="0" anchor="t"/>
          <a:lstStyle/>
          <a:p>
            <a:pPr algn="ctr"/>
            <a:r>
              <a:rPr lang="ja-JP" altLang="en-US" sz="1500" b="1" dirty="0">
                <a:solidFill>
                  <a:srgbClr val="FFFFFF"/>
                </a:solidFill>
                <a:latin typeface="BIZ UDPGothic"/>
                <a:ea typeface="BIZ UDPGothic"/>
              </a:rPr>
              <a:t>②</a:t>
            </a:r>
            <a:r>
              <a:rPr sz="1500" b="1" dirty="0" err="1">
                <a:solidFill>
                  <a:srgbClr val="FFFFFF"/>
                </a:solidFill>
                <a:latin typeface="BIZ UDPGothic"/>
                <a:ea typeface="BIZ UDPGothic"/>
              </a:rPr>
              <a:t>訓練場</a:t>
            </a:r>
            <a:endParaRPr sz="1500" b="1" dirty="0">
              <a:solidFill>
                <a:srgbClr val="FFFFFF"/>
              </a:solidFill>
              <a:latin typeface="BIZ UDPGothic"/>
              <a:ea typeface="BIZ UDPGothic"/>
            </a:endParaRPr>
          </a:p>
        </p:txBody>
      </p:sp>
      <p:pic>
        <p:nvPicPr>
          <p:cNvPr id="14" name="Picture 13" descr="cubes.png">
            <a:extLst>
              <a:ext uri="{FF2B5EF4-FFF2-40B4-BE49-F238E27FC236}">
                <a16:creationId xmlns:a16="http://schemas.microsoft.com/office/drawing/2014/main" id="{D5EB691F-A415-FC09-C29B-5B193FB8F8BF}"/>
              </a:ext>
            </a:extLst>
          </p:cNvPr>
          <p:cNvPicPr>
            <a:picLocks noChangeAspect="1"/>
          </p:cNvPicPr>
          <p:nvPr/>
        </p:nvPicPr>
        <p:blipFill>
          <a:blip r:embed="rId4"/>
          <a:stretch>
            <a:fillRect/>
          </a:stretch>
        </p:blipFill>
        <p:spPr>
          <a:xfrm>
            <a:off x="1216807" y="3346704"/>
            <a:ext cx="438912" cy="438912"/>
          </a:xfrm>
          <a:prstGeom prst="rect">
            <a:avLst/>
          </a:prstGeom>
        </p:spPr>
      </p:pic>
      <p:sp>
        <p:nvSpPr>
          <p:cNvPr id="15" name="Rounded Rectangle 14">
            <a:extLst>
              <a:ext uri="{FF2B5EF4-FFF2-40B4-BE49-F238E27FC236}">
                <a16:creationId xmlns:a16="http://schemas.microsoft.com/office/drawing/2014/main" id="{25815FF0-C2C0-F43F-12E8-C6081052DB13}"/>
              </a:ext>
            </a:extLst>
          </p:cNvPr>
          <p:cNvSpPr/>
          <p:nvPr/>
        </p:nvSpPr>
        <p:spPr>
          <a:xfrm>
            <a:off x="2291227" y="3218688"/>
            <a:ext cx="8191718" cy="1207008"/>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28016" rIns="109728" bIns="73152" rtlCol="0" anchor="t"/>
          <a:lstStyle/>
          <a:p>
            <a:pPr algn="ctr">
              <a:spcAft>
                <a:spcPts val="400"/>
              </a:spcAft>
            </a:pPr>
            <a:r>
              <a:rPr b="1" dirty="0" err="1">
                <a:solidFill>
                  <a:srgbClr val="00219B"/>
                </a:solidFill>
                <a:latin typeface="BIZ UDPGothic"/>
                <a:ea typeface="BIZ UDPGothic"/>
              </a:rPr>
              <a:t>シミュレーション</a:t>
            </a:r>
            <a:endParaRPr b="1" dirty="0">
              <a:solidFill>
                <a:srgbClr val="00219B"/>
              </a:solidFill>
              <a:latin typeface="BIZ UDPGothic"/>
              <a:ea typeface="BIZ UDPGothic"/>
            </a:endParaRPr>
          </a:p>
          <a:p>
            <a:pPr algn="ctr">
              <a:lnSpc>
                <a:spcPct val="110000"/>
              </a:lnSpc>
            </a:pPr>
            <a:r>
              <a:rPr sz="1400" b="1" dirty="0" err="1">
                <a:solidFill>
                  <a:srgbClr val="191919"/>
                </a:solidFill>
                <a:latin typeface="BIZ UDPGothic"/>
                <a:ea typeface="BIZ UDPGothic"/>
              </a:rPr>
              <a:t>物理法則を再現した仮想空間（デジタルツイン）で、安全に大量訓練する</a:t>
            </a:r>
            <a:endParaRPr sz="1400" b="1" dirty="0">
              <a:solidFill>
                <a:srgbClr val="191919"/>
              </a:solidFill>
              <a:latin typeface="BIZ UDPGothic"/>
              <a:ea typeface="BIZ UDPGothic"/>
            </a:endParaRPr>
          </a:p>
        </p:txBody>
      </p:sp>
      <p:sp>
        <p:nvSpPr>
          <p:cNvPr id="17" name="Rounded Rectangle 16">
            <a:extLst>
              <a:ext uri="{FF2B5EF4-FFF2-40B4-BE49-F238E27FC236}">
                <a16:creationId xmlns:a16="http://schemas.microsoft.com/office/drawing/2014/main" id="{4B1DA974-81B6-2766-18B7-48C8CE0ADF0A}"/>
              </a:ext>
            </a:extLst>
          </p:cNvPr>
          <p:cNvSpPr/>
          <p:nvPr/>
        </p:nvSpPr>
        <p:spPr>
          <a:xfrm>
            <a:off x="727603" y="4608576"/>
            <a:ext cx="1417320" cy="1270558"/>
          </a:xfrm>
          <a:prstGeom prst="roundRect">
            <a:avLst>
              <a:gd name="adj" fmla="val 8000"/>
            </a:avLst>
          </a:prstGeom>
          <a:gradFill rotWithShape="1">
            <a:gsLst>
              <a:gs pos="0">
                <a:srgbClr val="6BB8F2"/>
              </a:gs>
              <a:gs pos="100000">
                <a:srgbClr val="2A65F5"/>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109728" tIns="621792" rIns="109728" bIns="73152" rtlCol="0" anchor="t"/>
          <a:lstStyle/>
          <a:p>
            <a:pPr algn="ctr"/>
            <a:r>
              <a:rPr lang="ja-JP" altLang="en-US" sz="1500" b="1" dirty="0">
                <a:solidFill>
                  <a:srgbClr val="FFFFFF"/>
                </a:solidFill>
                <a:latin typeface="BIZ UDPGothic"/>
                <a:ea typeface="BIZ UDPGothic"/>
              </a:rPr>
              <a:t>③</a:t>
            </a:r>
            <a:r>
              <a:rPr sz="1500" b="1" dirty="0" err="1">
                <a:solidFill>
                  <a:srgbClr val="FFFFFF"/>
                </a:solidFill>
                <a:latin typeface="BIZ UDPGothic"/>
                <a:ea typeface="BIZ UDPGothic"/>
              </a:rPr>
              <a:t>身体</a:t>
            </a:r>
            <a:endParaRPr sz="1500" b="1" dirty="0">
              <a:solidFill>
                <a:srgbClr val="FFFFFF"/>
              </a:solidFill>
              <a:latin typeface="BIZ UDPGothic"/>
              <a:ea typeface="BIZ UDPGothic"/>
            </a:endParaRPr>
          </a:p>
        </p:txBody>
      </p:sp>
      <p:pic>
        <p:nvPicPr>
          <p:cNvPr id="18" name="Picture 17" descr="robot.png">
            <a:extLst>
              <a:ext uri="{FF2B5EF4-FFF2-40B4-BE49-F238E27FC236}">
                <a16:creationId xmlns:a16="http://schemas.microsoft.com/office/drawing/2014/main" id="{8E8C1BFD-8943-A42B-5E3A-FA0E63116F79}"/>
              </a:ext>
            </a:extLst>
          </p:cNvPr>
          <p:cNvPicPr>
            <a:picLocks noChangeAspect="1"/>
          </p:cNvPicPr>
          <p:nvPr/>
        </p:nvPicPr>
        <p:blipFill>
          <a:blip r:embed="rId5"/>
          <a:stretch>
            <a:fillRect/>
          </a:stretch>
        </p:blipFill>
        <p:spPr>
          <a:xfrm>
            <a:off x="1216807" y="4736592"/>
            <a:ext cx="438912" cy="438912"/>
          </a:xfrm>
          <a:prstGeom prst="rect">
            <a:avLst/>
          </a:prstGeom>
        </p:spPr>
      </p:pic>
      <p:sp>
        <p:nvSpPr>
          <p:cNvPr id="19" name="Rounded Rectangle 18">
            <a:extLst>
              <a:ext uri="{FF2B5EF4-FFF2-40B4-BE49-F238E27FC236}">
                <a16:creationId xmlns:a16="http://schemas.microsoft.com/office/drawing/2014/main" id="{0389FA72-13E7-8173-DD9C-30B03E9AC282}"/>
              </a:ext>
            </a:extLst>
          </p:cNvPr>
          <p:cNvSpPr/>
          <p:nvPr/>
        </p:nvSpPr>
        <p:spPr>
          <a:xfrm>
            <a:off x="2291226" y="4608576"/>
            <a:ext cx="8191717" cy="1270558"/>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28016" rIns="109728" bIns="73152" rtlCol="0" anchor="t"/>
          <a:lstStyle/>
          <a:p>
            <a:pPr algn="ctr">
              <a:spcAft>
                <a:spcPts val="400"/>
              </a:spcAft>
            </a:pPr>
            <a:r>
              <a:rPr b="1" dirty="0" err="1">
                <a:solidFill>
                  <a:srgbClr val="00219B"/>
                </a:solidFill>
                <a:latin typeface="BIZ UDPGothic"/>
                <a:ea typeface="BIZ UDPGothic"/>
              </a:rPr>
              <a:t>ロボット＋エッジAI</a:t>
            </a:r>
            <a:endParaRPr b="1" dirty="0">
              <a:solidFill>
                <a:srgbClr val="00219B"/>
              </a:solidFill>
              <a:latin typeface="BIZ UDPGothic"/>
              <a:ea typeface="BIZ UDPGothic"/>
            </a:endParaRPr>
          </a:p>
          <a:p>
            <a:pPr algn="ctr">
              <a:lnSpc>
                <a:spcPct val="110000"/>
              </a:lnSpc>
            </a:pPr>
            <a:r>
              <a:rPr sz="1400" b="1" dirty="0" err="1">
                <a:solidFill>
                  <a:srgbClr val="191919"/>
                </a:solidFill>
                <a:latin typeface="BIZ UDPGothic"/>
                <a:ea typeface="BIZ UDPGothic"/>
              </a:rPr>
              <a:t>センサーで知覚し、アクチュエータ（関節・モータ</a:t>
            </a:r>
            <a:r>
              <a:rPr sz="1400" b="1" dirty="0">
                <a:solidFill>
                  <a:srgbClr val="191919"/>
                </a:solidFill>
                <a:latin typeface="BIZ UDPGothic"/>
                <a:ea typeface="BIZ UDPGothic"/>
              </a:rPr>
              <a:t>ー）</a:t>
            </a:r>
            <a:r>
              <a:rPr sz="1400" b="1" dirty="0" err="1">
                <a:solidFill>
                  <a:srgbClr val="191919"/>
                </a:solidFill>
                <a:latin typeface="BIZ UDPGothic"/>
                <a:ea typeface="BIZ UDPGothic"/>
              </a:rPr>
              <a:t>で現実世界に働きかける</a:t>
            </a:r>
            <a:endParaRPr sz="1400" b="1" dirty="0">
              <a:solidFill>
                <a:srgbClr val="191919"/>
              </a:solidFill>
              <a:latin typeface="BIZ UDPGothic"/>
              <a:ea typeface="BIZ UDPGothic"/>
            </a:endParaRPr>
          </a:p>
        </p:txBody>
      </p:sp>
      <p:sp>
        <p:nvSpPr>
          <p:cNvPr id="4" name="正方形/長方形 3">
            <a:extLst>
              <a:ext uri="{FF2B5EF4-FFF2-40B4-BE49-F238E27FC236}">
                <a16:creationId xmlns:a16="http://schemas.microsoft.com/office/drawing/2014/main" id="{1E03B761-AB9B-8365-8D64-C5EDA805D69F}"/>
              </a:ext>
            </a:extLst>
          </p:cNvPr>
          <p:cNvSpPr/>
          <p:nvPr/>
        </p:nvSpPr>
        <p:spPr>
          <a:xfrm>
            <a:off x="9422452" y="14552"/>
            <a:ext cx="3889612" cy="1136863"/>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BIZ UDPゴシック" panose="020B0400000000000000" pitchFamily="50" charset="-128"/>
                <a:ea typeface="BIZ UDPゴシック" panose="020B0400000000000000" pitchFamily="50" charset="-128"/>
              </a:rPr>
              <a:t>スライド順番入れ替えた</a:t>
            </a:r>
          </a:p>
        </p:txBody>
      </p:sp>
    </p:spTree>
    <p:extLst>
      <p:ext uri="{BB962C8B-B14F-4D97-AF65-F5344CB8AC3E}">
        <p14:creationId xmlns:p14="http://schemas.microsoft.com/office/powerpoint/2010/main" val="2595839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dirty="0" err="1">
                <a:latin typeface="BIZ UDPGothic"/>
                <a:ea typeface="BIZ UDPGothic"/>
              </a:rPr>
              <a:t>なぜ「技術が追いついた」のか</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a:xfrm>
            <a:off x="390515" y="994436"/>
            <a:ext cx="11184282" cy="941375"/>
          </a:xfrm>
        </p:spPr>
        <p:txBody>
          <a:bodyPr>
            <a:normAutofit/>
          </a:bodyPr>
          <a:lstStyle/>
          <a:p>
            <a:r>
              <a:rPr dirty="0" err="1">
                <a:latin typeface="BIZ UDPGothic"/>
                <a:ea typeface="BIZ UDPGothic"/>
              </a:rPr>
              <a:t>頭脳・訓練場・身体</a:t>
            </a:r>
            <a:r>
              <a:rPr lang="ja-JP" altLang="en-US" dirty="0">
                <a:latin typeface="BIZ UDPGothic"/>
                <a:ea typeface="BIZ UDPGothic"/>
              </a:rPr>
              <a:t>の３つの技術が進化しすることで、</a:t>
            </a:r>
            <a:endParaRPr lang="en-US" altLang="ja-JP" dirty="0">
              <a:latin typeface="BIZ UDPGothic"/>
              <a:ea typeface="BIZ UDPGothic"/>
            </a:endParaRPr>
          </a:p>
          <a:p>
            <a:r>
              <a:rPr lang="ja-JP" altLang="en-US" dirty="0"/>
              <a:t>開発コストと開発時間が激減し、導入検討が現実的になった</a:t>
            </a:r>
          </a:p>
        </p:txBody>
      </p:sp>
      <p:sp>
        <p:nvSpPr>
          <p:cNvPr id="9" name="Rounded Rectangle 8"/>
          <p:cNvSpPr/>
          <p:nvPr/>
        </p:nvSpPr>
        <p:spPr>
          <a:xfrm>
            <a:off x="88900" y="2148840"/>
            <a:ext cx="4000498"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a:solidFill>
                  <a:srgbClr val="00219B"/>
                </a:solidFill>
                <a:latin typeface="BIZ UDPGothic"/>
                <a:ea typeface="BIZ UDPGothic"/>
              </a:rPr>
              <a:t>①</a:t>
            </a:r>
            <a:r>
              <a:rPr b="1" dirty="0" err="1">
                <a:solidFill>
                  <a:srgbClr val="00219B"/>
                </a:solidFill>
                <a:latin typeface="BIZ UDPGothic"/>
                <a:ea typeface="BIZ UDPGothic"/>
              </a:rPr>
              <a:t>頭脳</a:t>
            </a:r>
            <a:r>
              <a:rPr lang="ja-JP" altLang="en-US" b="1" dirty="0">
                <a:solidFill>
                  <a:srgbClr val="00219B"/>
                </a:solidFill>
                <a:latin typeface="BIZ UDPGothic"/>
                <a:ea typeface="BIZ UDPGothic"/>
              </a:rPr>
              <a:t>： </a:t>
            </a:r>
            <a:r>
              <a:rPr b="1" dirty="0" err="1">
                <a:solidFill>
                  <a:srgbClr val="00219B"/>
                </a:solidFill>
                <a:latin typeface="BIZ UDPGothic"/>
                <a:ea typeface="BIZ UDPGothic"/>
              </a:rPr>
              <a:t>AIモデルの進化</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LLM・VLMの進化で、ロボットが言葉と「常識」を理解できるようになった</a:t>
            </a:r>
            <a:endParaRPr sz="1400" b="1" dirty="0">
              <a:solidFill>
                <a:srgbClr val="191919"/>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見る・理解する・動くを1つにしたVLAモデルが2023年以降続々登場（π0、GR00T等）</a:t>
            </a:r>
            <a:endParaRPr sz="1400" b="1" dirty="0">
              <a:solidFill>
                <a:srgbClr val="191919"/>
              </a:solidFill>
              <a:latin typeface="BIZ UDPGothic"/>
              <a:ea typeface="BIZ UDPGothic"/>
            </a:endParaRPr>
          </a:p>
        </p:txBody>
      </p:sp>
      <p:pic>
        <p:nvPicPr>
          <p:cNvPr id="10" name="Picture 9" descr="microchip_teal.png"/>
          <p:cNvPicPr>
            <a:picLocks noChangeAspect="1"/>
          </p:cNvPicPr>
          <p:nvPr/>
        </p:nvPicPr>
        <p:blipFill>
          <a:blip r:embed="rId3"/>
          <a:stretch>
            <a:fillRect/>
          </a:stretch>
        </p:blipFill>
        <p:spPr>
          <a:xfrm>
            <a:off x="1705721" y="2249789"/>
            <a:ext cx="675924" cy="675924"/>
          </a:xfrm>
          <a:prstGeom prst="rect">
            <a:avLst/>
          </a:prstGeom>
        </p:spPr>
      </p:pic>
      <p:sp>
        <p:nvSpPr>
          <p:cNvPr id="11" name="Rounded Rectangle 10"/>
          <p:cNvSpPr/>
          <p:nvPr/>
        </p:nvSpPr>
        <p:spPr>
          <a:xfrm>
            <a:off x="4178300" y="2148840"/>
            <a:ext cx="3797300"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a:solidFill>
                  <a:srgbClr val="00219B"/>
                </a:solidFill>
                <a:latin typeface="BIZ UDPGothic"/>
                <a:ea typeface="BIZ UDPGothic"/>
              </a:rPr>
              <a:t>②</a:t>
            </a:r>
            <a:r>
              <a:rPr b="1" dirty="0" err="1">
                <a:solidFill>
                  <a:srgbClr val="00219B"/>
                </a:solidFill>
                <a:latin typeface="BIZ UDPGothic"/>
                <a:ea typeface="BIZ UDPGothic"/>
              </a:rPr>
              <a:t>訓練場</a:t>
            </a:r>
            <a:r>
              <a:rPr b="1" dirty="0">
                <a:solidFill>
                  <a:srgbClr val="00219B"/>
                </a:solidFill>
                <a:latin typeface="BIZ UDPGothic"/>
                <a:ea typeface="BIZ UDPGothic"/>
              </a:rPr>
              <a:t>：</a:t>
            </a:r>
            <a:r>
              <a:rPr lang="en-US" b="1" dirty="0">
                <a:solidFill>
                  <a:srgbClr val="00219B"/>
                </a:solidFill>
                <a:latin typeface="BIZ UDPGothic"/>
                <a:ea typeface="BIZ UDPGothic"/>
              </a:rPr>
              <a:t> </a:t>
            </a:r>
            <a:r>
              <a:rPr b="1" dirty="0" err="1">
                <a:solidFill>
                  <a:srgbClr val="00219B"/>
                </a:solidFill>
                <a:latin typeface="BIZ UDPGothic"/>
                <a:ea typeface="BIZ UDPGothic"/>
              </a:rPr>
              <a:t>シミュレーション学習の確立</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仮想空間（デジタルツイン）で安全に大量試行し、現実へ転移（Sim2Real）する手法が確立</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実機では数年かかる試行錯誤が数日レベルに。合成データで教師データ不足も解消</a:t>
            </a:r>
            <a:endParaRPr sz="1400" b="1" dirty="0">
              <a:solidFill>
                <a:srgbClr val="191919"/>
              </a:solidFill>
              <a:latin typeface="BIZ UDPGothic"/>
              <a:ea typeface="BIZ UDPGothic"/>
            </a:endParaRPr>
          </a:p>
        </p:txBody>
      </p:sp>
      <p:pic>
        <p:nvPicPr>
          <p:cNvPr id="12" name="Picture 11" descr="personexcl_red.png"/>
          <p:cNvPicPr>
            <a:picLocks noChangeAspect="1"/>
          </p:cNvPicPr>
          <p:nvPr/>
        </p:nvPicPr>
        <p:blipFill>
          <a:blip r:embed="rId4"/>
          <a:stretch>
            <a:fillRect/>
          </a:stretch>
        </p:blipFill>
        <p:spPr>
          <a:xfrm>
            <a:off x="5719937" y="2249789"/>
            <a:ext cx="675924" cy="675924"/>
          </a:xfrm>
          <a:prstGeom prst="rect">
            <a:avLst/>
          </a:prstGeom>
        </p:spPr>
      </p:pic>
      <p:sp>
        <p:nvSpPr>
          <p:cNvPr id="13" name="Rounded Rectangle 12"/>
          <p:cNvSpPr/>
          <p:nvPr/>
        </p:nvSpPr>
        <p:spPr>
          <a:xfrm>
            <a:off x="8126476" y="2148840"/>
            <a:ext cx="3925824"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a:solidFill>
                  <a:srgbClr val="00219B"/>
                </a:solidFill>
                <a:latin typeface="BIZ UDPGothic"/>
                <a:ea typeface="BIZ UDPGothic"/>
              </a:rPr>
              <a:t>③</a:t>
            </a:r>
            <a:r>
              <a:rPr b="1" dirty="0" err="1">
                <a:solidFill>
                  <a:srgbClr val="00219B"/>
                </a:solidFill>
                <a:latin typeface="BIZ UDPGothic"/>
                <a:ea typeface="BIZ UDPGothic"/>
              </a:rPr>
              <a:t>身体</a:t>
            </a:r>
            <a:r>
              <a:rPr b="1" dirty="0">
                <a:solidFill>
                  <a:srgbClr val="00219B"/>
                </a:solidFill>
                <a:latin typeface="BIZ UDPGothic"/>
                <a:ea typeface="BIZ UDPGothic"/>
              </a:rPr>
              <a:t>：</a:t>
            </a:r>
            <a:r>
              <a:rPr lang="en-US" b="1" dirty="0">
                <a:solidFill>
                  <a:srgbClr val="00219B"/>
                </a:solidFill>
                <a:latin typeface="BIZ UDPGothic"/>
                <a:ea typeface="BIZ UDPGothic"/>
              </a:rPr>
              <a:t> </a:t>
            </a:r>
            <a:r>
              <a:rPr b="1" dirty="0" err="1">
                <a:solidFill>
                  <a:srgbClr val="00219B"/>
                </a:solidFill>
                <a:latin typeface="BIZ UDPGothic"/>
                <a:ea typeface="BIZ UDPGothic"/>
              </a:rPr>
              <a:t>実行環境の低価格化・省電力化</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10Wで60TOPSを処理するエッジNPUが登場し、現場</a:t>
            </a:r>
            <a:r>
              <a:rPr lang="ja-JP" altLang="en-US" sz="1400" b="1" dirty="0">
                <a:solidFill>
                  <a:srgbClr val="191919"/>
                </a:solidFill>
                <a:latin typeface="BIZ UDPGothic"/>
                <a:ea typeface="BIZ UDPGothic"/>
              </a:rPr>
              <a:t>大量</a:t>
            </a:r>
            <a:r>
              <a:rPr sz="1400" b="1" dirty="0" err="1">
                <a:solidFill>
                  <a:srgbClr val="191919"/>
                </a:solidFill>
                <a:latin typeface="BIZ UDPGothic"/>
                <a:ea typeface="BIZ UDPGothic"/>
              </a:rPr>
              <a:t>設置が現実的に（例：SAKURA-II</a:t>
            </a:r>
            <a:r>
              <a:rPr sz="1400" b="1" dirty="0">
                <a:solidFill>
                  <a:srgbClr val="191919"/>
                </a:solidFill>
                <a:latin typeface="BIZ UDPGothic"/>
                <a:ea typeface="BIZ UDPGothic"/>
              </a:rPr>
              <a:t>）</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研究・検証用ロボットアームは数万円台（SO-101等）に。試す敷居が劇的に低下</a:t>
            </a:r>
            <a:endParaRPr sz="1400" b="1" dirty="0">
              <a:solidFill>
                <a:srgbClr val="191919"/>
              </a:solidFill>
              <a:latin typeface="BIZ UDPGothic"/>
              <a:ea typeface="BIZ UDPGothic"/>
            </a:endParaRPr>
          </a:p>
        </p:txBody>
      </p:sp>
      <p:pic>
        <p:nvPicPr>
          <p:cNvPr id="14" name="Picture 13" descr="rocket_purple.png"/>
          <p:cNvPicPr>
            <a:picLocks noChangeAspect="1"/>
          </p:cNvPicPr>
          <p:nvPr/>
        </p:nvPicPr>
        <p:blipFill>
          <a:blip r:embed="rId5"/>
          <a:stretch>
            <a:fillRect/>
          </a:stretch>
        </p:blipFill>
        <p:spPr>
          <a:xfrm>
            <a:off x="9670653" y="2249789"/>
            <a:ext cx="675924" cy="675924"/>
          </a:xfrm>
          <a:prstGeom prst="rect">
            <a:avLst/>
          </a:prstGeom>
        </p:spPr>
      </p:pic>
      <p:sp>
        <p:nvSpPr>
          <p:cNvPr id="990" name="TechBottomNote"/>
          <p:cNvSpPr/>
          <p:nvPr/>
        </p:nvSpPr>
        <p:spPr>
          <a:xfrm>
            <a:off x="88900" y="5760720"/>
            <a:ext cx="11963400" cy="502920"/>
          </a:xfrm>
          <a:prstGeom prst="roundRect">
            <a:avLst/>
          </a:prstGeom>
          <a:solidFill>
            <a:srgbClr val="1B3A6B"/>
          </a:solidFill>
          <a:ln>
            <a:noFill/>
          </a:ln>
        </p:spPr>
        <p:txBody>
          <a:bodyPr anchor="ctr"/>
          <a:lstStyle/>
          <a:p>
            <a:pPr algn="ctr"/>
            <a:r>
              <a:rPr lang="ja-JP" altLang="en-US" sz="1300" b="1" dirty="0">
                <a:solidFill>
                  <a:srgbClr val="FFFFFF"/>
                </a:solidFill>
                <a:latin typeface="Meiryo UI"/>
                <a:ea typeface="Meiryo UI"/>
              </a:rPr>
              <a:t>この3つが2024〜2025年に同時に揃った ＝「ロボティクスのChatGPTモーメント」。次頁から3層を順に紹介します</a:t>
            </a:r>
          </a:p>
        </p:txBody>
      </p:sp>
      <p:sp>
        <p:nvSpPr>
          <p:cNvPr id="3" name="正方形/長方形 2">
            <a:extLst>
              <a:ext uri="{FF2B5EF4-FFF2-40B4-BE49-F238E27FC236}">
                <a16:creationId xmlns:a16="http://schemas.microsoft.com/office/drawing/2014/main" id="{D509604B-9EF8-4214-73DD-AD290225911B}"/>
              </a:ext>
            </a:extLst>
          </p:cNvPr>
          <p:cNvSpPr/>
          <p:nvPr/>
        </p:nvSpPr>
        <p:spPr>
          <a:xfrm>
            <a:off x="9422452" y="14552"/>
            <a:ext cx="3889612" cy="1136863"/>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BIZ UDPゴシック" panose="020B0400000000000000" pitchFamily="50" charset="-128"/>
                <a:ea typeface="BIZ UDPゴシック" panose="020B0400000000000000" pitchFamily="50" charset="-128"/>
              </a:rPr>
              <a:t>追加スライド</a:t>
            </a:r>
          </a:p>
        </p:txBody>
      </p:sp>
    </p:spTree>
    <p:extLst>
      <p:ext uri="{BB962C8B-B14F-4D97-AF65-F5344CB8AC3E}">
        <p14:creationId xmlns:p14="http://schemas.microsoft.com/office/powerpoint/2010/main" val="2228764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矢印: 左 25">
            <a:extLst>
              <a:ext uri="{FF2B5EF4-FFF2-40B4-BE49-F238E27FC236}">
                <a16:creationId xmlns:a16="http://schemas.microsoft.com/office/drawing/2014/main" id="{F5F7309C-8098-A7A4-0C53-FB69FBDCE968}"/>
              </a:ext>
            </a:extLst>
          </p:cNvPr>
          <p:cNvSpPr/>
          <p:nvPr/>
        </p:nvSpPr>
        <p:spPr>
          <a:xfrm>
            <a:off x="7701753" y="3505201"/>
            <a:ext cx="4245700" cy="2068286"/>
          </a:xfrm>
          <a:prstGeom prst="lef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latin typeface="BIZ UDPゴシック" panose="020B0400000000000000" pitchFamily="50" charset="-128"/>
              <a:ea typeface="BIZ UDPゴシック" panose="020B0400000000000000" pitchFamily="50" charset="-128"/>
            </a:endParaRPr>
          </a:p>
        </p:txBody>
      </p:sp>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lang="ja-JP" altLang="en-US" dirty="0">
                <a:latin typeface="BIZ UDPGothic"/>
                <a:ea typeface="BIZ UDPGothic"/>
              </a:rPr>
              <a:t>どんな</a:t>
            </a:r>
            <a:r>
              <a:rPr lang="en-US" altLang="ja-JP" dirty="0">
                <a:latin typeface="BIZ UDPGothic"/>
                <a:ea typeface="BIZ UDPGothic"/>
              </a:rPr>
              <a:t>AI</a:t>
            </a:r>
            <a:r>
              <a:rPr lang="ja-JP" altLang="en-US" dirty="0">
                <a:latin typeface="BIZ UDPGothic"/>
                <a:ea typeface="BIZ UDPGothic"/>
              </a:rPr>
              <a:t>モデル「頭」が使われているのか</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a:xfrm>
            <a:off x="341794" y="1006931"/>
            <a:ext cx="10859606" cy="1733681"/>
          </a:xfrm>
        </p:spPr>
        <p:txBody>
          <a:bodyPr>
            <a:normAutofit fontScale="92500" lnSpcReduction="20000"/>
          </a:bodyPr>
          <a:lstStyle/>
          <a:p>
            <a:r>
              <a:rPr lang="en-US" altLang="ja-JP" dirty="0">
                <a:latin typeface="BIZ UDPGothic"/>
                <a:ea typeface="BIZ UDPGothic"/>
              </a:rPr>
              <a:t>YOLO</a:t>
            </a:r>
            <a:r>
              <a:rPr lang="ja-JP" altLang="en-US" dirty="0">
                <a:latin typeface="BIZ UDPGothic"/>
                <a:ea typeface="BIZ UDPGothic"/>
              </a:rPr>
              <a:t>：カメラ映像の中から人やボトルなどの物体を高速に検出する</a:t>
            </a:r>
            <a:r>
              <a:rPr lang="en-US" altLang="ja-JP" dirty="0">
                <a:latin typeface="BIZ UDPGothic"/>
                <a:ea typeface="BIZ UDPGothic"/>
              </a:rPr>
              <a:t>AI</a:t>
            </a:r>
            <a:r>
              <a:rPr lang="ja-JP" altLang="en-US" dirty="0">
                <a:latin typeface="BIZ UDPGothic"/>
                <a:ea typeface="BIZ UDPGothic"/>
              </a:rPr>
              <a:t>モデル。</a:t>
            </a:r>
            <a:endParaRPr lang="en-US" altLang="ja-JP" dirty="0">
              <a:latin typeface="BIZ UDPGothic"/>
              <a:ea typeface="BIZ UDPGothic"/>
            </a:endParaRPr>
          </a:p>
          <a:p>
            <a:r>
              <a:rPr lang="ja-JP" altLang="en-US" dirty="0">
                <a:latin typeface="BIZ UDPGothic"/>
                <a:ea typeface="BIZ UDPGothic"/>
              </a:rPr>
              <a:t>　　　　 「何がどこにあるか」をリアルタイムで物体認識する代表的なモデル</a:t>
            </a:r>
            <a:endParaRPr lang="en-US" altLang="ja-JP" dirty="0">
              <a:latin typeface="BIZ UDPGothic"/>
              <a:ea typeface="BIZ UDPGothic"/>
            </a:endParaRPr>
          </a:p>
          <a:p>
            <a:endParaRPr lang="en-US" altLang="ja-JP" dirty="0">
              <a:latin typeface="BIZ UDPGothic"/>
              <a:ea typeface="BIZ UDPGothic"/>
            </a:endParaRPr>
          </a:p>
          <a:p>
            <a:r>
              <a:rPr lang="en-US" altLang="ja-JP" dirty="0">
                <a:latin typeface="BIZ UDPGothic"/>
                <a:ea typeface="BIZ UDPGothic"/>
              </a:rPr>
              <a:t>GPT: </a:t>
            </a:r>
            <a:r>
              <a:rPr lang="ja-JP" altLang="en-US" dirty="0">
                <a:latin typeface="BIZ UDPGothic"/>
                <a:ea typeface="BIZ UDPGothic"/>
              </a:rPr>
              <a:t>人間の言葉を理解し、次に何をすべきかを考える</a:t>
            </a:r>
            <a:r>
              <a:rPr lang="en-US" altLang="ja-JP" dirty="0">
                <a:latin typeface="BIZ UDPGothic"/>
                <a:ea typeface="BIZ UDPGothic"/>
              </a:rPr>
              <a:t>LLM</a:t>
            </a:r>
            <a:r>
              <a:rPr lang="ja-JP" altLang="en-US" dirty="0">
                <a:latin typeface="BIZ UDPGothic"/>
                <a:ea typeface="BIZ UDPGothic"/>
              </a:rPr>
              <a:t>（</a:t>
            </a:r>
            <a:r>
              <a:rPr lang="en-US" altLang="ja-JP" dirty="0">
                <a:latin typeface="BIZ UDPGothic"/>
                <a:ea typeface="BIZ UDPGothic"/>
              </a:rPr>
              <a:t>Large Language Model)</a:t>
            </a:r>
          </a:p>
          <a:p>
            <a:r>
              <a:rPr lang="ja-JP" altLang="en-US" dirty="0">
                <a:latin typeface="BIZ UDPGothic"/>
                <a:ea typeface="BIZ UDPGothic"/>
              </a:rPr>
              <a:t>　       </a:t>
            </a:r>
            <a:r>
              <a:rPr lang="en-US" altLang="ja-JP" dirty="0">
                <a:latin typeface="BIZ UDPGothic"/>
                <a:ea typeface="BIZ UDPGothic"/>
              </a:rPr>
              <a:t>AI</a:t>
            </a:r>
            <a:r>
              <a:rPr lang="ja-JP" altLang="en-US" dirty="0">
                <a:latin typeface="BIZ UDPGothic"/>
                <a:ea typeface="BIZ UDPGothic"/>
              </a:rPr>
              <a:t>モデルの一つ。 「赤いボトルを取って」などの指示を行動計画へ変換する</a:t>
            </a:r>
            <a:endParaRPr lang="en-US" altLang="ja-JP" dirty="0">
              <a:latin typeface="BIZ UDPGothic"/>
              <a:ea typeface="BIZ UDPGothic"/>
            </a:endParaRPr>
          </a:p>
          <a:p>
            <a:endParaRPr lang="en-US" altLang="ja-JP" dirty="0">
              <a:latin typeface="BIZ UDPGothic"/>
              <a:ea typeface="BIZ UDPGothic"/>
            </a:endParaRPr>
          </a:p>
          <a:p>
            <a:endParaRPr lang="ja-JP" altLang="en-US" dirty="0"/>
          </a:p>
        </p:txBody>
      </p:sp>
      <p:pic>
        <p:nvPicPr>
          <p:cNvPr id="5" name="図 4">
            <a:extLst>
              <a:ext uri="{FF2B5EF4-FFF2-40B4-BE49-F238E27FC236}">
                <a16:creationId xmlns:a16="http://schemas.microsoft.com/office/drawing/2014/main" id="{DFBCC915-872B-AA2E-5F31-5DE8DDA99955}"/>
              </a:ext>
            </a:extLst>
          </p:cNvPr>
          <p:cNvPicPr>
            <a:picLocks noChangeAspect="1"/>
          </p:cNvPicPr>
          <p:nvPr/>
        </p:nvPicPr>
        <p:blipFill>
          <a:blip r:embed="rId3"/>
          <a:stretch>
            <a:fillRect/>
          </a:stretch>
        </p:blipFill>
        <p:spPr>
          <a:xfrm>
            <a:off x="590473" y="2877932"/>
            <a:ext cx="7034588" cy="3793522"/>
          </a:xfrm>
          <a:prstGeom prst="rect">
            <a:avLst/>
          </a:prstGeom>
        </p:spPr>
      </p:pic>
      <p:pic>
        <p:nvPicPr>
          <p:cNvPr id="19" name="図 18">
            <a:extLst>
              <a:ext uri="{FF2B5EF4-FFF2-40B4-BE49-F238E27FC236}">
                <a16:creationId xmlns:a16="http://schemas.microsoft.com/office/drawing/2014/main" id="{4B5D601E-5DB2-F299-D822-87B52EDADA63}"/>
              </a:ext>
            </a:extLst>
          </p:cNvPr>
          <p:cNvPicPr>
            <a:picLocks noChangeAspect="1"/>
          </p:cNvPicPr>
          <p:nvPr/>
        </p:nvPicPr>
        <p:blipFill>
          <a:blip r:embed="rId4"/>
          <a:stretch>
            <a:fillRect/>
          </a:stretch>
        </p:blipFill>
        <p:spPr>
          <a:xfrm>
            <a:off x="4368059" y="2877933"/>
            <a:ext cx="1559564" cy="1205118"/>
          </a:xfrm>
          <a:prstGeom prst="rect">
            <a:avLst/>
          </a:prstGeom>
        </p:spPr>
      </p:pic>
      <p:pic>
        <p:nvPicPr>
          <p:cNvPr id="21" name="図 20">
            <a:extLst>
              <a:ext uri="{FF2B5EF4-FFF2-40B4-BE49-F238E27FC236}">
                <a16:creationId xmlns:a16="http://schemas.microsoft.com/office/drawing/2014/main" id="{CD310D5B-5800-6B38-9D00-3E2999EA4DEC}"/>
              </a:ext>
            </a:extLst>
          </p:cNvPr>
          <p:cNvPicPr>
            <a:picLocks noChangeAspect="1"/>
          </p:cNvPicPr>
          <p:nvPr/>
        </p:nvPicPr>
        <p:blipFill>
          <a:blip r:embed="rId5"/>
          <a:stretch>
            <a:fillRect/>
          </a:stretch>
        </p:blipFill>
        <p:spPr>
          <a:xfrm>
            <a:off x="6009379" y="2877931"/>
            <a:ext cx="1416544" cy="1205119"/>
          </a:xfrm>
          <a:prstGeom prst="rect">
            <a:avLst/>
          </a:prstGeom>
        </p:spPr>
      </p:pic>
      <p:sp>
        <p:nvSpPr>
          <p:cNvPr id="23" name="テキスト ボックス 22">
            <a:extLst>
              <a:ext uri="{FF2B5EF4-FFF2-40B4-BE49-F238E27FC236}">
                <a16:creationId xmlns:a16="http://schemas.microsoft.com/office/drawing/2014/main" id="{8E150038-7471-0B5F-1744-4D4F85DE5D27}"/>
              </a:ext>
            </a:extLst>
          </p:cNvPr>
          <p:cNvSpPr txBox="1"/>
          <p:nvPr/>
        </p:nvSpPr>
        <p:spPr>
          <a:xfrm>
            <a:off x="7922627" y="4246956"/>
            <a:ext cx="4024826" cy="584775"/>
          </a:xfrm>
          <a:prstGeom prst="rect">
            <a:avLst/>
          </a:prstGeom>
          <a:noFill/>
        </p:spPr>
        <p:txBody>
          <a:bodyPr wrap="square" rtlCol="0">
            <a:spAutoFit/>
          </a:bodyPr>
          <a:lstStyle/>
          <a:p>
            <a:pPr algn="ctr"/>
            <a:r>
              <a:rPr kumimoji="1" lang="en-US" altLang="ja-JP" sz="1600" b="1" dirty="0">
                <a:solidFill>
                  <a:schemeClr val="bg1"/>
                </a:solidFill>
              </a:rPr>
              <a:t>[</a:t>
            </a:r>
            <a:r>
              <a:rPr kumimoji="1" lang="ja-JP" altLang="en-US" sz="1600" b="1" dirty="0">
                <a:solidFill>
                  <a:schemeClr val="bg1"/>
                </a:solidFill>
              </a:rPr>
              <a:t>従来型の構成</a:t>
            </a:r>
            <a:r>
              <a:rPr kumimoji="1" lang="en-US" altLang="ja-JP" sz="1600" b="1" dirty="0">
                <a:solidFill>
                  <a:schemeClr val="bg1"/>
                </a:solidFill>
              </a:rPr>
              <a:t>]</a:t>
            </a:r>
          </a:p>
          <a:p>
            <a:pPr algn="ctr"/>
            <a:r>
              <a:rPr kumimoji="1" lang="ja-JP" altLang="en-US" sz="1600" b="1" dirty="0">
                <a:solidFill>
                  <a:schemeClr val="bg1"/>
                </a:solidFill>
              </a:rPr>
              <a:t>物体検知＋認識・言語化＋ロボット制御</a:t>
            </a:r>
          </a:p>
        </p:txBody>
      </p:sp>
      <p:sp>
        <p:nvSpPr>
          <p:cNvPr id="27" name="テキスト ボックス 26">
            <a:extLst>
              <a:ext uri="{FF2B5EF4-FFF2-40B4-BE49-F238E27FC236}">
                <a16:creationId xmlns:a16="http://schemas.microsoft.com/office/drawing/2014/main" id="{99107774-C971-9AA3-AC00-464CA46AE758}"/>
              </a:ext>
            </a:extLst>
          </p:cNvPr>
          <p:cNvSpPr txBox="1"/>
          <p:nvPr/>
        </p:nvSpPr>
        <p:spPr>
          <a:xfrm>
            <a:off x="8869212" y="5367689"/>
            <a:ext cx="2732315" cy="646331"/>
          </a:xfrm>
          <a:prstGeom prst="rect">
            <a:avLst/>
          </a:prstGeom>
          <a:noFill/>
        </p:spPr>
        <p:txBody>
          <a:bodyPr wrap="square" rtlCol="0">
            <a:spAutoFit/>
          </a:bodyPr>
          <a:lstStyle/>
          <a:p>
            <a:pPr algn="ctr"/>
            <a:r>
              <a:rPr kumimoji="1" lang="ja-JP" altLang="en-US" dirty="0">
                <a:solidFill>
                  <a:srgbClr val="FF0000"/>
                </a:solidFill>
              </a:rPr>
              <a:t>個別実装箇所が多く</a:t>
            </a:r>
            <a:endParaRPr kumimoji="1" lang="en-US" altLang="ja-JP" dirty="0">
              <a:solidFill>
                <a:srgbClr val="FF0000"/>
              </a:solidFill>
            </a:endParaRPr>
          </a:p>
          <a:p>
            <a:pPr algn="ctr"/>
            <a:r>
              <a:rPr kumimoji="1" lang="ja-JP" altLang="en-US" dirty="0">
                <a:solidFill>
                  <a:srgbClr val="FF0000"/>
                </a:solidFill>
              </a:rPr>
              <a:t>実装難易度も高い傾向</a:t>
            </a:r>
          </a:p>
        </p:txBody>
      </p:sp>
      <p:sp>
        <p:nvSpPr>
          <p:cNvPr id="34" name="四角形: 角を丸くする 33">
            <a:extLst>
              <a:ext uri="{FF2B5EF4-FFF2-40B4-BE49-F238E27FC236}">
                <a16:creationId xmlns:a16="http://schemas.microsoft.com/office/drawing/2014/main" id="{8100772A-1819-D72E-CAA2-3BA7EE8958CF}"/>
              </a:ext>
            </a:extLst>
          </p:cNvPr>
          <p:cNvSpPr/>
          <p:nvPr/>
        </p:nvSpPr>
        <p:spPr>
          <a:xfrm>
            <a:off x="0" y="-2399"/>
            <a:ext cx="2404533" cy="324208"/>
          </a:xfrm>
          <a:prstGeom prst="round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①頭脳</a:t>
            </a:r>
          </a:p>
        </p:txBody>
      </p:sp>
    </p:spTree>
    <p:extLst>
      <p:ext uri="{BB962C8B-B14F-4D97-AF65-F5344CB8AC3E}">
        <p14:creationId xmlns:p14="http://schemas.microsoft.com/office/powerpoint/2010/main" val="3061702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598AF-0A43-BE48-7AAB-1B2C83D2B39D}"/>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029015D3-4486-D6F7-5AFC-7DF4066C6DC2}"/>
              </a:ext>
            </a:extLst>
          </p:cNvPr>
          <p:cNvPicPr>
            <a:picLocks noChangeAspect="1"/>
          </p:cNvPicPr>
          <p:nvPr/>
        </p:nvPicPr>
        <p:blipFill>
          <a:blip r:embed="rId3"/>
          <a:stretch>
            <a:fillRect/>
          </a:stretch>
        </p:blipFill>
        <p:spPr>
          <a:xfrm>
            <a:off x="0" y="3955787"/>
            <a:ext cx="5260689" cy="2887661"/>
          </a:xfrm>
          <a:prstGeom prst="rect">
            <a:avLst/>
          </a:prstGeom>
        </p:spPr>
      </p:pic>
      <p:sp>
        <p:nvSpPr>
          <p:cNvPr id="22" name="二等辺三角形 21">
            <a:extLst>
              <a:ext uri="{FF2B5EF4-FFF2-40B4-BE49-F238E27FC236}">
                <a16:creationId xmlns:a16="http://schemas.microsoft.com/office/drawing/2014/main" id="{00F2011B-F19B-4413-E54C-690970674B9D}"/>
              </a:ext>
            </a:extLst>
          </p:cNvPr>
          <p:cNvSpPr/>
          <p:nvPr/>
        </p:nvSpPr>
        <p:spPr>
          <a:xfrm rot="10800000">
            <a:off x="635725" y="3261977"/>
            <a:ext cx="10451373" cy="1067554"/>
          </a:xfrm>
          <a:prstGeom prst="triangle">
            <a:avLst>
              <a:gd name="adj" fmla="val 36696"/>
            </a:avLst>
          </a:prstGeom>
          <a:solidFill>
            <a:srgbClr val="FFFF00">
              <a:alpha val="4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latin typeface="BIZ UDPゴシック" panose="020B0400000000000000" pitchFamily="50" charset="-128"/>
              <a:ea typeface="BIZ UDPゴシック" panose="020B0400000000000000" pitchFamily="50" charset="-128"/>
            </a:endParaRPr>
          </a:p>
        </p:txBody>
      </p:sp>
      <p:sp>
        <p:nvSpPr>
          <p:cNvPr id="6" name="タイトル 5">
            <a:extLst>
              <a:ext uri="{FF2B5EF4-FFF2-40B4-BE49-F238E27FC236}">
                <a16:creationId xmlns:a16="http://schemas.microsoft.com/office/drawing/2014/main" id="{3A422248-6483-5479-BEED-597E10D6DBDE}"/>
              </a:ext>
            </a:extLst>
          </p:cNvPr>
          <p:cNvSpPr>
            <a:spLocks noGrp="1"/>
          </p:cNvSpPr>
          <p:nvPr>
            <p:ph type="title"/>
          </p:nvPr>
        </p:nvSpPr>
        <p:spPr/>
        <p:txBody>
          <a:bodyPr/>
          <a:lstStyle/>
          <a:p>
            <a:r>
              <a:rPr lang="ja-JP" altLang="en-US" dirty="0">
                <a:latin typeface="BIZ UDPGothic"/>
                <a:ea typeface="BIZ UDPGothic"/>
              </a:rPr>
              <a:t>比較的新しい</a:t>
            </a:r>
            <a:r>
              <a:rPr lang="en-US" altLang="ja-JP" dirty="0">
                <a:latin typeface="BIZ UDPGothic"/>
                <a:ea typeface="BIZ UDPGothic"/>
              </a:rPr>
              <a:t>AI</a:t>
            </a:r>
            <a:r>
              <a:rPr lang="ja-JP" altLang="en-US" dirty="0">
                <a:latin typeface="BIZ UDPGothic"/>
                <a:ea typeface="BIZ UDPGothic"/>
              </a:rPr>
              <a:t>モデル ～ </a:t>
            </a:r>
            <a:r>
              <a:rPr lang="en-US" altLang="ja-JP" dirty="0">
                <a:latin typeface="BIZ UDPGothic"/>
                <a:ea typeface="BIZ UDPGothic"/>
              </a:rPr>
              <a:t>VLA(Vision Language Action)</a:t>
            </a:r>
            <a:endParaRPr lang="ja-JP" altLang="en-US" dirty="0"/>
          </a:p>
        </p:txBody>
      </p:sp>
      <p:sp>
        <p:nvSpPr>
          <p:cNvPr id="8" name="コンテンツ プレースホルダー 7">
            <a:extLst>
              <a:ext uri="{FF2B5EF4-FFF2-40B4-BE49-F238E27FC236}">
                <a16:creationId xmlns:a16="http://schemas.microsoft.com/office/drawing/2014/main" id="{302A6DCD-5CED-C5DB-C128-1D6D8EBE0366}"/>
              </a:ext>
            </a:extLst>
          </p:cNvPr>
          <p:cNvSpPr>
            <a:spLocks noGrp="1"/>
          </p:cNvSpPr>
          <p:nvPr>
            <p:ph idx="11"/>
          </p:nvPr>
        </p:nvSpPr>
        <p:spPr>
          <a:xfrm>
            <a:off x="318656" y="978865"/>
            <a:ext cx="9753967" cy="653992"/>
          </a:xfrm>
        </p:spPr>
        <p:txBody>
          <a:bodyPr>
            <a:normAutofit fontScale="85000" lnSpcReduction="10000"/>
          </a:bodyPr>
          <a:lstStyle/>
          <a:p>
            <a:r>
              <a:rPr lang="ja-JP" altLang="en-US" dirty="0">
                <a:latin typeface="BIZ UDPGothic"/>
                <a:ea typeface="BIZ UDPGothic"/>
              </a:rPr>
              <a:t>複数の</a:t>
            </a:r>
            <a:r>
              <a:rPr lang="en-US" altLang="ja-JP" dirty="0">
                <a:latin typeface="BIZ UDPGothic"/>
                <a:ea typeface="BIZ UDPGothic"/>
              </a:rPr>
              <a:t>AI</a:t>
            </a:r>
            <a:r>
              <a:rPr lang="ja-JP" altLang="en-US" dirty="0">
                <a:latin typeface="BIZ UDPGothic"/>
                <a:ea typeface="BIZ UDPGothic"/>
              </a:rPr>
              <a:t>モデルの連携により実装の複雑化という課題から</a:t>
            </a:r>
            <a:endParaRPr lang="en-US" dirty="0">
              <a:latin typeface="BIZ UDPGothic"/>
              <a:ea typeface="BIZ UDPGothic"/>
            </a:endParaRPr>
          </a:p>
          <a:p>
            <a:r>
              <a:rPr dirty="0" err="1">
                <a:latin typeface="BIZ UDPGothic"/>
                <a:ea typeface="BIZ UDPGothic"/>
              </a:rPr>
              <a:t>Vision（見る</a:t>
            </a:r>
            <a:r>
              <a:rPr dirty="0">
                <a:latin typeface="BIZ UDPGothic"/>
                <a:ea typeface="BIZ UDPGothic"/>
              </a:rPr>
              <a:t>）</a:t>
            </a:r>
            <a:r>
              <a:rPr lang="ja-JP" altLang="en-US" dirty="0">
                <a:latin typeface="BIZ UDPGothic"/>
                <a:ea typeface="BIZ UDPGothic"/>
              </a:rPr>
              <a:t>・</a:t>
            </a:r>
            <a:r>
              <a:rPr dirty="0" err="1">
                <a:latin typeface="BIZ UDPGothic"/>
                <a:ea typeface="BIZ UDPGothic"/>
              </a:rPr>
              <a:t>Language（理解する</a:t>
            </a:r>
            <a:r>
              <a:rPr dirty="0">
                <a:latin typeface="BIZ UDPGothic"/>
                <a:ea typeface="BIZ UDPGothic"/>
              </a:rPr>
              <a:t>）・Action（動く）を1つ</a:t>
            </a:r>
            <a:r>
              <a:rPr lang="ja-JP" altLang="en-US" dirty="0">
                <a:latin typeface="BIZ UDPGothic"/>
                <a:ea typeface="BIZ UDPGothic"/>
              </a:rPr>
              <a:t>に合体した</a:t>
            </a:r>
            <a:r>
              <a:rPr lang="en-US" altLang="ja-JP" dirty="0">
                <a:latin typeface="BIZ UDPGothic"/>
                <a:ea typeface="BIZ UDPGothic"/>
              </a:rPr>
              <a:t>AI</a:t>
            </a:r>
            <a:r>
              <a:rPr lang="ja-JP" altLang="en-US" dirty="0">
                <a:latin typeface="BIZ UDPGothic"/>
                <a:ea typeface="BIZ UDPGothic"/>
              </a:rPr>
              <a:t>モデルが出てきました。</a:t>
            </a:r>
            <a:endParaRPr lang="ja-JP" altLang="en-US" dirty="0"/>
          </a:p>
        </p:txBody>
      </p:sp>
      <p:sp>
        <p:nvSpPr>
          <p:cNvPr id="9" name="Rounded Rectangle 8">
            <a:extLst>
              <a:ext uri="{FF2B5EF4-FFF2-40B4-BE49-F238E27FC236}">
                <a16:creationId xmlns:a16="http://schemas.microsoft.com/office/drawing/2014/main" id="{E91EE71A-C609-C261-8248-75DE0DA6888A}"/>
              </a:ext>
            </a:extLst>
          </p:cNvPr>
          <p:cNvSpPr/>
          <p:nvPr/>
        </p:nvSpPr>
        <p:spPr>
          <a:xfrm>
            <a:off x="831865" y="1739536"/>
            <a:ext cx="2683764" cy="1283064"/>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621792" bIns="73152" rtlCol="0" anchor="t"/>
          <a:lstStyle/>
          <a:p>
            <a:pPr algn="ctr">
              <a:spcAft>
                <a:spcPts val="500"/>
              </a:spcAft>
            </a:pPr>
            <a:r>
              <a:rPr lang="en-US" sz="1600" b="1" dirty="0">
                <a:solidFill>
                  <a:schemeClr val="tx1"/>
                </a:solidFill>
                <a:latin typeface="BIZ UDPGothic"/>
                <a:ea typeface="BIZ UDPGothic"/>
              </a:rPr>
              <a:t>Vision</a:t>
            </a:r>
            <a:endParaRPr sz="1600" b="1" dirty="0">
              <a:solidFill>
                <a:schemeClr val="tx1"/>
              </a:solidFill>
              <a:latin typeface="BIZ UDPGothic"/>
              <a:ea typeface="BIZ UDPGothic"/>
            </a:endParaRPr>
          </a:p>
          <a:p>
            <a:pPr algn="ctr">
              <a:spcAft>
                <a:spcPts val="400"/>
              </a:spcAft>
            </a:pPr>
            <a:r>
              <a:rPr sz="1250" b="1" dirty="0" err="1">
                <a:solidFill>
                  <a:srgbClr val="00219B"/>
                </a:solidFill>
                <a:latin typeface="BIZ UDPGothic"/>
                <a:ea typeface="BIZ UDPGothic"/>
              </a:rPr>
              <a:t>カメラ映像・センサー情報</a:t>
            </a:r>
            <a:endParaRPr sz="1250" b="1" dirty="0">
              <a:solidFill>
                <a:srgbClr val="00219B"/>
              </a:solidFill>
              <a:latin typeface="BIZ UDPGothic"/>
              <a:ea typeface="BIZ UDPGothic"/>
            </a:endParaRPr>
          </a:p>
        </p:txBody>
      </p:sp>
      <p:pic>
        <p:nvPicPr>
          <p:cNvPr id="10" name="Picture 9" descr="camera_primary.png">
            <a:extLst>
              <a:ext uri="{FF2B5EF4-FFF2-40B4-BE49-F238E27FC236}">
                <a16:creationId xmlns:a16="http://schemas.microsoft.com/office/drawing/2014/main" id="{2E755208-E7E4-C40A-8E97-A4D15CB55EAA}"/>
              </a:ext>
            </a:extLst>
          </p:cNvPr>
          <p:cNvPicPr>
            <a:picLocks noChangeAspect="1"/>
          </p:cNvPicPr>
          <p:nvPr/>
        </p:nvPicPr>
        <p:blipFill>
          <a:blip r:embed="rId4"/>
          <a:stretch>
            <a:fillRect/>
          </a:stretch>
        </p:blipFill>
        <p:spPr>
          <a:xfrm>
            <a:off x="2884327" y="1821466"/>
            <a:ext cx="531083" cy="531083"/>
          </a:xfrm>
          <a:prstGeom prst="rect">
            <a:avLst/>
          </a:prstGeom>
        </p:spPr>
      </p:pic>
      <p:sp>
        <p:nvSpPr>
          <p:cNvPr id="12" name="Rounded Rectangle 11">
            <a:extLst>
              <a:ext uri="{FF2B5EF4-FFF2-40B4-BE49-F238E27FC236}">
                <a16:creationId xmlns:a16="http://schemas.microsoft.com/office/drawing/2014/main" id="{DB1A4CFD-0C88-A656-99AD-A6F7D14755A0}"/>
              </a:ext>
            </a:extLst>
          </p:cNvPr>
          <p:cNvSpPr/>
          <p:nvPr/>
        </p:nvSpPr>
        <p:spPr>
          <a:xfrm>
            <a:off x="4085708" y="1830314"/>
            <a:ext cx="2921857" cy="1192286"/>
          </a:xfrm>
          <a:prstGeom prst="roundRect">
            <a:avLst>
              <a:gd name="adj" fmla="val 8000"/>
            </a:avLst>
          </a:prstGeom>
          <a:solidFill>
            <a:schemeClr val="bg1"/>
          </a:soli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19456" tIns="73152" rIns="219456" bIns="73152" rtlCol="0" anchor="ctr"/>
          <a:lstStyle/>
          <a:p>
            <a:pPr algn="ctr">
              <a:spcAft>
                <a:spcPts val="600"/>
              </a:spcAft>
            </a:pPr>
            <a:endParaRPr lang="en-US" sz="1700" b="1" dirty="0">
              <a:solidFill>
                <a:schemeClr val="tx1"/>
              </a:solidFill>
              <a:latin typeface="BIZ UDPGothic"/>
              <a:ea typeface="BIZ UDPGothic"/>
            </a:endParaRPr>
          </a:p>
          <a:p>
            <a:pPr algn="ctr">
              <a:spcAft>
                <a:spcPts val="600"/>
              </a:spcAft>
            </a:pPr>
            <a:endParaRPr lang="ja-JP" altLang="en-US" sz="1700" b="1" dirty="0">
              <a:solidFill>
                <a:schemeClr val="tx1"/>
              </a:solidFill>
              <a:latin typeface="BIZ UDPGothic"/>
              <a:ea typeface="BIZ UDPGothic"/>
            </a:endParaRPr>
          </a:p>
          <a:p>
            <a:pPr algn="ctr">
              <a:spcAft>
                <a:spcPts val="600"/>
              </a:spcAft>
            </a:pPr>
            <a:r>
              <a:rPr lang="en-US" altLang="ja-JP" sz="1700" b="1" dirty="0">
                <a:solidFill>
                  <a:schemeClr val="tx1"/>
                </a:solidFill>
                <a:latin typeface="BIZ UDPGothic"/>
                <a:ea typeface="BIZ UDPGothic"/>
              </a:rPr>
              <a:t>Language</a:t>
            </a:r>
            <a:endParaRPr lang="ja-JP" altLang="en-US" sz="1700" b="1" dirty="0">
              <a:solidFill>
                <a:schemeClr val="tx1"/>
              </a:solidFill>
              <a:latin typeface="BIZ UDPGothic"/>
              <a:ea typeface="BIZ UDPGothic"/>
            </a:endParaRPr>
          </a:p>
          <a:p>
            <a:pPr algn="ctr">
              <a:lnSpc>
                <a:spcPct val="125000"/>
              </a:lnSpc>
              <a:spcAft>
                <a:spcPts val="600"/>
              </a:spcAft>
            </a:pPr>
            <a:r>
              <a:rPr lang="en-US" altLang="ja-JP" sz="1250" b="1" dirty="0">
                <a:solidFill>
                  <a:srgbClr val="00219B"/>
                </a:solidFill>
                <a:latin typeface="BIZ UDPGothic"/>
                <a:ea typeface="BIZ UDPGothic"/>
              </a:rPr>
              <a:t>LLM</a:t>
            </a:r>
            <a:r>
              <a:rPr lang="ja-JP" altLang="en-US" sz="1250" b="1" dirty="0">
                <a:solidFill>
                  <a:srgbClr val="00219B"/>
                </a:solidFill>
                <a:latin typeface="BIZ UDPGothic"/>
                <a:ea typeface="BIZ UDPGothic"/>
              </a:rPr>
              <a:t>由来の知識・推論力を土台に、</a:t>
            </a:r>
          </a:p>
          <a:p>
            <a:pPr algn="ctr">
              <a:lnSpc>
                <a:spcPct val="125000"/>
              </a:lnSpc>
              <a:spcAft>
                <a:spcPts val="600"/>
              </a:spcAft>
            </a:pPr>
            <a:r>
              <a:rPr sz="1250" b="1" dirty="0" err="1">
                <a:solidFill>
                  <a:srgbClr val="00219B"/>
                </a:solidFill>
                <a:latin typeface="BIZ UDPGothic"/>
                <a:ea typeface="BIZ UDPGothic"/>
              </a:rPr>
              <a:t>状況を理解して動作計画を立てる</a:t>
            </a:r>
            <a:endParaRPr lang="en-US" sz="1250" b="1" dirty="0">
              <a:solidFill>
                <a:srgbClr val="00219B"/>
              </a:solidFill>
              <a:latin typeface="BIZ UDPGothic"/>
              <a:ea typeface="BIZ UDPGothic"/>
            </a:endParaRPr>
          </a:p>
          <a:p>
            <a:pPr algn="ctr">
              <a:lnSpc>
                <a:spcPct val="125000"/>
              </a:lnSpc>
              <a:spcAft>
                <a:spcPts val="600"/>
              </a:spcAft>
            </a:pPr>
            <a:endParaRPr lang="en-US" sz="1200" b="0" dirty="0">
              <a:solidFill>
                <a:schemeClr val="tx1"/>
              </a:solidFill>
              <a:latin typeface="BIZ UDPGothic"/>
              <a:ea typeface="BIZ UDPGothic"/>
            </a:endParaRPr>
          </a:p>
          <a:p>
            <a:pPr algn="ctr">
              <a:lnSpc>
                <a:spcPct val="125000"/>
              </a:lnSpc>
              <a:spcAft>
                <a:spcPts val="600"/>
              </a:spcAft>
            </a:pPr>
            <a:endParaRPr lang="en-US" sz="1200" dirty="0">
              <a:solidFill>
                <a:schemeClr val="tx1"/>
              </a:solidFill>
              <a:latin typeface="BIZ UDPGothic"/>
              <a:ea typeface="BIZ UDPGothic"/>
            </a:endParaRPr>
          </a:p>
          <a:p>
            <a:pPr algn="ctr">
              <a:lnSpc>
                <a:spcPct val="125000"/>
              </a:lnSpc>
              <a:spcAft>
                <a:spcPts val="600"/>
              </a:spcAft>
            </a:pPr>
            <a:endParaRPr sz="1200" b="0" dirty="0">
              <a:solidFill>
                <a:schemeClr val="tx1"/>
              </a:solidFill>
              <a:latin typeface="BIZ UDPGothic"/>
              <a:ea typeface="BIZ UDPGothic"/>
            </a:endParaRPr>
          </a:p>
        </p:txBody>
      </p:sp>
      <p:pic>
        <p:nvPicPr>
          <p:cNvPr id="13" name="Picture 12" descr="brain.png">
            <a:extLst>
              <a:ext uri="{FF2B5EF4-FFF2-40B4-BE49-F238E27FC236}">
                <a16:creationId xmlns:a16="http://schemas.microsoft.com/office/drawing/2014/main" id="{7C8DFA9C-8E0B-9346-4AFF-8327EAFE236A}"/>
              </a:ext>
            </a:extLst>
          </p:cNvPr>
          <p:cNvPicPr>
            <a:picLocks noChangeAspect="1"/>
          </p:cNvPicPr>
          <p:nvPr/>
        </p:nvPicPr>
        <p:blipFill>
          <a:blip r:embed="rId5"/>
          <a:stretch>
            <a:fillRect/>
          </a:stretch>
        </p:blipFill>
        <p:spPr>
          <a:xfrm>
            <a:off x="6404551" y="1761039"/>
            <a:ext cx="475488" cy="475488"/>
          </a:xfrm>
          <a:prstGeom prst="rect">
            <a:avLst/>
          </a:prstGeom>
          <a:solidFill>
            <a:schemeClr val="accent1">
              <a:lumMod val="60000"/>
              <a:lumOff val="40000"/>
            </a:schemeClr>
          </a:solidFill>
        </p:spPr>
      </p:pic>
      <p:sp>
        <p:nvSpPr>
          <p:cNvPr id="15" name="Rounded Rectangle 14">
            <a:extLst>
              <a:ext uri="{FF2B5EF4-FFF2-40B4-BE49-F238E27FC236}">
                <a16:creationId xmlns:a16="http://schemas.microsoft.com/office/drawing/2014/main" id="{1CDE984D-B209-E040-6E37-782C08FF93ED}"/>
              </a:ext>
            </a:extLst>
          </p:cNvPr>
          <p:cNvSpPr/>
          <p:nvPr/>
        </p:nvSpPr>
        <p:spPr>
          <a:xfrm>
            <a:off x="7961524" y="1739537"/>
            <a:ext cx="2921857" cy="1283063"/>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621792" bIns="73152" rtlCol="0" anchor="t"/>
          <a:lstStyle/>
          <a:p>
            <a:pPr algn="ctr">
              <a:spcAft>
                <a:spcPts val="500"/>
              </a:spcAft>
            </a:pPr>
            <a:r>
              <a:rPr lang="en-US" altLang="ja-JP" sz="1600" b="1" dirty="0">
                <a:solidFill>
                  <a:schemeClr val="tx1"/>
                </a:solidFill>
                <a:latin typeface="BIZ UDPGothic"/>
                <a:ea typeface="BIZ UDPGothic"/>
              </a:rPr>
              <a:t>Action</a:t>
            </a:r>
            <a:endParaRPr sz="1600" b="1" dirty="0">
              <a:solidFill>
                <a:schemeClr val="tx1"/>
              </a:solidFill>
              <a:latin typeface="BIZ UDPGothic"/>
              <a:ea typeface="BIZ UDPGothic"/>
            </a:endParaRPr>
          </a:p>
          <a:p>
            <a:pPr algn="ctr">
              <a:spcAft>
                <a:spcPts val="800"/>
              </a:spcAft>
            </a:pPr>
            <a:r>
              <a:rPr sz="1250" b="1" dirty="0" err="1">
                <a:solidFill>
                  <a:srgbClr val="00219B"/>
                </a:solidFill>
                <a:latin typeface="BIZ UDPGothic"/>
                <a:ea typeface="BIZ UDPGothic"/>
              </a:rPr>
              <a:t>関節・モーターへの動作指令</a:t>
            </a:r>
            <a:endParaRPr sz="1250" b="1" dirty="0">
              <a:solidFill>
                <a:srgbClr val="00219B"/>
              </a:solidFill>
              <a:latin typeface="BIZ UDPGothic"/>
              <a:ea typeface="BIZ UDPGothic"/>
            </a:endParaRPr>
          </a:p>
        </p:txBody>
      </p:sp>
      <p:pic>
        <p:nvPicPr>
          <p:cNvPr id="16" name="Picture 15" descr="arm_primary.png">
            <a:extLst>
              <a:ext uri="{FF2B5EF4-FFF2-40B4-BE49-F238E27FC236}">
                <a16:creationId xmlns:a16="http://schemas.microsoft.com/office/drawing/2014/main" id="{3E0452CD-1851-A3BC-199B-1A56C26C1B41}"/>
              </a:ext>
            </a:extLst>
          </p:cNvPr>
          <p:cNvPicPr>
            <a:picLocks noChangeAspect="1"/>
          </p:cNvPicPr>
          <p:nvPr/>
        </p:nvPicPr>
        <p:blipFill>
          <a:blip r:embed="rId6"/>
          <a:stretch>
            <a:fillRect/>
          </a:stretch>
        </p:blipFill>
        <p:spPr>
          <a:xfrm>
            <a:off x="10211462" y="1821466"/>
            <a:ext cx="531083" cy="531083"/>
          </a:xfrm>
          <a:prstGeom prst="rect">
            <a:avLst/>
          </a:prstGeom>
        </p:spPr>
      </p:pic>
      <p:sp>
        <p:nvSpPr>
          <p:cNvPr id="24" name="Rounded Rectangle 11">
            <a:extLst>
              <a:ext uri="{FF2B5EF4-FFF2-40B4-BE49-F238E27FC236}">
                <a16:creationId xmlns:a16="http://schemas.microsoft.com/office/drawing/2014/main" id="{3421A5BB-FDF1-D79B-DA5C-A081F2025FA4}"/>
              </a:ext>
            </a:extLst>
          </p:cNvPr>
          <p:cNvSpPr/>
          <p:nvPr/>
        </p:nvSpPr>
        <p:spPr>
          <a:xfrm>
            <a:off x="5552098" y="4448617"/>
            <a:ext cx="3808475" cy="1609706"/>
          </a:xfrm>
          <a:prstGeom prst="roundRect">
            <a:avLst>
              <a:gd name="adj" fmla="val 8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19456" tIns="73152" rIns="219456" bIns="73152" rtlCol="0" anchor="ctr"/>
          <a:lstStyle/>
          <a:p>
            <a:pPr algn="ctr">
              <a:spcAft>
                <a:spcPts val="600"/>
              </a:spcAft>
            </a:pPr>
            <a:r>
              <a:rPr lang="en-US" altLang="ja-JP" sz="1700" b="1" dirty="0">
                <a:solidFill>
                  <a:srgbClr val="FFFFFF"/>
                </a:solidFill>
                <a:latin typeface="BIZ UDPGothic"/>
                <a:ea typeface="BIZ UDPGothic"/>
              </a:rPr>
              <a:t>VLA</a:t>
            </a:r>
            <a:r>
              <a:rPr lang="ja-JP" altLang="en-US" sz="1700" b="1" dirty="0">
                <a:solidFill>
                  <a:srgbClr val="FFFFFF"/>
                </a:solidFill>
                <a:latin typeface="BIZ UDPGothic"/>
                <a:ea typeface="BIZ UDPGothic"/>
              </a:rPr>
              <a:t>モデル</a:t>
            </a:r>
            <a:endParaRPr lang="en-US" altLang="ja-JP" sz="1700" b="1" dirty="0">
              <a:solidFill>
                <a:srgbClr val="FFFFFF"/>
              </a:solidFill>
              <a:latin typeface="BIZ UDPGothic"/>
              <a:ea typeface="BIZ UDPGothic"/>
            </a:endParaRPr>
          </a:p>
          <a:p>
            <a:pPr algn="ctr">
              <a:spcAft>
                <a:spcPts val="600"/>
              </a:spcAft>
            </a:pPr>
            <a:r>
              <a:rPr lang="ja-JP" altLang="en-US" sz="1700" b="1" dirty="0">
                <a:solidFill>
                  <a:srgbClr val="FFFFFF"/>
                </a:solidFill>
                <a:latin typeface="BIZ UDPGothic"/>
                <a:ea typeface="BIZ UDPGothic"/>
              </a:rPr>
              <a:t>（</a:t>
            </a:r>
            <a:r>
              <a:rPr lang="en-US" altLang="ja-JP" sz="1700" b="1" dirty="0">
                <a:solidFill>
                  <a:srgbClr val="FFFFFF"/>
                </a:solidFill>
                <a:latin typeface="BIZ UDPGothic"/>
                <a:ea typeface="BIZ UDPGothic"/>
              </a:rPr>
              <a:t>Vision Language Action)</a:t>
            </a:r>
          </a:p>
          <a:p>
            <a:pPr algn="ctr">
              <a:spcAft>
                <a:spcPts val="600"/>
              </a:spcAft>
            </a:pPr>
            <a:endParaRPr lang="en-US" altLang="ja-JP" sz="1700" b="1" dirty="0">
              <a:solidFill>
                <a:srgbClr val="FFFFFF"/>
              </a:solidFill>
              <a:latin typeface="BIZ UDPGothic"/>
              <a:ea typeface="BIZ UDPGothic"/>
            </a:endParaRPr>
          </a:p>
          <a:p>
            <a:pPr algn="ctr">
              <a:spcAft>
                <a:spcPts val="600"/>
              </a:spcAft>
            </a:pPr>
            <a:endParaRPr sz="1200" b="0" dirty="0">
              <a:solidFill>
                <a:srgbClr val="EDF4F9"/>
              </a:solidFill>
              <a:latin typeface="BIZ UDPGothic"/>
              <a:ea typeface="BIZ UDPGothic"/>
            </a:endParaRPr>
          </a:p>
        </p:txBody>
      </p:sp>
      <p:pic>
        <p:nvPicPr>
          <p:cNvPr id="26" name="Picture 9" descr="camera_primary.png">
            <a:extLst>
              <a:ext uri="{FF2B5EF4-FFF2-40B4-BE49-F238E27FC236}">
                <a16:creationId xmlns:a16="http://schemas.microsoft.com/office/drawing/2014/main" id="{BE2C5A16-8EAA-1344-A019-BF788EBA0C29}"/>
              </a:ext>
            </a:extLst>
          </p:cNvPr>
          <p:cNvPicPr>
            <a:picLocks noChangeAspect="1"/>
          </p:cNvPicPr>
          <p:nvPr/>
        </p:nvPicPr>
        <p:blipFill>
          <a:blip r:embed="rId4"/>
          <a:stretch>
            <a:fillRect/>
          </a:stretch>
        </p:blipFill>
        <p:spPr>
          <a:xfrm>
            <a:off x="6416834" y="5410119"/>
            <a:ext cx="531083" cy="531083"/>
          </a:xfrm>
          <a:prstGeom prst="rect">
            <a:avLst/>
          </a:prstGeom>
        </p:spPr>
      </p:pic>
      <p:pic>
        <p:nvPicPr>
          <p:cNvPr id="28" name="Picture 12" descr="brain.png">
            <a:extLst>
              <a:ext uri="{FF2B5EF4-FFF2-40B4-BE49-F238E27FC236}">
                <a16:creationId xmlns:a16="http://schemas.microsoft.com/office/drawing/2014/main" id="{49B83629-A6B0-DD99-738D-CF2803A89F9C}"/>
              </a:ext>
            </a:extLst>
          </p:cNvPr>
          <p:cNvPicPr>
            <a:picLocks noChangeAspect="1"/>
          </p:cNvPicPr>
          <p:nvPr/>
        </p:nvPicPr>
        <p:blipFill>
          <a:blip r:embed="rId5"/>
          <a:stretch>
            <a:fillRect/>
          </a:stretch>
        </p:blipFill>
        <p:spPr>
          <a:xfrm>
            <a:off x="7131258" y="5428914"/>
            <a:ext cx="475488" cy="475488"/>
          </a:xfrm>
          <a:prstGeom prst="rect">
            <a:avLst/>
          </a:prstGeom>
          <a:solidFill>
            <a:schemeClr val="accent1">
              <a:lumMod val="60000"/>
              <a:lumOff val="40000"/>
            </a:schemeClr>
          </a:solidFill>
        </p:spPr>
      </p:pic>
      <p:pic>
        <p:nvPicPr>
          <p:cNvPr id="30" name="Picture 15" descr="arm_primary.png">
            <a:extLst>
              <a:ext uri="{FF2B5EF4-FFF2-40B4-BE49-F238E27FC236}">
                <a16:creationId xmlns:a16="http://schemas.microsoft.com/office/drawing/2014/main" id="{2D5D4591-14B3-64A8-FD3C-580E11C97C08}"/>
              </a:ext>
            </a:extLst>
          </p:cNvPr>
          <p:cNvPicPr>
            <a:picLocks noChangeAspect="1"/>
          </p:cNvPicPr>
          <p:nvPr/>
        </p:nvPicPr>
        <p:blipFill>
          <a:blip r:embed="rId6"/>
          <a:stretch>
            <a:fillRect/>
          </a:stretch>
        </p:blipFill>
        <p:spPr>
          <a:xfrm>
            <a:off x="7883670" y="5428914"/>
            <a:ext cx="531083" cy="531083"/>
          </a:xfrm>
          <a:prstGeom prst="rect">
            <a:avLst/>
          </a:prstGeom>
        </p:spPr>
      </p:pic>
      <p:sp>
        <p:nvSpPr>
          <p:cNvPr id="42" name="四角形: 角を丸くする 41">
            <a:extLst>
              <a:ext uri="{FF2B5EF4-FFF2-40B4-BE49-F238E27FC236}">
                <a16:creationId xmlns:a16="http://schemas.microsoft.com/office/drawing/2014/main" id="{69F8AF0E-6724-6EEC-A889-24705C62FD17}"/>
              </a:ext>
            </a:extLst>
          </p:cNvPr>
          <p:cNvSpPr/>
          <p:nvPr/>
        </p:nvSpPr>
        <p:spPr>
          <a:xfrm>
            <a:off x="0" y="14552"/>
            <a:ext cx="2404533" cy="324208"/>
          </a:xfrm>
          <a:prstGeom prst="round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①頭脳</a:t>
            </a:r>
          </a:p>
        </p:txBody>
      </p:sp>
      <p:sp>
        <p:nvSpPr>
          <p:cNvPr id="2" name="テキスト ボックス 1">
            <a:extLst>
              <a:ext uri="{FF2B5EF4-FFF2-40B4-BE49-F238E27FC236}">
                <a16:creationId xmlns:a16="http://schemas.microsoft.com/office/drawing/2014/main" id="{F14418B5-777A-B09B-C64D-97560BB03AB3}"/>
              </a:ext>
            </a:extLst>
          </p:cNvPr>
          <p:cNvSpPr txBox="1"/>
          <p:nvPr/>
        </p:nvSpPr>
        <p:spPr>
          <a:xfrm>
            <a:off x="3630672" y="2027125"/>
            <a:ext cx="310429" cy="707886"/>
          </a:xfrm>
          <a:prstGeom prst="rect">
            <a:avLst/>
          </a:prstGeom>
          <a:noFill/>
        </p:spPr>
        <p:txBody>
          <a:bodyPr wrap="square" rtlCol="0">
            <a:spAutoFit/>
          </a:bodyPr>
          <a:lstStyle/>
          <a:p>
            <a:pPr algn="ctr"/>
            <a:r>
              <a:rPr kumimoji="1" lang="en-US" altLang="ja-JP" sz="4000" b="1" dirty="0">
                <a:solidFill>
                  <a:schemeClr val="accent1">
                    <a:lumMod val="60000"/>
                    <a:lumOff val="40000"/>
                  </a:schemeClr>
                </a:solidFill>
                <a:latin typeface="BIZ UDPゴシック" panose="020B0400000000000000" pitchFamily="50" charset="-128"/>
                <a:ea typeface="BIZ UDPゴシック" panose="020B0400000000000000" pitchFamily="50" charset="-128"/>
              </a:rPr>
              <a:t>+</a:t>
            </a:r>
            <a:endParaRPr kumimoji="1" lang="ja-JP" altLang="en-US" sz="4000" b="1" dirty="0">
              <a:solidFill>
                <a:schemeClr val="accent1">
                  <a:lumMod val="60000"/>
                  <a:lumOff val="40000"/>
                </a:schemeClr>
              </a:solidFill>
              <a:latin typeface="BIZ UDPゴシック" panose="020B0400000000000000" pitchFamily="50" charset="-128"/>
              <a:ea typeface="BIZ UDPゴシック" panose="020B0400000000000000" pitchFamily="50" charset="-128"/>
            </a:endParaRPr>
          </a:p>
        </p:txBody>
      </p:sp>
      <p:sp>
        <p:nvSpPr>
          <p:cNvPr id="4" name="Chevron 10">
            <a:extLst>
              <a:ext uri="{FF2B5EF4-FFF2-40B4-BE49-F238E27FC236}">
                <a16:creationId xmlns:a16="http://schemas.microsoft.com/office/drawing/2014/main" id="{C9B6BBA2-8513-39CE-69EA-9A17272DFEE6}"/>
              </a:ext>
            </a:extLst>
          </p:cNvPr>
          <p:cNvSpPr/>
          <p:nvPr/>
        </p:nvSpPr>
        <p:spPr>
          <a:xfrm>
            <a:off x="7304969" y="2236527"/>
            <a:ext cx="515719" cy="457200"/>
          </a:xfrm>
          <a:prstGeom prst="chevron">
            <a:avLst>
              <a:gd name="adj" fmla="val 80000"/>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3" name="正方形/長方形 2">
            <a:extLst>
              <a:ext uri="{FF2B5EF4-FFF2-40B4-BE49-F238E27FC236}">
                <a16:creationId xmlns:a16="http://schemas.microsoft.com/office/drawing/2014/main" id="{B16BAE89-307C-A153-D04B-5284A76AE417}"/>
              </a:ext>
            </a:extLst>
          </p:cNvPr>
          <p:cNvSpPr/>
          <p:nvPr/>
        </p:nvSpPr>
        <p:spPr>
          <a:xfrm>
            <a:off x="9422452" y="14552"/>
            <a:ext cx="3889612" cy="1136863"/>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BIZ UDPゴシック" panose="020B0400000000000000" pitchFamily="50" charset="-128"/>
                <a:ea typeface="BIZ UDPゴシック" panose="020B0400000000000000" pitchFamily="50" charset="-128"/>
              </a:rPr>
              <a:t>更新版スライド</a:t>
            </a:r>
          </a:p>
        </p:txBody>
      </p:sp>
    </p:spTree>
    <p:extLst>
      <p:ext uri="{BB962C8B-B14F-4D97-AF65-F5344CB8AC3E}">
        <p14:creationId xmlns:p14="http://schemas.microsoft.com/office/powerpoint/2010/main" val="93559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B3348-351C-6F6B-C2BA-CAB19AC19C35}"/>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373EADC1-B017-0E26-CE55-35F6D303F4AC}"/>
              </a:ext>
            </a:extLst>
          </p:cNvPr>
          <p:cNvSpPr>
            <a:spLocks noGrp="1"/>
          </p:cNvSpPr>
          <p:nvPr>
            <p:ph type="title"/>
          </p:nvPr>
        </p:nvSpPr>
        <p:spPr/>
        <p:txBody>
          <a:bodyPr/>
          <a:lstStyle/>
          <a:p>
            <a:r>
              <a:rPr dirty="0" err="1">
                <a:latin typeface="BIZ UDPGothic"/>
                <a:ea typeface="BIZ UDPGothic"/>
              </a:rPr>
              <a:t>どうやって学習</a:t>
            </a:r>
            <a:r>
              <a:rPr lang="ja-JP" altLang="en-US" dirty="0">
                <a:latin typeface="BIZ UDPGothic"/>
                <a:ea typeface="BIZ UDPGothic"/>
              </a:rPr>
              <a:t>させる</a:t>
            </a:r>
            <a:r>
              <a:rPr dirty="0" err="1">
                <a:latin typeface="BIZ UDPGothic"/>
                <a:ea typeface="BIZ UDPGothic"/>
              </a:rPr>
              <a:t>のか</a:t>
            </a:r>
            <a:r>
              <a:rPr dirty="0">
                <a:latin typeface="BIZ UDPGothic"/>
                <a:ea typeface="BIZ UDPGothic"/>
              </a:rPr>
              <a:t> </a:t>
            </a:r>
            <a:r>
              <a:rPr lang="ja-JP" altLang="en-US" dirty="0">
                <a:latin typeface="BIZ UDPGothic"/>
                <a:ea typeface="BIZ UDPGothic"/>
              </a:rPr>
              <a:t>～　訓練場で</a:t>
            </a:r>
            <a:r>
              <a:rPr dirty="0" err="1">
                <a:latin typeface="BIZ UDPGothic"/>
                <a:ea typeface="BIZ UDPGothic"/>
              </a:rPr>
              <a:t>シミュレーション</a:t>
            </a:r>
            <a:endParaRPr lang="ja-JP" altLang="en-US" dirty="0"/>
          </a:p>
        </p:txBody>
      </p:sp>
      <p:sp>
        <p:nvSpPr>
          <p:cNvPr id="8" name="コンテンツ プレースホルダー 7">
            <a:extLst>
              <a:ext uri="{FF2B5EF4-FFF2-40B4-BE49-F238E27FC236}">
                <a16:creationId xmlns:a16="http://schemas.microsoft.com/office/drawing/2014/main" id="{BD8F1092-B6B6-9AAA-ED6E-2AF3D7CC9F4B}"/>
              </a:ext>
            </a:extLst>
          </p:cNvPr>
          <p:cNvSpPr>
            <a:spLocks noGrp="1"/>
          </p:cNvSpPr>
          <p:nvPr>
            <p:ph idx="11"/>
          </p:nvPr>
        </p:nvSpPr>
        <p:spPr>
          <a:xfrm>
            <a:off x="460431" y="1189721"/>
            <a:ext cx="11184282" cy="485437"/>
          </a:xfrm>
        </p:spPr>
        <p:txBody>
          <a:bodyPr/>
          <a:lstStyle/>
          <a:p>
            <a:r>
              <a:rPr dirty="0" err="1">
                <a:latin typeface="BIZ UDPGothic"/>
                <a:ea typeface="BIZ UDPGothic"/>
              </a:rPr>
              <a:t>現実での試行錯誤は遅くて危険。だから仮想世界で学び、現実へ転移する</a:t>
            </a:r>
            <a:endParaRPr lang="ja-JP" altLang="en-US" dirty="0"/>
          </a:p>
        </p:txBody>
      </p:sp>
      <p:sp>
        <p:nvSpPr>
          <p:cNvPr id="9" name="Rounded Rectangle 8">
            <a:extLst>
              <a:ext uri="{FF2B5EF4-FFF2-40B4-BE49-F238E27FC236}">
                <a16:creationId xmlns:a16="http://schemas.microsoft.com/office/drawing/2014/main" id="{4FEE9BCB-E5B3-4E4C-50A1-5B399DC0DD67}"/>
              </a:ext>
            </a:extLst>
          </p:cNvPr>
          <p:cNvSpPr/>
          <p:nvPr/>
        </p:nvSpPr>
        <p:spPr>
          <a:xfrm>
            <a:off x="237737" y="2121746"/>
            <a:ext cx="3616319" cy="3278777"/>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182880" bIns="73152" rtlCol="0" anchor="t"/>
          <a:lstStyle/>
          <a:p>
            <a:pPr algn="ctr">
              <a:spcAft>
                <a:spcPts val="300"/>
              </a:spcAft>
            </a:pPr>
            <a:r>
              <a:rPr sz="1200" b="1" dirty="0">
                <a:solidFill>
                  <a:srgbClr val="2A65F5"/>
                </a:solidFill>
                <a:latin typeface="BIZ UDPGothic"/>
                <a:ea typeface="BIZ UDPGothic"/>
              </a:rPr>
              <a:t>STEP 1</a:t>
            </a:r>
          </a:p>
          <a:p>
            <a:pPr algn="ctr">
              <a:spcAft>
                <a:spcPts val="700"/>
              </a:spcAft>
            </a:pPr>
            <a:r>
              <a:rPr sz="1600" b="1" dirty="0" err="1">
                <a:solidFill>
                  <a:srgbClr val="00219B"/>
                </a:solidFill>
                <a:latin typeface="BIZ UDPGothic"/>
                <a:ea typeface="BIZ UDPGothic"/>
              </a:rPr>
              <a:t>現場をデジタルツイン化</a:t>
            </a:r>
            <a:endParaRPr sz="1600" b="1" dirty="0">
              <a:solidFill>
                <a:srgbClr val="00219B"/>
              </a:solidFill>
              <a:latin typeface="BIZ UDPGothic"/>
              <a:ea typeface="BIZ UDPGothic"/>
            </a:endParaRPr>
          </a:p>
          <a:p>
            <a:pPr>
              <a:lnSpc>
                <a:spcPct val="120000"/>
              </a:lnSpc>
            </a:pPr>
            <a:r>
              <a:rPr sz="1400" b="0" dirty="0" err="1">
                <a:solidFill>
                  <a:srgbClr val="191919"/>
                </a:solidFill>
                <a:latin typeface="BIZ UDPGothic"/>
                <a:ea typeface="BIZ UDPGothic"/>
              </a:rPr>
              <a:t>工場・倉庫などの現場を、物理法則ごと仮想空間に忠実に再現する</a:t>
            </a:r>
            <a:endParaRPr sz="1400" b="0" dirty="0">
              <a:solidFill>
                <a:srgbClr val="191919"/>
              </a:solidFill>
              <a:latin typeface="BIZ UDPGothic"/>
              <a:ea typeface="BIZ UDPGothic"/>
            </a:endParaRPr>
          </a:p>
        </p:txBody>
      </p:sp>
      <p:pic>
        <p:nvPicPr>
          <p:cNvPr id="10" name="Picture 9" descr="building_primary.png">
            <a:extLst>
              <a:ext uri="{FF2B5EF4-FFF2-40B4-BE49-F238E27FC236}">
                <a16:creationId xmlns:a16="http://schemas.microsoft.com/office/drawing/2014/main" id="{51F12C38-74BC-8E68-95A0-5306BD97A651}"/>
              </a:ext>
            </a:extLst>
          </p:cNvPr>
          <p:cNvPicPr>
            <a:picLocks noChangeAspect="1"/>
          </p:cNvPicPr>
          <p:nvPr/>
        </p:nvPicPr>
        <p:blipFill>
          <a:blip r:embed="rId3"/>
          <a:stretch>
            <a:fillRect/>
          </a:stretch>
        </p:blipFill>
        <p:spPr>
          <a:xfrm>
            <a:off x="3099444" y="2203677"/>
            <a:ext cx="531083" cy="531083"/>
          </a:xfrm>
          <a:prstGeom prst="rect">
            <a:avLst/>
          </a:prstGeom>
        </p:spPr>
      </p:pic>
      <p:sp>
        <p:nvSpPr>
          <p:cNvPr id="11" name="Chevron 10">
            <a:extLst>
              <a:ext uri="{FF2B5EF4-FFF2-40B4-BE49-F238E27FC236}">
                <a16:creationId xmlns:a16="http://schemas.microsoft.com/office/drawing/2014/main" id="{9FC9FE9B-2BA1-FFA9-B8E0-7A8850ED40E6}"/>
              </a:ext>
            </a:extLst>
          </p:cNvPr>
          <p:cNvSpPr/>
          <p:nvPr/>
        </p:nvSpPr>
        <p:spPr>
          <a:xfrm>
            <a:off x="3995928" y="2898987"/>
            <a:ext cx="237744" cy="457200"/>
          </a:xfrm>
          <a:prstGeom prst="chevron">
            <a:avLst>
              <a:gd name="adj" fmla="val 80000"/>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12" name="Rounded Rectangle 11">
            <a:extLst>
              <a:ext uri="{FF2B5EF4-FFF2-40B4-BE49-F238E27FC236}">
                <a16:creationId xmlns:a16="http://schemas.microsoft.com/office/drawing/2014/main" id="{18BA9AF1-D338-DC2E-DEBD-C0664BE5B05F}"/>
              </a:ext>
            </a:extLst>
          </p:cNvPr>
          <p:cNvSpPr/>
          <p:nvPr/>
        </p:nvSpPr>
        <p:spPr>
          <a:xfrm>
            <a:off x="4306824" y="2121746"/>
            <a:ext cx="3493008" cy="3278777"/>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182880" bIns="73152" rtlCol="0" anchor="t"/>
          <a:lstStyle/>
          <a:p>
            <a:pPr algn="ctr">
              <a:spcAft>
                <a:spcPts val="300"/>
              </a:spcAft>
            </a:pPr>
            <a:r>
              <a:rPr sz="1200" b="1" dirty="0">
                <a:solidFill>
                  <a:srgbClr val="2A65F5"/>
                </a:solidFill>
                <a:latin typeface="BIZ UDPGothic"/>
                <a:ea typeface="BIZ UDPGothic"/>
              </a:rPr>
              <a:t>STEP 2</a:t>
            </a:r>
          </a:p>
          <a:p>
            <a:pPr algn="ctr">
              <a:spcAft>
                <a:spcPts val="700"/>
              </a:spcAft>
            </a:pPr>
            <a:r>
              <a:rPr sz="1600" b="1" dirty="0" err="1">
                <a:solidFill>
                  <a:srgbClr val="00219B"/>
                </a:solidFill>
                <a:latin typeface="BIZ UDPGothic"/>
                <a:ea typeface="BIZ UDPGothic"/>
              </a:rPr>
              <a:t>仮想空間で大量訓練</a:t>
            </a:r>
            <a:endParaRPr sz="1600" b="1" dirty="0">
              <a:solidFill>
                <a:srgbClr val="00219B"/>
              </a:solidFill>
              <a:latin typeface="BIZ UDPGothic"/>
              <a:ea typeface="BIZ UDPGothic"/>
            </a:endParaRPr>
          </a:p>
          <a:p>
            <a:pPr>
              <a:lnSpc>
                <a:spcPct val="120000"/>
              </a:lnSpc>
            </a:pPr>
            <a:r>
              <a:rPr sz="1400" b="0" dirty="0" err="1">
                <a:solidFill>
                  <a:srgbClr val="191919"/>
                </a:solidFill>
                <a:latin typeface="BIZ UDPGothic"/>
                <a:ea typeface="BIZ UDPGothic"/>
              </a:rPr>
              <a:t>数千体のロボットを並列で訓練。実時間の数千倍の速度で試行錯誤を繰り返す</a:t>
            </a:r>
            <a:endParaRPr sz="1400" b="0" dirty="0">
              <a:solidFill>
                <a:srgbClr val="191919"/>
              </a:solidFill>
              <a:latin typeface="BIZ UDPGothic"/>
              <a:ea typeface="BIZ UDPGothic"/>
            </a:endParaRPr>
          </a:p>
        </p:txBody>
      </p:sp>
      <p:pic>
        <p:nvPicPr>
          <p:cNvPr id="13" name="Picture 12" descr="cubes_primary.png">
            <a:extLst>
              <a:ext uri="{FF2B5EF4-FFF2-40B4-BE49-F238E27FC236}">
                <a16:creationId xmlns:a16="http://schemas.microsoft.com/office/drawing/2014/main" id="{15DF2390-29A8-5580-4167-4621FD12A417}"/>
              </a:ext>
            </a:extLst>
          </p:cNvPr>
          <p:cNvPicPr>
            <a:picLocks noChangeAspect="1"/>
          </p:cNvPicPr>
          <p:nvPr/>
        </p:nvPicPr>
        <p:blipFill>
          <a:blip r:embed="rId4"/>
          <a:stretch>
            <a:fillRect/>
          </a:stretch>
        </p:blipFill>
        <p:spPr>
          <a:xfrm>
            <a:off x="7168530" y="2203677"/>
            <a:ext cx="531083" cy="531083"/>
          </a:xfrm>
          <a:prstGeom prst="rect">
            <a:avLst/>
          </a:prstGeom>
        </p:spPr>
      </p:pic>
      <p:sp>
        <p:nvSpPr>
          <p:cNvPr id="14" name="Chevron 13">
            <a:extLst>
              <a:ext uri="{FF2B5EF4-FFF2-40B4-BE49-F238E27FC236}">
                <a16:creationId xmlns:a16="http://schemas.microsoft.com/office/drawing/2014/main" id="{D777B71B-133C-2BF7-07F0-9824ADB6E121}"/>
              </a:ext>
            </a:extLst>
          </p:cNvPr>
          <p:cNvSpPr/>
          <p:nvPr/>
        </p:nvSpPr>
        <p:spPr>
          <a:xfrm>
            <a:off x="7836407" y="2898987"/>
            <a:ext cx="237744" cy="457200"/>
          </a:xfrm>
          <a:prstGeom prst="chevron">
            <a:avLst>
              <a:gd name="adj" fmla="val 80000"/>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15" name="Rounded Rectangle 14">
            <a:extLst>
              <a:ext uri="{FF2B5EF4-FFF2-40B4-BE49-F238E27FC236}">
                <a16:creationId xmlns:a16="http://schemas.microsoft.com/office/drawing/2014/main" id="{7E7EA7B3-85B5-700A-CDF9-289D8EC26845}"/>
              </a:ext>
            </a:extLst>
          </p:cNvPr>
          <p:cNvSpPr/>
          <p:nvPr/>
        </p:nvSpPr>
        <p:spPr>
          <a:xfrm>
            <a:off x="8147303" y="2121747"/>
            <a:ext cx="3821539" cy="3278776"/>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182880" bIns="73152" rtlCol="0" anchor="t"/>
          <a:lstStyle/>
          <a:p>
            <a:pPr algn="ctr">
              <a:spcAft>
                <a:spcPts val="300"/>
              </a:spcAft>
            </a:pPr>
            <a:r>
              <a:rPr sz="1200" b="1" dirty="0">
                <a:solidFill>
                  <a:srgbClr val="2A65F5"/>
                </a:solidFill>
                <a:latin typeface="BIZ UDPGothic"/>
                <a:ea typeface="BIZ UDPGothic"/>
              </a:rPr>
              <a:t>STEP 3</a:t>
            </a:r>
          </a:p>
          <a:p>
            <a:pPr algn="ctr">
              <a:spcAft>
                <a:spcPts val="700"/>
              </a:spcAft>
            </a:pPr>
            <a:r>
              <a:rPr sz="1600" b="1" dirty="0">
                <a:solidFill>
                  <a:srgbClr val="00219B"/>
                </a:solidFill>
                <a:latin typeface="BIZ UDPGothic"/>
                <a:ea typeface="BIZ UDPGothic"/>
              </a:rPr>
              <a:t>実機へ転移（Sim2Real）</a:t>
            </a:r>
          </a:p>
          <a:p>
            <a:pPr>
              <a:lnSpc>
                <a:spcPct val="120000"/>
              </a:lnSpc>
            </a:pPr>
            <a:r>
              <a:rPr sz="1400" b="0" dirty="0" err="1">
                <a:solidFill>
                  <a:srgbClr val="191919"/>
                </a:solidFill>
                <a:latin typeface="BIZ UDPGothic"/>
                <a:ea typeface="BIZ UDPGothic"/>
              </a:rPr>
              <a:t>学習済みモデルを実機に載せ、現実とのわずかなズレを微調整して仕上げる</a:t>
            </a:r>
            <a:endParaRPr sz="1400" b="0" dirty="0">
              <a:solidFill>
                <a:srgbClr val="191919"/>
              </a:solidFill>
              <a:latin typeface="BIZ UDPGothic"/>
              <a:ea typeface="BIZ UDPGothic"/>
            </a:endParaRPr>
          </a:p>
        </p:txBody>
      </p:sp>
      <p:pic>
        <p:nvPicPr>
          <p:cNvPr id="16" name="Picture 15" descr="robot_primary.png">
            <a:extLst>
              <a:ext uri="{FF2B5EF4-FFF2-40B4-BE49-F238E27FC236}">
                <a16:creationId xmlns:a16="http://schemas.microsoft.com/office/drawing/2014/main" id="{A1495781-8949-4EFF-FAE7-825A156CF5FE}"/>
              </a:ext>
            </a:extLst>
          </p:cNvPr>
          <p:cNvPicPr>
            <a:picLocks noChangeAspect="1"/>
          </p:cNvPicPr>
          <p:nvPr/>
        </p:nvPicPr>
        <p:blipFill>
          <a:blip r:embed="rId5"/>
          <a:stretch>
            <a:fillRect/>
          </a:stretch>
        </p:blipFill>
        <p:spPr>
          <a:xfrm>
            <a:off x="11304666" y="2203677"/>
            <a:ext cx="531083" cy="531083"/>
          </a:xfrm>
          <a:prstGeom prst="rect">
            <a:avLst/>
          </a:prstGeom>
        </p:spPr>
      </p:pic>
      <p:pic>
        <p:nvPicPr>
          <p:cNvPr id="3" name="図 2">
            <a:extLst>
              <a:ext uri="{FF2B5EF4-FFF2-40B4-BE49-F238E27FC236}">
                <a16:creationId xmlns:a16="http://schemas.microsoft.com/office/drawing/2014/main" id="{53905CAC-ECF4-B962-6CBA-C41A6A5FB8A5}"/>
              </a:ext>
            </a:extLst>
          </p:cNvPr>
          <p:cNvPicPr>
            <a:picLocks noChangeAspect="1"/>
          </p:cNvPicPr>
          <p:nvPr/>
        </p:nvPicPr>
        <p:blipFill>
          <a:blip r:embed="rId6"/>
          <a:stretch>
            <a:fillRect/>
          </a:stretch>
        </p:blipFill>
        <p:spPr>
          <a:xfrm>
            <a:off x="947358" y="3585747"/>
            <a:ext cx="2215260" cy="1360483"/>
          </a:xfrm>
          <a:prstGeom prst="rect">
            <a:avLst/>
          </a:prstGeom>
        </p:spPr>
      </p:pic>
      <p:pic>
        <p:nvPicPr>
          <p:cNvPr id="5" name="図 4">
            <a:extLst>
              <a:ext uri="{FF2B5EF4-FFF2-40B4-BE49-F238E27FC236}">
                <a16:creationId xmlns:a16="http://schemas.microsoft.com/office/drawing/2014/main" id="{EDB432BA-196A-1A08-3219-84CC37216FD4}"/>
              </a:ext>
            </a:extLst>
          </p:cNvPr>
          <p:cNvPicPr>
            <a:picLocks noChangeAspect="1"/>
          </p:cNvPicPr>
          <p:nvPr/>
        </p:nvPicPr>
        <p:blipFill>
          <a:blip r:embed="rId7"/>
          <a:stretch>
            <a:fillRect/>
          </a:stretch>
        </p:blipFill>
        <p:spPr>
          <a:xfrm>
            <a:off x="4890507" y="3723343"/>
            <a:ext cx="2278023" cy="1284417"/>
          </a:xfrm>
          <a:prstGeom prst="rect">
            <a:avLst/>
          </a:prstGeom>
        </p:spPr>
      </p:pic>
      <p:pic>
        <p:nvPicPr>
          <p:cNvPr id="20" name="図 19">
            <a:extLst>
              <a:ext uri="{FF2B5EF4-FFF2-40B4-BE49-F238E27FC236}">
                <a16:creationId xmlns:a16="http://schemas.microsoft.com/office/drawing/2014/main" id="{CDEA1550-17E7-C16A-C654-59AFF02AA23A}"/>
              </a:ext>
            </a:extLst>
          </p:cNvPr>
          <p:cNvPicPr>
            <a:picLocks noChangeAspect="1"/>
          </p:cNvPicPr>
          <p:nvPr/>
        </p:nvPicPr>
        <p:blipFill>
          <a:blip r:embed="rId8"/>
          <a:stretch>
            <a:fillRect/>
          </a:stretch>
        </p:blipFill>
        <p:spPr>
          <a:xfrm>
            <a:off x="8252598" y="3839249"/>
            <a:ext cx="3654155" cy="1303075"/>
          </a:xfrm>
          <a:prstGeom prst="rect">
            <a:avLst/>
          </a:prstGeom>
        </p:spPr>
      </p:pic>
      <p:sp>
        <p:nvSpPr>
          <p:cNvPr id="21" name="テキスト ボックス 20">
            <a:extLst>
              <a:ext uri="{FF2B5EF4-FFF2-40B4-BE49-F238E27FC236}">
                <a16:creationId xmlns:a16="http://schemas.microsoft.com/office/drawing/2014/main" id="{5AE3E81C-823C-0565-C571-C04F00D74DC9}"/>
              </a:ext>
            </a:extLst>
          </p:cNvPr>
          <p:cNvSpPr txBox="1"/>
          <p:nvPr/>
        </p:nvSpPr>
        <p:spPr>
          <a:xfrm>
            <a:off x="932322" y="4960826"/>
            <a:ext cx="2743200" cy="369332"/>
          </a:xfrm>
          <a:prstGeom prst="rect">
            <a:avLst/>
          </a:prstGeom>
          <a:noFill/>
        </p:spPr>
        <p:txBody>
          <a:bodyPr wrap="square" rtlCol="0">
            <a:spAutoFit/>
          </a:bodyPr>
          <a:lstStyle/>
          <a:p>
            <a:r>
              <a:rPr kumimoji="1" lang="en-US" altLang="ja-JP" dirty="0"/>
              <a:t>NVIDIA Omniverse</a:t>
            </a:r>
            <a:r>
              <a:rPr kumimoji="1" lang="ja-JP" altLang="en-US" dirty="0"/>
              <a:t>等</a:t>
            </a:r>
          </a:p>
        </p:txBody>
      </p:sp>
      <p:sp>
        <p:nvSpPr>
          <p:cNvPr id="23" name="テキスト ボックス 22">
            <a:extLst>
              <a:ext uri="{FF2B5EF4-FFF2-40B4-BE49-F238E27FC236}">
                <a16:creationId xmlns:a16="http://schemas.microsoft.com/office/drawing/2014/main" id="{A3CD0B73-483C-7A91-DC8F-C526A99E5794}"/>
              </a:ext>
            </a:extLst>
          </p:cNvPr>
          <p:cNvSpPr txBox="1"/>
          <p:nvPr/>
        </p:nvSpPr>
        <p:spPr>
          <a:xfrm>
            <a:off x="4920180" y="5007697"/>
            <a:ext cx="2743200" cy="369332"/>
          </a:xfrm>
          <a:prstGeom prst="rect">
            <a:avLst/>
          </a:prstGeom>
          <a:noFill/>
        </p:spPr>
        <p:txBody>
          <a:bodyPr wrap="square" rtlCol="0">
            <a:spAutoFit/>
          </a:bodyPr>
          <a:lstStyle/>
          <a:p>
            <a:r>
              <a:rPr kumimoji="1" lang="en-US" altLang="ja-JP" dirty="0"/>
              <a:t>NVIDIA Issac sim</a:t>
            </a:r>
            <a:r>
              <a:rPr kumimoji="1" lang="ja-JP" altLang="en-US" dirty="0"/>
              <a:t>等</a:t>
            </a:r>
          </a:p>
        </p:txBody>
      </p:sp>
      <p:sp>
        <p:nvSpPr>
          <p:cNvPr id="25" name="四角形: 角を丸くする 24">
            <a:extLst>
              <a:ext uri="{FF2B5EF4-FFF2-40B4-BE49-F238E27FC236}">
                <a16:creationId xmlns:a16="http://schemas.microsoft.com/office/drawing/2014/main" id="{22F6D412-A2E3-0EE7-4763-A08F1B323027}"/>
              </a:ext>
            </a:extLst>
          </p:cNvPr>
          <p:cNvSpPr/>
          <p:nvPr/>
        </p:nvSpPr>
        <p:spPr>
          <a:xfrm>
            <a:off x="0" y="14552"/>
            <a:ext cx="2404533" cy="324208"/>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②訓練場</a:t>
            </a:r>
          </a:p>
        </p:txBody>
      </p:sp>
    </p:spTree>
    <p:extLst>
      <p:ext uri="{BB962C8B-B14F-4D97-AF65-F5344CB8AC3E}">
        <p14:creationId xmlns:p14="http://schemas.microsoft.com/office/powerpoint/2010/main" val="1924596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ED3AB-A062-9945-DDA1-37BF6A6EF21A}"/>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BAA7FF2-51D2-D492-59CE-A07EF9113B3D}"/>
              </a:ext>
            </a:extLst>
          </p:cNvPr>
          <p:cNvSpPr>
            <a:spLocks noGrp="1"/>
          </p:cNvSpPr>
          <p:nvPr>
            <p:ph type="title"/>
          </p:nvPr>
        </p:nvSpPr>
        <p:spPr/>
        <p:txBody>
          <a:bodyPr/>
          <a:lstStyle/>
          <a:p>
            <a:r>
              <a:rPr lang="ja-JP" altLang="en-US" dirty="0">
                <a:latin typeface="BIZ UDPGothic"/>
                <a:ea typeface="BIZ UDPGothic"/>
              </a:rPr>
              <a:t>現実世界で働く身体　～　ロボットアーム</a:t>
            </a:r>
            <a:endParaRPr lang="ja-JP" altLang="en-US" dirty="0"/>
          </a:p>
        </p:txBody>
      </p:sp>
      <p:sp>
        <p:nvSpPr>
          <p:cNvPr id="8" name="コンテンツ プレースホルダー 7">
            <a:extLst>
              <a:ext uri="{FF2B5EF4-FFF2-40B4-BE49-F238E27FC236}">
                <a16:creationId xmlns:a16="http://schemas.microsoft.com/office/drawing/2014/main" id="{9A78E85F-3D7D-9E76-13EF-C42B5DAB9886}"/>
              </a:ext>
            </a:extLst>
          </p:cNvPr>
          <p:cNvSpPr>
            <a:spLocks noGrp="1"/>
          </p:cNvSpPr>
          <p:nvPr>
            <p:ph idx="11"/>
          </p:nvPr>
        </p:nvSpPr>
        <p:spPr>
          <a:xfrm>
            <a:off x="460431" y="1135319"/>
            <a:ext cx="7938502" cy="476570"/>
          </a:xfrm>
        </p:spPr>
        <p:txBody>
          <a:bodyPr/>
          <a:lstStyle/>
          <a:p>
            <a:r>
              <a:rPr lang="ja-JP" altLang="en-US" dirty="0"/>
              <a:t>実際に使われているアームの一部をご紹介します。</a:t>
            </a:r>
          </a:p>
        </p:txBody>
      </p:sp>
      <p:sp>
        <p:nvSpPr>
          <p:cNvPr id="25" name="四角形: 角を丸くする 24">
            <a:extLst>
              <a:ext uri="{FF2B5EF4-FFF2-40B4-BE49-F238E27FC236}">
                <a16:creationId xmlns:a16="http://schemas.microsoft.com/office/drawing/2014/main" id="{6F27780C-510F-61C7-332B-036741AC9032}"/>
              </a:ext>
            </a:extLst>
          </p:cNvPr>
          <p:cNvSpPr/>
          <p:nvPr/>
        </p:nvSpPr>
        <p:spPr>
          <a:xfrm>
            <a:off x="0" y="14552"/>
            <a:ext cx="2404533" cy="324208"/>
          </a:xfrm>
          <a:prstGeom prst="round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③身体</a:t>
            </a:r>
          </a:p>
        </p:txBody>
      </p:sp>
      <p:pic>
        <p:nvPicPr>
          <p:cNvPr id="17" name="図 16">
            <a:extLst>
              <a:ext uri="{FF2B5EF4-FFF2-40B4-BE49-F238E27FC236}">
                <a16:creationId xmlns:a16="http://schemas.microsoft.com/office/drawing/2014/main" id="{E810D008-56AE-1893-0619-84AA2BA14D38}"/>
              </a:ext>
            </a:extLst>
          </p:cNvPr>
          <p:cNvPicPr>
            <a:picLocks noChangeAspect="1"/>
          </p:cNvPicPr>
          <p:nvPr/>
        </p:nvPicPr>
        <p:blipFill>
          <a:blip r:embed="rId3"/>
          <a:stretch>
            <a:fillRect/>
          </a:stretch>
        </p:blipFill>
        <p:spPr>
          <a:xfrm>
            <a:off x="635127" y="1611889"/>
            <a:ext cx="8368043" cy="4580115"/>
          </a:xfrm>
          <a:prstGeom prst="rect">
            <a:avLst/>
          </a:prstGeom>
        </p:spPr>
      </p:pic>
    </p:spTree>
    <p:extLst>
      <p:ext uri="{BB962C8B-B14F-4D97-AF65-F5344CB8AC3E}">
        <p14:creationId xmlns:p14="http://schemas.microsoft.com/office/powerpoint/2010/main" val="3808415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39B35-4DED-9400-26F0-73950143F1F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B16F9EC3-95FE-C0FE-50A9-21DC722B134B}"/>
              </a:ext>
            </a:extLst>
          </p:cNvPr>
          <p:cNvSpPr>
            <a:spLocks noGrp="1"/>
          </p:cNvSpPr>
          <p:nvPr>
            <p:ph type="title"/>
          </p:nvPr>
        </p:nvSpPr>
        <p:spPr/>
        <p:txBody>
          <a:bodyPr/>
          <a:lstStyle/>
          <a:p>
            <a:r>
              <a:rPr lang="ja-JP" altLang="en-US" dirty="0">
                <a:latin typeface="BIZ UDPGothic"/>
                <a:ea typeface="BIZ UDPGothic"/>
              </a:rPr>
              <a:t>現実世界で働く身体　～　</a:t>
            </a:r>
            <a:r>
              <a:rPr lang="en-US" altLang="ja-JP" dirty="0">
                <a:latin typeface="BIZ UDPGothic"/>
                <a:ea typeface="BIZ UDPGothic"/>
              </a:rPr>
              <a:t>AMR</a:t>
            </a:r>
            <a:r>
              <a:rPr lang="ja-JP" altLang="en-US" dirty="0">
                <a:latin typeface="BIZ UDPGothic"/>
                <a:ea typeface="BIZ UDPGothic"/>
              </a:rPr>
              <a:t>（自律走行ロボット）</a:t>
            </a:r>
            <a:endParaRPr lang="ja-JP" altLang="en-US" dirty="0"/>
          </a:p>
        </p:txBody>
      </p:sp>
      <p:sp>
        <p:nvSpPr>
          <p:cNvPr id="8" name="コンテンツ プレースホルダー 7">
            <a:extLst>
              <a:ext uri="{FF2B5EF4-FFF2-40B4-BE49-F238E27FC236}">
                <a16:creationId xmlns:a16="http://schemas.microsoft.com/office/drawing/2014/main" id="{13FD4310-7B30-8052-D94F-63E9AD8FE09A}"/>
              </a:ext>
            </a:extLst>
          </p:cNvPr>
          <p:cNvSpPr>
            <a:spLocks noGrp="1"/>
          </p:cNvSpPr>
          <p:nvPr>
            <p:ph idx="11"/>
          </p:nvPr>
        </p:nvSpPr>
        <p:spPr>
          <a:xfrm>
            <a:off x="460431" y="1071694"/>
            <a:ext cx="7938502" cy="476570"/>
          </a:xfrm>
        </p:spPr>
        <p:txBody>
          <a:bodyPr/>
          <a:lstStyle/>
          <a:p>
            <a:r>
              <a:rPr lang="ja-JP" altLang="en-US" dirty="0"/>
              <a:t>実際に使われている</a:t>
            </a:r>
            <a:r>
              <a:rPr lang="en-US" altLang="ja-JP" dirty="0"/>
              <a:t>AMR</a:t>
            </a:r>
            <a:r>
              <a:rPr lang="ja-JP" altLang="en-US" dirty="0"/>
              <a:t>（自律走行ロボット）の一部をご紹介します。</a:t>
            </a:r>
          </a:p>
        </p:txBody>
      </p:sp>
      <p:sp>
        <p:nvSpPr>
          <p:cNvPr id="25" name="四角形: 角を丸くする 24">
            <a:extLst>
              <a:ext uri="{FF2B5EF4-FFF2-40B4-BE49-F238E27FC236}">
                <a16:creationId xmlns:a16="http://schemas.microsoft.com/office/drawing/2014/main" id="{B710E4E5-9D1D-A7B4-FF81-7E11275CDDAB}"/>
              </a:ext>
            </a:extLst>
          </p:cNvPr>
          <p:cNvSpPr/>
          <p:nvPr/>
        </p:nvSpPr>
        <p:spPr>
          <a:xfrm>
            <a:off x="0" y="14552"/>
            <a:ext cx="2404533" cy="324208"/>
          </a:xfrm>
          <a:prstGeom prst="round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③身体</a:t>
            </a:r>
          </a:p>
        </p:txBody>
      </p:sp>
      <p:pic>
        <p:nvPicPr>
          <p:cNvPr id="19" name="図 18">
            <a:extLst>
              <a:ext uri="{FF2B5EF4-FFF2-40B4-BE49-F238E27FC236}">
                <a16:creationId xmlns:a16="http://schemas.microsoft.com/office/drawing/2014/main" id="{CB99B453-ED9C-2AA4-2554-4B4053265B61}"/>
              </a:ext>
            </a:extLst>
          </p:cNvPr>
          <p:cNvPicPr>
            <a:picLocks noChangeAspect="1"/>
          </p:cNvPicPr>
          <p:nvPr/>
        </p:nvPicPr>
        <p:blipFill>
          <a:blip r:embed="rId3"/>
          <a:stretch>
            <a:fillRect/>
          </a:stretch>
        </p:blipFill>
        <p:spPr>
          <a:xfrm>
            <a:off x="200973" y="1548264"/>
            <a:ext cx="8754697" cy="4801270"/>
          </a:xfrm>
          <a:prstGeom prst="rect">
            <a:avLst/>
          </a:prstGeom>
        </p:spPr>
      </p:pic>
      <p:pic>
        <p:nvPicPr>
          <p:cNvPr id="3" name="図 2">
            <a:extLst>
              <a:ext uri="{FF2B5EF4-FFF2-40B4-BE49-F238E27FC236}">
                <a16:creationId xmlns:a16="http://schemas.microsoft.com/office/drawing/2014/main" id="{D99C2DB0-4DA8-8350-E643-30700B1C2B84}"/>
              </a:ext>
            </a:extLst>
          </p:cNvPr>
          <p:cNvPicPr>
            <a:picLocks noChangeAspect="1"/>
          </p:cNvPicPr>
          <p:nvPr/>
        </p:nvPicPr>
        <p:blipFill>
          <a:blip r:embed="rId4"/>
          <a:stretch>
            <a:fillRect/>
          </a:stretch>
        </p:blipFill>
        <p:spPr>
          <a:xfrm>
            <a:off x="9180094" y="4497857"/>
            <a:ext cx="2810933" cy="1851677"/>
          </a:xfrm>
          <a:prstGeom prst="rect">
            <a:avLst/>
          </a:prstGeom>
        </p:spPr>
      </p:pic>
    </p:spTree>
    <p:extLst>
      <p:ext uri="{BB962C8B-B14F-4D97-AF65-F5344CB8AC3E}">
        <p14:creationId xmlns:p14="http://schemas.microsoft.com/office/powerpoint/2010/main" val="1936696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6CBA1-E0AD-AEC7-8269-12FCC226DA88}"/>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70FD2514-09A1-1A35-7305-1DC61EE8A930}"/>
              </a:ext>
            </a:extLst>
          </p:cNvPr>
          <p:cNvSpPr>
            <a:spLocks noGrp="1"/>
          </p:cNvSpPr>
          <p:nvPr>
            <p:ph type="title"/>
          </p:nvPr>
        </p:nvSpPr>
        <p:spPr/>
        <p:txBody>
          <a:bodyPr/>
          <a:lstStyle/>
          <a:p>
            <a:r>
              <a:rPr lang="ja-JP" altLang="en-US" dirty="0">
                <a:latin typeface="BIZ UDPGothic"/>
                <a:ea typeface="BIZ UDPGothic"/>
              </a:rPr>
              <a:t>現実世界で働く身体　～　ヒューマノイド</a:t>
            </a:r>
            <a:endParaRPr lang="ja-JP" altLang="en-US" dirty="0"/>
          </a:p>
        </p:txBody>
      </p:sp>
      <p:sp>
        <p:nvSpPr>
          <p:cNvPr id="8" name="コンテンツ プレースホルダー 7">
            <a:extLst>
              <a:ext uri="{FF2B5EF4-FFF2-40B4-BE49-F238E27FC236}">
                <a16:creationId xmlns:a16="http://schemas.microsoft.com/office/drawing/2014/main" id="{BE0B7459-7DC5-5948-63B2-A9C4071B0873}"/>
              </a:ext>
            </a:extLst>
          </p:cNvPr>
          <p:cNvSpPr>
            <a:spLocks noGrp="1"/>
          </p:cNvSpPr>
          <p:nvPr>
            <p:ph idx="11"/>
          </p:nvPr>
        </p:nvSpPr>
        <p:spPr>
          <a:xfrm>
            <a:off x="460431" y="1071694"/>
            <a:ext cx="7938502" cy="476570"/>
          </a:xfrm>
        </p:spPr>
        <p:txBody>
          <a:bodyPr/>
          <a:lstStyle/>
          <a:p>
            <a:r>
              <a:rPr lang="ja-JP" altLang="en-US" dirty="0"/>
              <a:t>実際に使われているヒューマノイドの一部をご紹介します。</a:t>
            </a:r>
          </a:p>
        </p:txBody>
      </p:sp>
      <p:sp>
        <p:nvSpPr>
          <p:cNvPr id="25" name="四角形: 角を丸くする 24">
            <a:extLst>
              <a:ext uri="{FF2B5EF4-FFF2-40B4-BE49-F238E27FC236}">
                <a16:creationId xmlns:a16="http://schemas.microsoft.com/office/drawing/2014/main" id="{A663BDBA-98A3-01DB-F5D0-D34D246188B1}"/>
              </a:ext>
            </a:extLst>
          </p:cNvPr>
          <p:cNvSpPr/>
          <p:nvPr/>
        </p:nvSpPr>
        <p:spPr>
          <a:xfrm>
            <a:off x="0" y="14552"/>
            <a:ext cx="2404533" cy="324208"/>
          </a:xfrm>
          <a:prstGeom prst="round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③身体</a:t>
            </a:r>
          </a:p>
        </p:txBody>
      </p:sp>
      <p:pic>
        <p:nvPicPr>
          <p:cNvPr id="7" name="図 6">
            <a:extLst>
              <a:ext uri="{FF2B5EF4-FFF2-40B4-BE49-F238E27FC236}">
                <a16:creationId xmlns:a16="http://schemas.microsoft.com/office/drawing/2014/main" id="{86B32CA4-71D3-6584-9F91-40DDE1120CA3}"/>
              </a:ext>
            </a:extLst>
          </p:cNvPr>
          <p:cNvPicPr>
            <a:picLocks noChangeAspect="1"/>
          </p:cNvPicPr>
          <p:nvPr/>
        </p:nvPicPr>
        <p:blipFill>
          <a:blip r:embed="rId3"/>
          <a:stretch>
            <a:fillRect/>
          </a:stretch>
        </p:blipFill>
        <p:spPr>
          <a:xfrm>
            <a:off x="664021" y="1641068"/>
            <a:ext cx="9140379" cy="4798699"/>
          </a:xfrm>
          <a:prstGeom prst="rect">
            <a:avLst/>
          </a:prstGeom>
        </p:spPr>
      </p:pic>
    </p:spTree>
    <p:extLst>
      <p:ext uri="{BB962C8B-B14F-4D97-AF65-F5344CB8AC3E}">
        <p14:creationId xmlns:p14="http://schemas.microsoft.com/office/powerpoint/2010/main" val="2138042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8434-AC5E-ED9E-A386-2190B7B1692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E42ACEBE-0708-22F2-2923-967FD443CE3D}"/>
              </a:ext>
            </a:extLst>
          </p:cNvPr>
          <p:cNvSpPr>
            <a:spLocks noGrp="1"/>
          </p:cNvSpPr>
          <p:nvPr>
            <p:ph type="title"/>
          </p:nvPr>
        </p:nvSpPr>
        <p:spPr/>
        <p:txBody>
          <a:bodyPr/>
          <a:lstStyle/>
          <a:p>
            <a:r>
              <a:rPr lang="ja-JP" altLang="en-US" dirty="0">
                <a:latin typeface="BIZ UDPGothic"/>
                <a:ea typeface="BIZ UDPGothic"/>
              </a:rPr>
              <a:t>現実世界で働く身体　～　</a:t>
            </a:r>
            <a:r>
              <a:rPr lang="en-US" altLang="ja-JP" dirty="0">
                <a:latin typeface="BIZ UDPGothic"/>
                <a:ea typeface="BIZ UDPGothic"/>
              </a:rPr>
              <a:t>AI</a:t>
            </a:r>
            <a:r>
              <a:rPr lang="ja-JP" altLang="en-US" dirty="0">
                <a:latin typeface="BIZ UDPGothic"/>
                <a:ea typeface="BIZ UDPGothic"/>
              </a:rPr>
              <a:t>アクセラレータ</a:t>
            </a:r>
            <a:endParaRPr lang="ja-JP" altLang="en-US" dirty="0"/>
          </a:p>
        </p:txBody>
      </p:sp>
      <p:sp>
        <p:nvSpPr>
          <p:cNvPr id="8" name="コンテンツ プレースホルダー 7">
            <a:extLst>
              <a:ext uri="{FF2B5EF4-FFF2-40B4-BE49-F238E27FC236}">
                <a16:creationId xmlns:a16="http://schemas.microsoft.com/office/drawing/2014/main" id="{44E00600-91BD-D994-FCD8-500313B10014}"/>
              </a:ext>
            </a:extLst>
          </p:cNvPr>
          <p:cNvSpPr>
            <a:spLocks noGrp="1"/>
          </p:cNvSpPr>
          <p:nvPr>
            <p:ph idx="11"/>
          </p:nvPr>
        </p:nvSpPr>
        <p:spPr>
          <a:xfrm>
            <a:off x="341898" y="1071693"/>
            <a:ext cx="11257436" cy="841773"/>
          </a:xfrm>
        </p:spPr>
        <p:txBody>
          <a:bodyPr>
            <a:normAutofit fontScale="92500"/>
          </a:bodyPr>
          <a:lstStyle/>
          <a:p>
            <a:r>
              <a:rPr lang="ja-JP" altLang="en-US" dirty="0"/>
              <a:t>ロボット</a:t>
            </a:r>
            <a:r>
              <a:rPr lang="en-US" altLang="ja-JP" dirty="0"/>
              <a:t>/</a:t>
            </a:r>
            <a:r>
              <a:rPr lang="ja-JP" altLang="en-US" dirty="0"/>
              <a:t>エッジ</a:t>
            </a:r>
            <a:r>
              <a:rPr lang="en-US" altLang="ja-JP" dirty="0"/>
              <a:t>AI</a:t>
            </a:r>
            <a:r>
              <a:rPr lang="ja-JP" altLang="en-US" dirty="0"/>
              <a:t>モデルの超低遅延・高速推論を目的に期待されているエッジ特化型の</a:t>
            </a:r>
            <a:r>
              <a:rPr lang="en-US" altLang="ja-JP" dirty="0"/>
              <a:t>AI</a:t>
            </a:r>
            <a:r>
              <a:rPr lang="ja-JP" altLang="en-US" dirty="0"/>
              <a:t>アクセラレータ</a:t>
            </a:r>
            <a:endParaRPr lang="en-US" altLang="ja-JP" dirty="0"/>
          </a:p>
          <a:p>
            <a:r>
              <a:rPr lang="ja-JP" altLang="en-US" dirty="0">
                <a:solidFill>
                  <a:schemeClr val="accent2"/>
                </a:solidFill>
              </a:rPr>
              <a:t>＊詳細は後続のスライドにて</a:t>
            </a:r>
          </a:p>
        </p:txBody>
      </p:sp>
      <p:sp>
        <p:nvSpPr>
          <p:cNvPr id="25" name="四角形: 角を丸くする 24">
            <a:extLst>
              <a:ext uri="{FF2B5EF4-FFF2-40B4-BE49-F238E27FC236}">
                <a16:creationId xmlns:a16="http://schemas.microsoft.com/office/drawing/2014/main" id="{4EB2585C-97BF-3A96-9148-E5521C8BDD53}"/>
              </a:ext>
            </a:extLst>
          </p:cNvPr>
          <p:cNvSpPr/>
          <p:nvPr/>
        </p:nvSpPr>
        <p:spPr>
          <a:xfrm>
            <a:off x="0" y="14552"/>
            <a:ext cx="2404533" cy="324208"/>
          </a:xfrm>
          <a:prstGeom prst="round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③身体</a:t>
            </a:r>
          </a:p>
        </p:txBody>
      </p:sp>
      <p:pic>
        <p:nvPicPr>
          <p:cNvPr id="3" name="図 2">
            <a:extLst>
              <a:ext uri="{FF2B5EF4-FFF2-40B4-BE49-F238E27FC236}">
                <a16:creationId xmlns:a16="http://schemas.microsoft.com/office/drawing/2014/main" id="{787A0565-1151-13DA-0610-93219159E455}"/>
              </a:ext>
            </a:extLst>
          </p:cNvPr>
          <p:cNvPicPr>
            <a:picLocks noChangeAspect="1"/>
          </p:cNvPicPr>
          <p:nvPr/>
        </p:nvPicPr>
        <p:blipFill>
          <a:blip r:embed="rId3"/>
          <a:stretch>
            <a:fillRect/>
          </a:stretch>
        </p:blipFill>
        <p:spPr>
          <a:xfrm>
            <a:off x="460431" y="2096867"/>
            <a:ext cx="7994724" cy="4363162"/>
          </a:xfrm>
          <a:prstGeom prst="rect">
            <a:avLst/>
          </a:prstGeom>
        </p:spPr>
      </p:pic>
    </p:spTree>
    <p:extLst>
      <p:ext uri="{BB962C8B-B14F-4D97-AF65-F5344CB8AC3E}">
        <p14:creationId xmlns:p14="http://schemas.microsoft.com/office/powerpoint/2010/main" val="1593296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FB691E5-B399-DD24-4591-7C2CFEB52351}"/>
              </a:ext>
            </a:extLst>
          </p:cNvPr>
          <p:cNvSpPr>
            <a:spLocks noGrp="1"/>
          </p:cNvSpPr>
          <p:nvPr>
            <p:ph type="ctrTitle"/>
          </p:nvPr>
        </p:nvSpPr>
        <p:spPr/>
        <p:txBody>
          <a:bodyPr>
            <a:normAutofit/>
          </a:bodyPr>
          <a:lstStyle/>
          <a:p>
            <a:r>
              <a:rPr lang="en-US" dirty="0">
                <a:latin typeface="BIZ UDPGothic"/>
                <a:ea typeface="BIZ UDPGothic"/>
              </a:rPr>
              <a:t>4</a:t>
            </a:r>
            <a:r>
              <a:rPr dirty="0">
                <a:latin typeface="BIZ UDPGothic"/>
                <a:ea typeface="BIZ UDPGothic"/>
              </a:rPr>
              <a:t>．</a:t>
            </a:r>
            <a:r>
              <a:rPr lang="ja-JP" altLang="en-US" dirty="0">
                <a:latin typeface="BIZ UDPGothic"/>
                <a:ea typeface="BIZ UDPGothic"/>
              </a:rPr>
              <a:t>フィジカル</a:t>
            </a:r>
            <a:r>
              <a:rPr lang="en-US" altLang="ja-JP" dirty="0">
                <a:latin typeface="BIZ UDPGothic"/>
                <a:ea typeface="BIZ UDPGothic"/>
              </a:rPr>
              <a:t>AI</a:t>
            </a:r>
            <a:r>
              <a:rPr lang="ja-JP" altLang="en-US" dirty="0">
                <a:latin typeface="BIZ UDPGothic"/>
                <a:ea typeface="BIZ UDPGothic"/>
              </a:rPr>
              <a:t>に関連した現在の</a:t>
            </a:r>
            <a:r>
              <a:rPr dirty="0" err="1">
                <a:latin typeface="BIZ UDPGothic"/>
                <a:ea typeface="BIZ UDPGothic"/>
              </a:rPr>
              <a:t>取り組み</a:t>
            </a:r>
            <a:endParaRPr lang="ja-JP" altLang="en-US" dirty="0"/>
          </a:p>
        </p:txBody>
      </p:sp>
    </p:spTree>
    <p:extLst>
      <p:ext uri="{BB962C8B-B14F-4D97-AF65-F5344CB8AC3E}">
        <p14:creationId xmlns:p14="http://schemas.microsoft.com/office/powerpoint/2010/main" val="2773518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0B73D6-F3AB-5E1F-0725-CCB7C5216A27}"/>
              </a:ext>
            </a:extLst>
          </p:cNvPr>
          <p:cNvSpPr>
            <a:spLocks noGrp="1"/>
          </p:cNvSpPr>
          <p:nvPr>
            <p:ph type="ctrTitle"/>
          </p:nvPr>
        </p:nvSpPr>
        <p:spPr>
          <a:xfrm>
            <a:off x="564718" y="2590799"/>
            <a:ext cx="10518919" cy="1077434"/>
          </a:xfrm>
        </p:spPr>
        <p:txBody>
          <a:bodyPr>
            <a:normAutofit fontScale="90000"/>
          </a:bodyPr>
          <a:lstStyle/>
          <a:p>
            <a:r>
              <a:rPr lang="en-US" altLang="ja-JP" dirty="0"/>
              <a:t>[</a:t>
            </a:r>
            <a:r>
              <a:rPr lang="ja-JP" altLang="en-US" dirty="0"/>
              <a:t>案件対応</a:t>
            </a:r>
            <a:r>
              <a:rPr lang="en-US" altLang="ja-JP" dirty="0"/>
              <a:t>]</a:t>
            </a:r>
            <a:br>
              <a:rPr lang="en-US" altLang="ja-JP" dirty="0"/>
            </a:br>
            <a:r>
              <a:rPr lang="en-US" altLang="ja-JP" dirty="0"/>
              <a:t>AI</a:t>
            </a:r>
            <a:r>
              <a:rPr lang="ja-JP" altLang="en-US" dirty="0"/>
              <a:t>アクセラレータ</a:t>
            </a:r>
            <a:r>
              <a:rPr lang="en-US" altLang="ja-JP" dirty="0"/>
              <a:t>/</a:t>
            </a:r>
            <a:r>
              <a:rPr lang="ja-JP" altLang="en-US" dirty="0"/>
              <a:t>次世代分散ストレージ市場・技術調査検証</a:t>
            </a:r>
            <a:endParaRPr kumimoji="1" lang="ja-JP" altLang="en-US" dirty="0"/>
          </a:p>
        </p:txBody>
      </p:sp>
    </p:spTree>
    <p:extLst>
      <p:ext uri="{BB962C8B-B14F-4D97-AF65-F5344CB8AC3E}">
        <p14:creationId xmlns:p14="http://schemas.microsoft.com/office/powerpoint/2010/main" val="3993754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C0573-C005-6CB4-11B1-6EF7B4A5F189}"/>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4FE2FFA6-8AC3-60CE-B3FB-DB2468D2CB77}"/>
              </a:ext>
            </a:extLst>
          </p:cNvPr>
          <p:cNvSpPr>
            <a:spLocks noGrp="1"/>
          </p:cNvSpPr>
          <p:nvPr>
            <p:ph type="title"/>
          </p:nvPr>
        </p:nvSpPr>
        <p:spPr/>
        <p:txBody>
          <a:bodyPr/>
          <a:lstStyle/>
          <a:p>
            <a:r>
              <a:rPr lang="ja-JP" altLang="en-US">
                <a:latin typeface="+mn-ea"/>
                <a:ea typeface="+mn-ea"/>
              </a:rPr>
              <a:t>会社概要</a:t>
            </a:r>
          </a:p>
        </p:txBody>
      </p:sp>
      <p:sp>
        <p:nvSpPr>
          <p:cNvPr id="8" name="コンテンツ プレースホルダー 7">
            <a:extLst>
              <a:ext uri="{FF2B5EF4-FFF2-40B4-BE49-F238E27FC236}">
                <a16:creationId xmlns:a16="http://schemas.microsoft.com/office/drawing/2014/main" id="{832DAFDF-F964-0396-59A7-8E9DBB50639A}"/>
              </a:ext>
            </a:extLst>
          </p:cNvPr>
          <p:cNvSpPr>
            <a:spLocks noGrp="1"/>
          </p:cNvSpPr>
          <p:nvPr>
            <p:ph idx="11"/>
          </p:nvPr>
        </p:nvSpPr>
        <p:spPr/>
        <p:txBody>
          <a:bodyPr>
            <a:normAutofit/>
          </a:bodyPr>
          <a:lstStyle/>
          <a:p>
            <a:r>
              <a:rPr lang="en-US" altLang="ja-JP">
                <a:latin typeface="+mn-ea"/>
                <a:ea typeface="+mn-ea"/>
              </a:rPr>
              <a:t>EdgeCortix</a:t>
            </a:r>
            <a:r>
              <a:rPr lang="ja-JP" altLang="en-US">
                <a:latin typeface="+mn-ea"/>
                <a:ea typeface="+mn-ea"/>
              </a:rPr>
              <a:t>は、「エッジでクラウド級の</a:t>
            </a:r>
            <a:r>
              <a:rPr lang="en-US" altLang="ja-JP">
                <a:latin typeface="+mn-ea"/>
                <a:ea typeface="+mn-ea"/>
              </a:rPr>
              <a:t>AI</a:t>
            </a:r>
            <a:r>
              <a:rPr lang="ja-JP" altLang="en-US">
                <a:latin typeface="+mn-ea"/>
                <a:ea typeface="+mn-ea"/>
              </a:rPr>
              <a:t>処理能力」を特徴とする、ハード・ソフトメーカー。</a:t>
            </a:r>
          </a:p>
        </p:txBody>
      </p:sp>
      <p:sp>
        <p:nvSpPr>
          <p:cNvPr id="2" name="角丸四角形 1">
            <a:extLst>
              <a:ext uri="{FF2B5EF4-FFF2-40B4-BE49-F238E27FC236}">
                <a16:creationId xmlns:a16="http://schemas.microsoft.com/office/drawing/2014/main" id="{CFD6163C-6804-6C1F-1168-7F2D46CBE218}"/>
              </a:ext>
            </a:extLst>
          </p:cNvPr>
          <p:cNvSpPr/>
          <p:nvPr/>
        </p:nvSpPr>
        <p:spPr>
          <a:xfrm>
            <a:off x="460431" y="1454181"/>
            <a:ext cx="3841346" cy="4747114"/>
          </a:xfrm>
          <a:prstGeom prst="roundRect">
            <a:avLst>
              <a:gd name="adj" fmla="val 4300"/>
            </a:avLst>
          </a:prstGeom>
          <a:solidFill>
            <a:srgbClr val="11131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pic>
        <p:nvPicPr>
          <p:cNvPr id="23" name="図 22">
            <a:extLst>
              <a:ext uri="{FF2B5EF4-FFF2-40B4-BE49-F238E27FC236}">
                <a16:creationId xmlns:a16="http://schemas.microsoft.com/office/drawing/2014/main" id="{BF5047EC-3CD2-FF20-265D-93D80CF560A5}"/>
              </a:ext>
            </a:extLst>
          </p:cNvPr>
          <p:cNvPicPr>
            <a:picLocks noChangeAspect="1"/>
          </p:cNvPicPr>
          <p:nvPr/>
        </p:nvPicPr>
        <p:blipFill>
          <a:blip r:embed="rId3"/>
          <a:stretch>
            <a:fillRect/>
          </a:stretch>
        </p:blipFill>
        <p:spPr>
          <a:xfrm>
            <a:off x="459594" y="1704244"/>
            <a:ext cx="3841346" cy="4163170"/>
          </a:xfrm>
          <a:prstGeom prst="rect">
            <a:avLst/>
          </a:prstGeom>
        </p:spPr>
      </p:pic>
      <p:graphicFrame>
        <p:nvGraphicFramePr>
          <p:cNvPr id="24" name="表 23">
            <a:extLst>
              <a:ext uri="{FF2B5EF4-FFF2-40B4-BE49-F238E27FC236}">
                <a16:creationId xmlns:a16="http://schemas.microsoft.com/office/drawing/2014/main" id="{548E8966-A2A8-8FE2-938A-0A6B6D708DBC}"/>
              </a:ext>
            </a:extLst>
          </p:cNvPr>
          <p:cNvGraphicFramePr>
            <a:graphicFrameLocks noGrp="1"/>
          </p:cNvGraphicFramePr>
          <p:nvPr/>
        </p:nvGraphicFramePr>
        <p:xfrm>
          <a:off x="4492009" y="1478048"/>
          <a:ext cx="7346465" cy="4738963"/>
        </p:xfrm>
        <a:graphic>
          <a:graphicData uri="http://schemas.openxmlformats.org/drawingml/2006/table">
            <a:tbl>
              <a:tblPr firstRow="1" bandRow="1">
                <a:tableStyleId>{5C22544A-7EE6-4342-B048-85BDC9FD1C3A}</a:tableStyleId>
              </a:tblPr>
              <a:tblGrid>
                <a:gridCol w="1612577">
                  <a:extLst>
                    <a:ext uri="{9D8B030D-6E8A-4147-A177-3AD203B41FA5}">
                      <a16:colId xmlns:a16="http://schemas.microsoft.com/office/drawing/2014/main" val="1419745886"/>
                    </a:ext>
                  </a:extLst>
                </a:gridCol>
                <a:gridCol w="5733888">
                  <a:extLst>
                    <a:ext uri="{9D8B030D-6E8A-4147-A177-3AD203B41FA5}">
                      <a16:colId xmlns:a16="http://schemas.microsoft.com/office/drawing/2014/main" val="709954091"/>
                    </a:ext>
                  </a:extLst>
                </a:gridCol>
              </a:tblGrid>
              <a:tr h="302087">
                <a:tc>
                  <a:txBody>
                    <a:bodyPr/>
                    <a:lstStyle/>
                    <a:p>
                      <a:r>
                        <a:rPr kumimoji="1" lang="ja-JP" altLang="en-US" sz="1400" b="1">
                          <a:latin typeface="+mn-ea"/>
                          <a:ea typeface="+mn-ea"/>
                        </a:rPr>
                        <a:t>項目</a:t>
                      </a:r>
                    </a:p>
                  </a:txBody>
                  <a:tcPr/>
                </a:tc>
                <a:tc>
                  <a:txBody>
                    <a:bodyPr/>
                    <a:lstStyle/>
                    <a:p>
                      <a:r>
                        <a:rPr kumimoji="1" lang="ja-JP" altLang="en-US" sz="1400" b="1">
                          <a:latin typeface="+mn-ea"/>
                          <a:ea typeface="+mn-ea"/>
                        </a:rPr>
                        <a:t>説明</a:t>
                      </a:r>
                      <a:endParaRPr kumimoji="1" lang="en-US" altLang="ja-JP" sz="1400" b="1">
                        <a:latin typeface="+mn-ea"/>
                        <a:ea typeface="+mn-ea"/>
                      </a:endParaRPr>
                    </a:p>
                  </a:txBody>
                  <a:tcPr/>
                </a:tc>
                <a:extLst>
                  <a:ext uri="{0D108BD9-81ED-4DB2-BD59-A6C34878D82A}">
                    <a16:rowId xmlns:a16="http://schemas.microsoft.com/office/drawing/2014/main" val="685223344"/>
                  </a:ext>
                </a:extLst>
              </a:tr>
              <a:tr h="299571">
                <a:tc>
                  <a:txBody>
                    <a:bodyPr/>
                    <a:lstStyle/>
                    <a:p>
                      <a:r>
                        <a:rPr kumimoji="1" lang="ja-JP" altLang="en-US" sz="1400" b="1">
                          <a:latin typeface="+mn-ea"/>
                          <a:ea typeface="+mn-ea"/>
                        </a:rPr>
                        <a:t>会社名</a:t>
                      </a:r>
                    </a:p>
                  </a:txBody>
                  <a:tcPr/>
                </a:tc>
                <a:tc>
                  <a:txBody>
                    <a:bodyPr/>
                    <a:lstStyle/>
                    <a:p>
                      <a:r>
                        <a:rPr kumimoji="1" lang="ja-JP" altLang="en" sz="1400" b="1" i="0" u="none" strike="noStrike" kern="1200">
                          <a:solidFill>
                            <a:schemeClr val="dk1"/>
                          </a:solidFill>
                          <a:effectLst/>
                          <a:latin typeface="+mn-ea"/>
                          <a:ea typeface="+mn-ea"/>
                          <a:cs typeface="+mn-cs"/>
                        </a:rPr>
                        <a:t>ＥＤＧＥＣＯＲＴＩＸ</a:t>
                      </a:r>
                      <a:r>
                        <a:rPr kumimoji="1" lang="ja-JP" altLang="en-US" sz="1400" b="1" i="0" u="none" strike="noStrike" kern="1200">
                          <a:solidFill>
                            <a:schemeClr val="dk1"/>
                          </a:solidFill>
                          <a:effectLst/>
                          <a:latin typeface="+mn-ea"/>
                          <a:ea typeface="+mn-ea"/>
                          <a:cs typeface="+mn-cs"/>
                        </a:rPr>
                        <a:t>株式会社</a:t>
                      </a:r>
                      <a:endParaRPr kumimoji="1" lang="ja-JP" altLang="en-US" sz="1400" b="1">
                        <a:latin typeface="+mn-ea"/>
                        <a:ea typeface="+mn-ea"/>
                      </a:endParaRPr>
                    </a:p>
                  </a:txBody>
                  <a:tcPr/>
                </a:tc>
                <a:extLst>
                  <a:ext uri="{0D108BD9-81ED-4DB2-BD59-A6C34878D82A}">
                    <a16:rowId xmlns:a16="http://schemas.microsoft.com/office/drawing/2014/main" val="3390230735"/>
                  </a:ext>
                </a:extLst>
              </a:tr>
              <a:tr h="532723">
                <a:tc>
                  <a:txBody>
                    <a:bodyPr/>
                    <a:lstStyle/>
                    <a:p>
                      <a:r>
                        <a:rPr kumimoji="1" lang="ja-JP" altLang="en-US" sz="1400" b="1">
                          <a:latin typeface="+mn-ea"/>
                          <a:ea typeface="+mn-ea"/>
                        </a:rPr>
                        <a:t>所在地</a:t>
                      </a:r>
                    </a:p>
                  </a:txBody>
                  <a:tcPr/>
                </a:tc>
                <a:tc>
                  <a:txBody>
                    <a:bodyPr/>
                    <a:lstStyle/>
                    <a:p>
                      <a:r>
                        <a:rPr kumimoji="1" lang="ja-JP" altLang="en-US" sz="1400" b="1">
                          <a:latin typeface="+mn-ea"/>
                          <a:ea typeface="+mn-ea"/>
                        </a:rPr>
                        <a:t>神奈川県川崎市中原区新丸子東</a:t>
                      </a:r>
                      <a:r>
                        <a:rPr kumimoji="1" lang="en-US" altLang="ja-JP" sz="1400" b="1">
                          <a:latin typeface="+mn-ea"/>
                          <a:ea typeface="+mn-ea"/>
                        </a:rPr>
                        <a:t>3</a:t>
                      </a:r>
                      <a:r>
                        <a:rPr kumimoji="1" lang="ja-JP" altLang="en-US" sz="1400" b="1">
                          <a:latin typeface="+mn-ea"/>
                          <a:ea typeface="+mn-ea"/>
                        </a:rPr>
                        <a:t>丁目</a:t>
                      </a:r>
                      <a:r>
                        <a:rPr kumimoji="1" lang="en-US" altLang="ja-JP" sz="1400" b="1">
                          <a:latin typeface="+mn-ea"/>
                          <a:ea typeface="+mn-ea"/>
                        </a:rPr>
                        <a:t>1200 </a:t>
                      </a:r>
                      <a:r>
                        <a:rPr kumimoji="1" lang="en" altLang="ja-JP" sz="1400" b="1">
                          <a:latin typeface="+mn-ea"/>
                          <a:ea typeface="+mn-ea"/>
                        </a:rPr>
                        <a:t>KDX</a:t>
                      </a:r>
                      <a:r>
                        <a:rPr kumimoji="1" lang="ja-JP" altLang="en-US" sz="1400" b="1">
                          <a:latin typeface="+mn-ea"/>
                          <a:ea typeface="+mn-ea"/>
                        </a:rPr>
                        <a:t>武蔵小杉ビル</a:t>
                      </a:r>
                      <a:r>
                        <a:rPr kumimoji="1" lang="en-US" altLang="ja-JP" sz="1400" b="1">
                          <a:latin typeface="+mn-ea"/>
                          <a:ea typeface="+mn-ea"/>
                        </a:rPr>
                        <a:t>10</a:t>
                      </a:r>
                      <a:r>
                        <a:rPr kumimoji="1" lang="ja-JP" altLang="en-US" sz="1400" b="1">
                          <a:latin typeface="+mn-ea"/>
                          <a:ea typeface="+mn-ea"/>
                        </a:rPr>
                        <a:t>階</a:t>
                      </a:r>
                      <a:endParaRPr kumimoji="1" lang="en-US" altLang="ja-JP" sz="1400" b="1">
                        <a:latin typeface="+mn-ea"/>
                        <a:ea typeface="+mn-ea"/>
                      </a:endParaRPr>
                    </a:p>
                    <a:p>
                      <a:r>
                        <a:rPr kumimoji="1" lang="en" altLang="ja-JP" sz="1400" b="1" i="0" u="none" strike="noStrike" kern="1200">
                          <a:solidFill>
                            <a:schemeClr val="dk1"/>
                          </a:solidFill>
                          <a:effectLst/>
                          <a:latin typeface="+mn-ea"/>
                          <a:ea typeface="+mn-ea"/>
                          <a:cs typeface="+mn-cs"/>
                        </a:rPr>
                        <a:t>EdgeCortix </a:t>
                      </a:r>
                      <a:r>
                        <a:rPr kumimoji="1" lang="ja-JP" altLang="en-US" sz="1400" b="1" i="0" u="none" strike="noStrike" kern="1200">
                          <a:solidFill>
                            <a:schemeClr val="dk1"/>
                          </a:solidFill>
                          <a:effectLst/>
                          <a:latin typeface="+mn-ea"/>
                          <a:ea typeface="+mn-ea"/>
                          <a:cs typeface="+mn-cs"/>
                        </a:rPr>
                        <a:t>エンジニアリングセンター神奈川</a:t>
                      </a:r>
                      <a:r>
                        <a:rPr kumimoji="1" lang="en" altLang="ja-JP" sz="1400" b="1" i="0" u="none" strike="noStrike" kern="1200">
                          <a:solidFill>
                            <a:schemeClr val="dk1"/>
                          </a:solidFill>
                          <a:effectLst/>
                          <a:latin typeface="+mn-ea"/>
                          <a:ea typeface="+mn-ea"/>
                          <a:cs typeface="+mn-cs"/>
                        </a:rPr>
                        <a:t>Lab (EdgeCortix HQ)</a:t>
                      </a:r>
                      <a:endParaRPr kumimoji="1" lang="ja-JP" altLang="en-US" sz="1400" b="1">
                        <a:latin typeface="+mn-ea"/>
                        <a:ea typeface="+mn-ea"/>
                      </a:endParaRPr>
                    </a:p>
                  </a:txBody>
                  <a:tcPr/>
                </a:tc>
                <a:extLst>
                  <a:ext uri="{0D108BD9-81ED-4DB2-BD59-A6C34878D82A}">
                    <a16:rowId xmlns:a16="http://schemas.microsoft.com/office/drawing/2014/main" val="371726779"/>
                  </a:ext>
                </a:extLst>
              </a:tr>
              <a:tr h="299571">
                <a:tc>
                  <a:txBody>
                    <a:bodyPr/>
                    <a:lstStyle/>
                    <a:p>
                      <a:r>
                        <a:rPr kumimoji="1" lang="ja-JP" altLang="en-US" sz="1400" b="1">
                          <a:latin typeface="+mn-ea"/>
                          <a:ea typeface="+mn-ea"/>
                        </a:rPr>
                        <a:t>代表者</a:t>
                      </a:r>
                    </a:p>
                  </a:txBody>
                  <a:tcPr/>
                </a:tc>
                <a:tc>
                  <a:txBody>
                    <a:bodyPr/>
                    <a:lstStyle/>
                    <a:p>
                      <a:r>
                        <a:rPr kumimoji="1" lang="ja-JP" altLang="en-US" sz="1400" b="1">
                          <a:latin typeface="+mn-ea"/>
                          <a:ea typeface="+mn-ea"/>
                        </a:rPr>
                        <a:t>ダスグプタ　サキャシンガ</a:t>
                      </a:r>
                    </a:p>
                  </a:txBody>
                  <a:tcPr/>
                </a:tc>
                <a:extLst>
                  <a:ext uri="{0D108BD9-81ED-4DB2-BD59-A6C34878D82A}">
                    <a16:rowId xmlns:a16="http://schemas.microsoft.com/office/drawing/2014/main" val="1730242993"/>
                  </a:ext>
                </a:extLst>
              </a:tr>
              <a:tr h="682820">
                <a:tc>
                  <a:txBody>
                    <a:bodyPr/>
                    <a:lstStyle/>
                    <a:p>
                      <a:r>
                        <a:rPr kumimoji="1" lang="ja-JP" altLang="en-US" sz="1400" b="1">
                          <a:latin typeface="+mn-ea"/>
                          <a:ea typeface="+mn-ea"/>
                        </a:rPr>
                        <a:t>ミッション</a:t>
                      </a:r>
                    </a:p>
                  </a:txBody>
                  <a:tcPr/>
                </a:tc>
                <a:tc>
                  <a:txBody>
                    <a:bodyPr/>
                    <a:lstStyle/>
                    <a:p>
                      <a:r>
                        <a:rPr kumimoji="1" lang="ja-JP" altLang="en-US" sz="1400" b="1">
                          <a:latin typeface="+mn-ea"/>
                          <a:ea typeface="+mn-ea"/>
                        </a:rPr>
                        <a:t>エッジ側でクラウドレベルに近いパフォーマンスを実現し、エネルギー効率と処理速度を桁違いに向上させ、お客様の運用コストを大幅に削減する</a:t>
                      </a:r>
                      <a:endParaRPr kumimoji="1" lang="en-US" altLang="ja-JP" sz="1400" b="1">
                        <a:latin typeface="+mn-ea"/>
                        <a:ea typeface="+mn-ea"/>
                      </a:endParaRPr>
                    </a:p>
                  </a:txBody>
                  <a:tcPr/>
                </a:tc>
                <a:extLst>
                  <a:ext uri="{0D108BD9-81ED-4DB2-BD59-A6C34878D82A}">
                    <a16:rowId xmlns:a16="http://schemas.microsoft.com/office/drawing/2014/main" val="2002976671"/>
                  </a:ext>
                </a:extLst>
              </a:tr>
              <a:tr h="299571">
                <a:tc>
                  <a:txBody>
                    <a:bodyPr/>
                    <a:lstStyle/>
                    <a:p>
                      <a:r>
                        <a:rPr kumimoji="1" lang="ja-JP" altLang="en-US" sz="1400" b="1">
                          <a:latin typeface="+mn-ea"/>
                          <a:ea typeface="+mn-ea"/>
                        </a:rPr>
                        <a:t>事業</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a:latin typeface="+mn-ea"/>
                          <a:ea typeface="+mn-ea"/>
                        </a:rPr>
                        <a:t>エッジ</a:t>
                      </a:r>
                      <a:r>
                        <a:rPr kumimoji="1" lang="en" altLang="ja-JP" sz="1400" b="1">
                          <a:latin typeface="+mn-ea"/>
                          <a:ea typeface="+mn-ea"/>
                        </a:rPr>
                        <a:t>AI</a:t>
                      </a:r>
                      <a:r>
                        <a:rPr kumimoji="1" lang="ja-JP" altLang="en-US" sz="1400" b="1">
                          <a:latin typeface="+mn-ea"/>
                          <a:ea typeface="+mn-ea"/>
                        </a:rPr>
                        <a:t>向け半導体およびソフトウェアプラットフォームの開発</a:t>
                      </a:r>
                    </a:p>
                  </a:txBody>
                  <a:tcPr/>
                </a:tc>
                <a:extLst>
                  <a:ext uri="{0D108BD9-81ED-4DB2-BD59-A6C34878D82A}">
                    <a16:rowId xmlns:a16="http://schemas.microsoft.com/office/drawing/2014/main" val="1291188031"/>
                  </a:ext>
                </a:extLst>
              </a:tr>
              <a:tr h="682820">
                <a:tc>
                  <a:txBody>
                    <a:bodyPr/>
                    <a:lstStyle/>
                    <a:p>
                      <a:r>
                        <a:rPr kumimoji="1" lang="ja-JP" altLang="en-US" sz="1400" b="1">
                          <a:latin typeface="+mn-ea"/>
                          <a:ea typeface="+mn-ea"/>
                        </a:rPr>
                        <a:t>事業内容</a:t>
                      </a:r>
                    </a:p>
                  </a:txBody>
                  <a:tcPr/>
                </a:tc>
                <a:tc>
                  <a:txBody>
                    <a:bodyPr/>
                    <a:lstStyle/>
                    <a:p>
                      <a:r>
                        <a:rPr kumimoji="1" lang="ja-JP" altLang="en-US" sz="1400" b="1">
                          <a:latin typeface="+mn-ea"/>
                          <a:ea typeface="+mn-ea"/>
                        </a:rPr>
                        <a:t>エッジ</a:t>
                      </a:r>
                      <a:r>
                        <a:rPr kumimoji="1" lang="en" altLang="ja-JP" sz="1400" b="1">
                          <a:latin typeface="+mn-ea"/>
                          <a:ea typeface="+mn-ea"/>
                        </a:rPr>
                        <a:t>AI</a:t>
                      </a:r>
                      <a:r>
                        <a:rPr kumimoji="1" lang="ja-JP" altLang="en-US" sz="1400" b="1">
                          <a:latin typeface="+mn-ea"/>
                          <a:ea typeface="+mn-ea"/>
                        </a:rPr>
                        <a:t>向け</a:t>
                      </a:r>
                      <a:r>
                        <a:rPr kumimoji="1" lang="en" altLang="ja-JP" sz="1400" b="1">
                          <a:latin typeface="+mn-ea"/>
                          <a:ea typeface="+mn-ea"/>
                        </a:rPr>
                        <a:t>AI</a:t>
                      </a:r>
                      <a:r>
                        <a:rPr kumimoji="1" lang="ja-JP" altLang="en-US" sz="1400" b="1">
                          <a:latin typeface="+mn-ea"/>
                          <a:ea typeface="+mn-ea"/>
                        </a:rPr>
                        <a:t>アクセラレータ（</a:t>
                      </a:r>
                      <a:r>
                        <a:rPr kumimoji="1" lang="en" altLang="ja-JP" sz="1400" b="1">
                          <a:latin typeface="+mn-ea"/>
                          <a:ea typeface="+mn-ea"/>
                        </a:rPr>
                        <a:t>SAKURA</a:t>
                      </a:r>
                      <a:r>
                        <a:rPr kumimoji="1" lang="ja-JP" altLang="en-US" sz="1400" b="1">
                          <a:latin typeface="+mn-ea"/>
                          <a:ea typeface="+mn-ea"/>
                        </a:rPr>
                        <a:t>シリーズ）の開発</a:t>
                      </a:r>
                    </a:p>
                    <a:p>
                      <a:r>
                        <a:rPr kumimoji="1" lang="en" altLang="ja-JP" sz="1400" b="1">
                          <a:latin typeface="+mn-ea"/>
                          <a:ea typeface="+mn-ea"/>
                        </a:rPr>
                        <a:t>AI</a:t>
                      </a:r>
                      <a:r>
                        <a:rPr kumimoji="1" lang="ja-JP" altLang="en-US" sz="1400" b="1">
                          <a:latin typeface="+mn-ea"/>
                          <a:ea typeface="+mn-ea"/>
                        </a:rPr>
                        <a:t>コンパイラ・ランタイム（</a:t>
                      </a:r>
                      <a:r>
                        <a:rPr kumimoji="1" lang="en" altLang="ja-JP" sz="1400" b="1">
                          <a:latin typeface="+mn-ea"/>
                          <a:ea typeface="+mn-ea"/>
                        </a:rPr>
                        <a:t>MERA</a:t>
                      </a:r>
                      <a:r>
                        <a:rPr kumimoji="1" lang="ja-JP" altLang="en" sz="1400" b="1">
                          <a:latin typeface="+mn-ea"/>
                          <a:ea typeface="+mn-ea"/>
                        </a:rPr>
                        <a:t>）</a:t>
                      </a:r>
                      <a:r>
                        <a:rPr kumimoji="1" lang="ja-JP" altLang="en-US" sz="1400" b="1">
                          <a:latin typeface="+mn-ea"/>
                          <a:ea typeface="+mn-ea"/>
                        </a:rPr>
                        <a:t>の開発</a:t>
                      </a:r>
                    </a:p>
                    <a:p>
                      <a:r>
                        <a:rPr kumimoji="1" lang="en" altLang="ja-JP" sz="1400" b="1">
                          <a:latin typeface="+mn-ea"/>
                          <a:ea typeface="+mn-ea"/>
                        </a:rPr>
                        <a:t>AI</a:t>
                      </a:r>
                      <a:r>
                        <a:rPr kumimoji="1" lang="ja-JP" altLang="en-US" sz="1400" b="1">
                          <a:latin typeface="+mn-ea"/>
                          <a:ea typeface="+mn-ea"/>
                        </a:rPr>
                        <a:t>チップおよびソフトウェアの提供</a:t>
                      </a:r>
                    </a:p>
                  </a:txBody>
                  <a:tcPr/>
                </a:tc>
                <a:extLst>
                  <a:ext uri="{0D108BD9-81ED-4DB2-BD59-A6C34878D82A}">
                    <a16:rowId xmlns:a16="http://schemas.microsoft.com/office/drawing/2014/main" val="2256225659"/>
                  </a:ext>
                </a:extLst>
              </a:tr>
              <a:tr h="299571">
                <a:tc>
                  <a:txBody>
                    <a:bodyPr/>
                    <a:lstStyle/>
                    <a:p>
                      <a:r>
                        <a:rPr kumimoji="1" lang="ja-JP" altLang="en-US" sz="1400" b="1">
                          <a:latin typeface="+mn-ea"/>
                          <a:ea typeface="+mn-ea"/>
                        </a:rPr>
                        <a:t>資本金</a:t>
                      </a:r>
                    </a:p>
                  </a:txBody>
                  <a:tcPr/>
                </a:tc>
                <a:tc>
                  <a:txBody>
                    <a:bodyPr/>
                    <a:lstStyle/>
                    <a:p>
                      <a:r>
                        <a:rPr kumimoji="1" lang="en-US" altLang="ja-JP" sz="1400" b="1">
                          <a:latin typeface="+mn-ea"/>
                          <a:ea typeface="+mn-ea"/>
                        </a:rPr>
                        <a:t>1000</a:t>
                      </a:r>
                      <a:r>
                        <a:rPr kumimoji="1" lang="ja-JP" altLang="en-US" sz="1400" b="1">
                          <a:latin typeface="+mn-ea"/>
                          <a:ea typeface="+mn-ea"/>
                        </a:rPr>
                        <a:t>万円</a:t>
                      </a:r>
                    </a:p>
                  </a:txBody>
                  <a:tcPr/>
                </a:tc>
                <a:extLst>
                  <a:ext uri="{0D108BD9-81ED-4DB2-BD59-A6C34878D82A}">
                    <a16:rowId xmlns:a16="http://schemas.microsoft.com/office/drawing/2014/main" val="1536555493"/>
                  </a:ext>
                </a:extLst>
              </a:tr>
              <a:tr h="299571">
                <a:tc>
                  <a:txBody>
                    <a:bodyPr/>
                    <a:lstStyle/>
                    <a:p>
                      <a:r>
                        <a:rPr kumimoji="1" lang="ja-JP" altLang="en-US" sz="1400" b="1">
                          <a:latin typeface="+mn-ea"/>
                          <a:ea typeface="+mn-ea"/>
                        </a:rPr>
                        <a:t>累計資金調達額</a:t>
                      </a:r>
                    </a:p>
                  </a:txBody>
                  <a:tcPr/>
                </a:tc>
                <a:tc>
                  <a:txBody>
                    <a:bodyPr/>
                    <a:lstStyle/>
                    <a:p>
                      <a:r>
                        <a:rPr kumimoji="1" lang="en-US" altLang="ja-JP" sz="1400" b="1">
                          <a:latin typeface="+mn-ea"/>
                          <a:ea typeface="+mn-ea"/>
                        </a:rPr>
                        <a:t>1</a:t>
                      </a:r>
                      <a:r>
                        <a:rPr kumimoji="1" lang="ja-JP" altLang="en-US" sz="1400" b="1">
                          <a:latin typeface="+mn-ea"/>
                          <a:ea typeface="+mn-ea"/>
                        </a:rPr>
                        <a:t>億</a:t>
                      </a:r>
                      <a:r>
                        <a:rPr kumimoji="1" lang="en-US" altLang="ja-JP" sz="1400" b="1">
                          <a:latin typeface="+mn-ea"/>
                          <a:ea typeface="+mn-ea"/>
                        </a:rPr>
                        <a:t>1000</a:t>
                      </a:r>
                      <a:r>
                        <a:rPr kumimoji="1" lang="ja-JP" altLang="en-US" sz="1400" b="1">
                          <a:latin typeface="+mn-ea"/>
                          <a:ea typeface="+mn-ea"/>
                        </a:rPr>
                        <a:t>万米ドル</a:t>
                      </a:r>
                    </a:p>
                  </a:txBody>
                  <a:tcPr/>
                </a:tc>
                <a:extLst>
                  <a:ext uri="{0D108BD9-81ED-4DB2-BD59-A6C34878D82A}">
                    <a16:rowId xmlns:a16="http://schemas.microsoft.com/office/drawing/2014/main" val="2553094341"/>
                  </a:ext>
                </a:extLst>
              </a:tr>
              <a:tr h="299571">
                <a:tc>
                  <a:txBody>
                    <a:bodyPr/>
                    <a:lstStyle/>
                    <a:p>
                      <a:r>
                        <a:rPr kumimoji="1" lang="ja-JP" altLang="en-US" sz="1400" b="1">
                          <a:latin typeface="+mn-ea"/>
                          <a:ea typeface="+mn-ea"/>
                        </a:rPr>
                        <a:t>社員数</a:t>
                      </a:r>
                    </a:p>
                  </a:txBody>
                  <a:tcPr/>
                </a:tc>
                <a:tc>
                  <a:txBody>
                    <a:bodyPr/>
                    <a:lstStyle/>
                    <a:p>
                      <a:r>
                        <a:rPr kumimoji="1" lang="ja-JP" altLang="en-US" sz="1400" b="1">
                          <a:latin typeface="+mn-ea"/>
                          <a:ea typeface="+mn-ea"/>
                        </a:rPr>
                        <a:t>約</a:t>
                      </a:r>
                      <a:r>
                        <a:rPr kumimoji="1" lang="en-US" altLang="ja-JP" sz="1400" b="1">
                          <a:latin typeface="+mn-ea"/>
                          <a:ea typeface="+mn-ea"/>
                        </a:rPr>
                        <a:t>60</a:t>
                      </a:r>
                      <a:r>
                        <a:rPr kumimoji="1" lang="ja-JP" altLang="en-US" sz="1400" b="1">
                          <a:latin typeface="+mn-ea"/>
                          <a:ea typeface="+mn-ea"/>
                        </a:rPr>
                        <a:t>名規模</a:t>
                      </a:r>
                    </a:p>
                  </a:txBody>
                  <a:tcPr/>
                </a:tc>
                <a:extLst>
                  <a:ext uri="{0D108BD9-81ED-4DB2-BD59-A6C34878D82A}">
                    <a16:rowId xmlns:a16="http://schemas.microsoft.com/office/drawing/2014/main" val="1329742258"/>
                  </a:ext>
                </a:extLst>
              </a:tr>
              <a:tr h="299571">
                <a:tc>
                  <a:txBody>
                    <a:bodyPr/>
                    <a:lstStyle/>
                    <a:p>
                      <a:r>
                        <a:rPr kumimoji="1" lang="ja-JP" altLang="en-US" sz="1400" b="1">
                          <a:latin typeface="+mn-ea"/>
                          <a:ea typeface="+mn-ea"/>
                        </a:rPr>
                        <a:t>設立</a:t>
                      </a:r>
                    </a:p>
                  </a:txBody>
                  <a:tcPr/>
                </a:tc>
                <a:tc>
                  <a:txBody>
                    <a:bodyPr/>
                    <a:lstStyle/>
                    <a:p>
                      <a:r>
                        <a:rPr kumimoji="1" lang="en-US" altLang="ja-JP" sz="1400" b="1">
                          <a:latin typeface="+mn-ea"/>
                          <a:ea typeface="+mn-ea"/>
                        </a:rPr>
                        <a:t>2019</a:t>
                      </a:r>
                      <a:r>
                        <a:rPr kumimoji="1" lang="ja-JP" altLang="en-US" sz="1400" b="1">
                          <a:latin typeface="+mn-ea"/>
                          <a:ea typeface="+mn-ea"/>
                        </a:rPr>
                        <a:t>年</a:t>
                      </a:r>
                    </a:p>
                  </a:txBody>
                  <a:tcPr/>
                </a:tc>
                <a:extLst>
                  <a:ext uri="{0D108BD9-81ED-4DB2-BD59-A6C34878D82A}">
                    <a16:rowId xmlns:a16="http://schemas.microsoft.com/office/drawing/2014/main" val="2243691042"/>
                  </a:ext>
                </a:extLst>
              </a:tr>
              <a:tr h="299571">
                <a:tc>
                  <a:txBody>
                    <a:bodyPr/>
                    <a:lstStyle/>
                    <a:p>
                      <a:r>
                        <a:rPr kumimoji="1" lang="ja-JP" altLang="en-US" sz="1400" b="1">
                          <a:latin typeface="+mn-ea"/>
                          <a:ea typeface="+mn-ea"/>
                        </a:rPr>
                        <a:t>他拠点</a:t>
                      </a:r>
                    </a:p>
                  </a:txBody>
                  <a:tcPr/>
                </a:tc>
                <a:tc>
                  <a:txBody>
                    <a:bodyPr/>
                    <a:lstStyle/>
                    <a:p>
                      <a:r>
                        <a:rPr kumimoji="1" lang="ja-JP" altLang="en-US" sz="1400" b="1" dirty="0">
                          <a:latin typeface="+mn-ea"/>
                          <a:ea typeface="+mn-ea"/>
                        </a:rPr>
                        <a:t>インド、アメリカ、シンガポール</a:t>
                      </a:r>
                    </a:p>
                  </a:txBody>
                  <a:tcPr/>
                </a:tc>
                <a:extLst>
                  <a:ext uri="{0D108BD9-81ED-4DB2-BD59-A6C34878D82A}">
                    <a16:rowId xmlns:a16="http://schemas.microsoft.com/office/drawing/2014/main" val="1703211219"/>
                  </a:ext>
                </a:extLst>
              </a:tr>
            </a:tbl>
          </a:graphicData>
        </a:graphic>
      </p:graphicFrame>
    </p:spTree>
    <p:extLst>
      <p:ext uri="{BB962C8B-B14F-4D97-AF65-F5344CB8AC3E}">
        <p14:creationId xmlns:p14="http://schemas.microsoft.com/office/powerpoint/2010/main" val="2660636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6D05-AD96-43C7-0007-8052B1F505BD}"/>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ED2526A2-D2EF-E8A0-51CA-CB8CFF4A2549}"/>
              </a:ext>
            </a:extLst>
          </p:cNvPr>
          <p:cNvSpPr>
            <a:spLocks noGrp="1"/>
          </p:cNvSpPr>
          <p:nvPr>
            <p:ph type="title"/>
          </p:nvPr>
        </p:nvSpPr>
        <p:spPr/>
        <p:txBody>
          <a:bodyPr/>
          <a:lstStyle/>
          <a:p>
            <a:r>
              <a:rPr lang="en-US" altLang="ja-JP" dirty="0" err="1">
                <a:latin typeface="+mn-ea"/>
                <a:ea typeface="+mn-ea"/>
              </a:rPr>
              <a:t>EdgeCortix</a:t>
            </a:r>
            <a:r>
              <a:rPr lang="en-US" altLang="ja-JP" dirty="0">
                <a:latin typeface="+mn-ea"/>
                <a:ea typeface="+mn-ea"/>
              </a:rPr>
              <a:t> AI</a:t>
            </a:r>
            <a:r>
              <a:rPr lang="ja-JP" altLang="en-US" dirty="0">
                <a:latin typeface="+mn-ea"/>
                <a:ea typeface="+mn-ea"/>
              </a:rPr>
              <a:t>アクセラレーター</a:t>
            </a:r>
          </a:p>
        </p:txBody>
      </p:sp>
      <p:sp>
        <p:nvSpPr>
          <p:cNvPr id="8" name="コンテンツ プレースホルダー 7">
            <a:extLst>
              <a:ext uri="{FF2B5EF4-FFF2-40B4-BE49-F238E27FC236}">
                <a16:creationId xmlns:a16="http://schemas.microsoft.com/office/drawing/2014/main" id="{5BD543B4-772E-4C3B-1171-75FE4D6CC62A}"/>
              </a:ext>
            </a:extLst>
          </p:cNvPr>
          <p:cNvSpPr>
            <a:spLocks noGrp="1"/>
          </p:cNvSpPr>
          <p:nvPr>
            <p:ph idx="11"/>
          </p:nvPr>
        </p:nvSpPr>
        <p:spPr/>
        <p:txBody>
          <a:bodyPr>
            <a:normAutofit/>
          </a:bodyPr>
          <a:lstStyle/>
          <a:p>
            <a:r>
              <a:rPr lang="ja-JP" altLang="en-US">
                <a:latin typeface="+mn-ea"/>
                <a:ea typeface="+mn-ea"/>
              </a:rPr>
              <a:t>コンパイラを含めハード・ソフトのフルスタック販売で差別化し、そのうち</a:t>
            </a:r>
            <a:r>
              <a:rPr lang="en-US" altLang="ja-JP">
                <a:latin typeface="+mn-ea"/>
                <a:ea typeface="+mn-ea"/>
              </a:rPr>
              <a:t>ASIC</a:t>
            </a:r>
            <a:r>
              <a:rPr lang="ja-JP" altLang="en-US">
                <a:latin typeface="+mn-ea"/>
                <a:ea typeface="+mn-ea"/>
              </a:rPr>
              <a:t>が</a:t>
            </a:r>
            <a:r>
              <a:rPr lang="en-US" altLang="ja-JP">
                <a:latin typeface="+mn-ea"/>
                <a:ea typeface="+mn-ea"/>
              </a:rPr>
              <a:t>SAKURA-II</a:t>
            </a:r>
            <a:r>
              <a:rPr lang="ja-JP" altLang="en-US">
                <a:latin typeface="+mn-ea"/>
                <a:ea typeface="+mn-ea"/>
              </a:rPr>
              <a:t>。</a:t>
            </a:r>
          </a:p>
        </p:txBody>
      </p:sp>
      <p:sp>
        <p:nvSpPr>
          <p:cNvPr id="2" name="角丸四角形 1">
            <a:extLst>
              <a:ext uri="{FF2B5EF4-FFF2-40B4-BE49-F238E27FC236}">
                <a16:creationId xmlns:a16="http://schemas.microsoft.com/office/drawing/2014/main" id="{DFEAF3B3-B2EA-587C-C2B2-71166AC18B8C}"/>
              </a:ext>
            </a:extLst>
          </p:cNvPr>
          <p:cNvSpPr/>
          <p:nvPr/>
        </p:nvSpPr>
        <p:spPr>
          <a:xfrm>
            <a:off x="460431" y="1454181"/>
            <a:ext cx="3841346" cy="4747114"/>
          </a:xfrm>
          <a:prstGeom prst="roundRect">
            <a:avLst>
              <a:gd name="adj" fmla="val 4300"/>
            </a:avLst>
          </a:prstGeom>
          <a:solidFill>
            <a:srgbClr val="11131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pic>
        <p:nvPicPr>
          <p:cNvPr id="7" name="図 6">
            <a:extLst>
              <a:ext uri="{FF2B5EF4-FFF2-40B4-BE49-F238E27FC236}">
                <a16:creationId xmlns:a16="http://schemas.microsoft.com/office/drawing/2014/main" id="{407AC520-15A0-D79D-2670-5C998854AB6C}"/>
              </a:ext>
            </a:extLst>
          </p:cNvPr>
          <p:cNvPicPr>
            <a:picLocks noChangeAspect="1"/>
          </p:cNvPicPr>
          <p:nvPr/>
        </p:nvPicPr>
        <p:blipFill>
          <a:blip r:embed="rId3"/>
          <a:srcRect l="6180" t="2380" b="4247"/>
          <a:stretch>
            <a:fillRect/>
          </a:stretch>
        </p:blipFill>
        <p:spPr>
          <a:xfrm>
            <a:off x="460429" y="1770706"/>
            <a:ext cx="3841345" cy="4385067"/>
          </a:xfrm>
          <a:prstGeom prst="rect">
            <a:avLst/>
          </a:prstGeom>
        </p:spPr>
      </p:pic>
      <p:graphicFrame>
        <p:nvGraphicFramePr>
          <p:cNvPr id="25" name="表 24">
            <a:extLst>
              <a:ext uri="{FF2B5EF4-FFF2-40B4-BE49-F238E27FC236}">
                <a16:creationId xmlns:a16="http://schemas.microsoft.com/office/drawing/2014/main" id="{A7F6EDBC-8A83-38AB-8725-2E8D29202487}"/>
              </a:ext>
            </a:extLst>
          </p:cNvPr>
          <p:cNvGraphicFramePr>
            <a:graphicFrameLocks noGrp="1"/>
          </p:cNvGraphicFramePr>
          <p:nvPr/>
        </p:nvGraphicFramePr>
        <p:xfrm>
          <a:off x="4413504" y="1464302"/>
          <a:ext cx="7668767" cy="4053840"/>
        </p:xfrm>
        <a:graphic>
          <a:graphicData uri="http://schemas.openxmlformats.org/drawingml/2006/table">
            <a:tbl>
              <a:tblPr firstRow="1" bandRow="1">
                <a:tableStyleId>{5C22544A-7EE6-4342-B048-85BDC9FD1C3A}</a:tableStyleId>
              </a:tblPr>
              <a:tblGrid>
                <a:gridCol w="1816608">
                  <a:extLst>
                    <a:ext uri="{9D8B030D-6E8A-4147-A177-3AD203B41FA5}">
                      <a16:colId xmlns:a16="http://schemas.microsoft.com/office/drawing/2014/main" val="1419745886"/>
                    </a:ext>
                  </a:extLst>
                </a:gridCol>
                <a:gridCol w="2576215">
                  <a:extLst>
                    <a:ext uri="{9D8B030D-6E8A-4147-A177-3AD203B41FA5}">
                      <a16:colId xmlns:a16="http://schemas.microsoft.com/office/drawing/2014/main" val="709954091"/>
                    </a:ext>
                  </a:extLst>
                </a:gridCol>
                <a:gridCol w="3275944">
                  <a:extLst>
                    <a:ext uri="{9D8B030D-6E8A-4147-A177-3AD203B41FA5}">
                      <a16:colId xmlns:a16="http://schemas.microsoft.com/office/drawing/2014/main" val="1705949314"/>
                    </a:ext>
                  </a:extLst>
                </a:gridCol>
              </a:tblGrid>
              <a:tr h="202321">
                <a:tc>
                  <a:txBody>
                    <a:bodyPr/>
                    <a:lstStyle/>
                    <a:p>
                      <a:r>
                        <a:rPr kumimoji="1" lang="ja-JP" altLang="en-US" sz="1400" b="1">
                          <a:latin typeface="+mn-ea"/>
                          <a:ea typeface="+mn-ea"/>
                        </a:rPr>
                        <a:t>種類</a:t>
                      </a:r>
                    </a:p>
                  </a:txBody>
                  <a:tcPr/>
                </a:tc>
                <a:tc>
                  <a:txBody>
                    <a:bodyPr/>
                    <a:lstStyle/>
                    <a:p>
                      <a:r>
                        <a:rPr kumimoji="1" lang="ja-JP" altLang="en-US" sz="1400" b="1">
                          <a:latin typeface="+mn-ea"/>
                          <a:ea typeface="+mn-ea"/>
                        </a:rPr>
                        <a:t>製品</a:t>
                      </a:r>
                      <a:endParaRPr kumimoji="1" lang="en-US" altLang="ja-JP" sz="1400" b="1">
                        <a:latin typeface="+mn-ea"/>
                        <a:ea typeface="+mn-ea"/>
                      </a:endParaRPr>
                    </a:p>
                  </a:txBody>
                  <a:tcPr/>
                </a:tc>
                <a:tc>
                  <a:txBody>
                    <a:bodyPr/>
                    <a:lstStyle/>
                    <a:p>
                      <a:r>
                        <a:rPr kumimoji="1" lang="ja-JP" altLang="en-US" sz="1400" b="1">
                          <a:latin typeface="+mn-ea"/>
                          <a:ea typeface="+mn-ea"/>
                        </a:rPr>
                        <a:t>説明</a:t>
                      </a:r>
                      <a:endParaRPr kumimoji="1" lang="en-US" altLang="ja-JP" sz="1400" b="1">
                        <a:latin typeface="+mn-ea"/>
                        <a:ea typeface="+mn-ea"/>
                      </a:endParaRPr>
                    </a:p>
                  </a:txBody>
                  <a:tcPr/>
                </a:tc>
                <a:extLst>
                  <a:ext uri="{0D108BD9-81ED-4DB2-BD59-A6C34878D82A}">
                    <a16:rowId xmlns:a16="http://schemas.microsoft.com/office/drawing/2014/main" val="685223344"/>
                  </a:ext>
                </a:extLst>
              </a:tr>
              <a:tr h="202321">
                <a:tc>
                  <a:txBody>
                    <a:bodyPr/>
                    <a:lstStyle/>
                    <a:p>
                      <a:r>
                        <a:rPr kumimoji="1" lang="en" altLang="ja-JP" sz="1400" b="1">
                          <a:latin typeface="+mn-ea"/>
                          <a:ea typeface="+mn-ea"/>
                        </a:rPr>
                        <a:t>AI</a:t>
                      </a:r>
                      <a:r>
                        <a:rPr kumimoji="1" lang="ja-JP" altLang="en-US" sz="1400" b="1">
                          <a:latin typeface="+mn-ea"/>
                          <a:ea typeface="+mn-ea"/>
                        </a:rPr>
                        <a:t>アクセラレータ（</a:t>
                      </a:r>
                      <a:r>
                        <a:rPr kumimoji="1" lang="en" altLang="ja-JP" sz="1400" b="1">
                          <a:latin typeface="+mn-ea"/>
                          <a:ea typeface="+mn-ea"/>
                        </a:rPr>
                        <a:t>ASIC</a:t>
                      </a:r>
                      <a:r>
                        <a:rPr kumimoji="1" lang="ja-JP" altLang="en" sz="1400" b="1">
                          <a:latin typeface="+mn-ea"/>
                          <a:ea typeface="+mn-ea"/>
                        </a:rPr>
                        <a:t>）</a:t>
                      </a:r>
                      <a:endParaRPr kumimoji="1" lang="ja-JP" altLang="en-US" sz="1400" b="1">
                        <a:latin typeface="+mn-ea"/>
                        <a:ea typeface="+mn-ea"/>
                      </a:endParaRPr>
                    </a:p>
                  </a:txBody>
                  <a:tcPr/>
                </a:tc>
                <a:tc>
                  <a:txBody>
                    <a:bodyPr/>
                    <a:lstStyle/>
                    <a:p>
                      <a:r>
                        <a:rPr kumimoji="1" lang="en" altLang="ja-JP" sz="1400" b="1">
                          <a:latin typeface="+mn-ea"/>
                          <a:ea typeface="+mn-ea"/>
                        </a:rPr>
                        <a:t>SAKURA-II</a:t>
                      </a:r>
                    </a:p>
                  </a:txBody>
                  <a:tcPr/>
                </a:tc>
                <a:tc>
                  <a:txBody>
                    <a:bodyPr/>
                    <a:lstStyle/>
                    <a:p>
                      <a:r>
                        <a:rPr kumimoji="1" lang="en" altLang="ja-JP" sz="1400" b="1">
                          <a:latin typeface="+mn-ea"/>
                          <a:ea typeface="+mn-ea"/>
                        </a:rPr>
                        <a:t>Edge AI</a:t>
                      </a:r>
                      <a:r>
                        <a:rPr kumimoji="1" lang="ja-JP" altLang="en-US" sz="1400" b="1">
                          <a:latin typeface="+mn-ea"/>
                          <a:ea typeface="+mn-ea"/>
                        </a:rPr>
                        <a:t>向けの低消費電力</a:t>
                      </a:r>
                      <a:r>
                        <a:rPr kumimoji="1" lang="en" altLang="ja-JP" sz="1400" b="1">
                          <a:latin typeface="+mn-ea"/>
                          <a:ea typeface="+mn-ea"/>
                        </a:rPr>
                        <a:t>AI</a:t>
                      </a:r>
                      <a:r>
                        <a:rPr kumimoji="1" lang="ja-JP" altLang="en-US" sz="1400" b="1">
                          <a:latin typeface="+mn-ea"/>
                          <a:ea typeface="+mn-ea"/>
                        </a:rPr>
                        <a:t>アクセラレータ</a:t>
                      </a:r>
                    </a:p>
                  </a:txBody>
                  <a:tcPr/>
                </a:tc>
                <a:extLst>
                  <a:ext uri="{0D108BD9-81ED-4DB2-BD59-A6C34878D82A}">
                    <a16:rowId xmlns:a16="http://schemas.microsoft.com/office/drawing/2014/main" val="3390230735"/>
                  </a:ext>
                </a:extLst>
              </a:tr>
              <a:tr h="353612">
                <a:tc>
                  <a:txBody>
                    <a:bodyPr/>
                    <a:lstStyle/>
                    <a:p>
                      <a:r>
                        <a:rPr kumimoji="1" lang="en" altLang="ja-JP" sz="1400" b="1">
                          <a:latin typeface="+mn-ea"/>
                          <a:ea typeface="+mn-ea"/>
                        </a:rPr>
                        <a:t>AI</a:t>
                      </a:r>
                      <a:r>
                        <a:rPr kumimoji="1" lang="ja-JP" altLang="en-US" sz="1400" b="1">
                          <a:latin typeface="+mn-ea"/>
                          <a:ea typeface="+mn-ea"/>
                        </a:rPr>
                        <a:t>アクセラレータモジュール</a:t>
                      </a:r>
                    </a:p>
                  </a:txBody>
                  <a:tcPr/>
                </a:tc>
                <a:tc>
                  <a:txBody>
                    <a:bodyPr/>
                    <a:lstStyle/>
                    <a:p>
                      <a:r>
                        <a:rPr kumimoji="1" lang="en" altLang="ja-JP" sz="1400" b="1">
                          <a:latin typeface="+mn-ea"/>
                          <a:ea typeface="+mn-ea"/>
                        </a:rPr>
                        <a:t>SAKURA-II M.2 Module</a:t>
                      </a:r>
                      <a:endParaRPr kumimoji="1" lang="ja-JP" altLang="en-US" sz="1400" b="1">
                        <a:latin typeface="+mn-ea"/>
                        <a:ea typeface="+mn-ea"/>
                      </a:endParaRPr>
                    </a:p>
                  </a:txBody>
                  <a:tcPr/>
                </a:tc>
                <a:tc>
                  <a:txBody>
                    <a:bodyPr/>
                    <a:lstStyle/>
                    <a:p>
                      <a:r>
                        <a:rPr kumimoji="1" lang="en" altLang="ja-JP" sz="1400" b="1">
                          <a:latin typeface="+mn-ea"/>
                          <a:ea typeface="+mn-ea"/>
                        </a:rPr>
                        <a:t>M.2</a:t>
                      </a:r>
                      <a:r>
                        <a:rPr kumimoji="1" lang="ja-JP" altLang="en-US" sz="1400" b="1">
                          <a:latin typeface="+mn-ea"/>
                          <a:ea typeface="+mn-ea"/>
                        </a:rPr>
                        <a:t>フォームファクタの小型</a:t>
                      </a:r>
                      <a:r>
                        <a:rPr kumimoji="1" lang="en" altLang="ja-JP" sz="1400" b="1">
                          <a:latin typeface="+mn-ea"/>
                          <a:ea typeface="+mn-ea"/>
                        </a:rPr>
                        <a:t>Edge AI</a:t>
                      </a:r>
                      <a:r>
                        <a:rPr kumimoji="1" lang="ja-JP" altLang="en-US" sz="1400" b="1">
                          <a:latin typeface="+mn-ea"/>
                          <a:ea typeface="+mn-ea"/>
                        </a:rPr>
                        <a:t>アクセラレータモジュール（組込み機器向け）</a:t>
                      </a:r>
                    </a:p>
                  </a:txBody>
                  <a:tcPr/>
                </a:tc>
                <a:extLst>
                  <a:ext uri="{0D108BD9-81ED-4DB2-BD59-A6C34878D82A}">
                    <a16:rowId xmlns:a16="http://schemas.microsoft.com/office/drawing/2014/main" val="371726779"/>
                  </a:ext>
                </a:extLst>
              </a:tr>
              <a:tr h="202321">
                <a:tc>
                  <a:txBody>
                    <a:bodyPr/>
                    <a:lstStyle/>
                    <a:p>
                      <a:r>
                        <a:rPr kumimoji="1" lang="en" altLang="ja-JP" sz="1400" b="1">
                          <a:latin typeface="+mn-ea"/>
                          <a:ea typeface="+mn-ea"/>
                        </a:rPr>
                        <a:t>AI</a:t>
                      </a:r>
                      <a:r>
                        <a:rPr kumimoji="1" lang="ja-JP" altLang="en-US" sz="1400" b="1">
                          <a:latin typeface="+mn-ea"/>
                          <a:ea typeface="+mn-ea"/>
                        </a:rPr>
                        <a:t>アクセラレータカード</a:t>
                      </a:r>
                    </a:p>
                  </a:txBody>
                  <a:tcPr/>
                </a:tc>
                <a:tc>
                  <a:txBody>
                    <a:bodyPr/>
                    <a:lstStyle/>
                    <a:p>
                      <a:r>
                        <a:rPr kumimoji="1" lang="en" altLang="ja-JP" sz="1400" b="1">
                          <a:latin typeface="+mn-ea"/>
                          <a:ea typeface="+mn-ea"/>
                        </a:rPr>
                        <a:t>SAKURA-II PCIe Card</a:t>
                      </a:r>
                      <a:endParaRPr kumimoji="1" lang="ja-JP" altLang="en-US" sz="1400" b="1">
                        <a:latin typeface="+mn-ea"/>
                        <a:ea typeface="+mn-ea"/>
                      </a:endParaRPr>
                    </a:p>
                  </a:txBody>
                  <a:tcPr/>
                </a:tc>
                <a:tc>
                  <a:txBody>
                    <a:bodyPr/>
                    <a:lstStyle/>
                    <a:p>
                      <a:r>
                        <a:rPr kumimoji="1" lang="en" altLang="ja-JP" sz="1400" b="1">
                          <a:latin typeface="+mn-ea"/>
                          <a:ea typeface="+mn-ea"/>
                        </a:rPr>
                        <a:t>PCIe</a:t>
                      </a:r>
                      <a:r>
                        <a:rPr kumimoji="1" lang="ja-JP" altLang="en-US" sz="1400" b="1">
                          <a:latin typeface="+mn-ea"/>
                          <a:ea typeface="+mn-ea"/>
                        </a:rPr>
                        <a:t>スロットに挿入する</a:t>
                      </a:r>
                      <a:r>
                        <a:rPr kumimoji="1" lang="en" altLang="ja-JP" sz="1400" b="1">
                          <a:latin typeface="+mn-ea"/>
                          <a:ea typeface="+mn-ea"/>
                        </a:rPr>
                        <a:t>AI</a:t>
                      </a:r>
                      <a:r>
                        <a:rPr kumimoji="1" lang="ja-JP" altLang="en-US" sz="1400" b="1">
                          <a:latin typeface="+mn-ea"/>
                          <a:ea typeface="+mn-ea"/>
                        </a:rPr>
                        <a:t>推論アクセラレータカード（既存サーバ拡張用）</a:t>
                      </a:r>
                    </a:p>
                  </a:txBody>
                  <a:tcPr/>
                </a:tc>
                <a:extLst>
                  <a:ext uri="{0D108BD9-81ED-4DB2-BD59-A6C34878D82A}">
                    <a16:rowId xmlns:a16="http://schemas.microsoft.com/office/drawing/2014/main" val="1730242993"/>
                  </a:ext>
                </a:extLst>
              </a:tr>
              <a:tr h="453244">
                <a:tc>
                  <a:txBody>
                    <a:bodyPr/>
                    <a:lstStyle/>
                    <a:p>
                      <a:r>
                        <a:rPr kumimoji="1" lang="ja-JP" altLang="en-US" sz="1400" b="1">
                          <a:latin typeface="+mn-ea"/>
                          <a:ea typeface="+mn-ea"/>
                        </a:rPr>
                        <a:t>開発キット</a:t>
                      </a:r>
                    </a:p>
                  </a:txBody>
                  <a:tcPr/>
                </a:tc>
                <a:tc>
                  <a:txBody>
                    <a:bodyPr/>
                    <a:lstStyle/>
                    <a:p>
                      <a:r>
                        <a:rPr kumimoji="1" lang="en-US" altLang="ja-JP" sz="1400" b="1">
                          <a:latin typeface="+mn-ea"/>
                          <a:ea typeface="+mn-ea"/>
                        </a:rPr>
                        <a:t>SAKURA-II Dev System	</a:t>
                      </a:r>
                    </a:p>
                  </a:txBody>
                  <a:tcPr/>
                </a:tc>
                <a:tc>
                  <a:txBody>
                    <a:bodyPr/>
                    <a:lstStyle/>
                    <a:p>
                      <a:r>
                        <a:rPr kumimoji="1" lang="en-US" altLang="ja-JP" sz="1400" b="1">
                          <a:latin typeface="+mn-ea"/>
                          <a:ea typeface="+mn-ea"/>
                        </a:rPr>
                        <a:t>AI</a:t>
                      </a:r>
                      <a:r>
                        <a:rPr kumimoji="1" lang="ja-JP" altLang="en-US" sz="1400" b="1">
                          <a:latin typeface="+mn-ea"/>
                          <a:ea typeface="+mn-ea"/>
                        </a:rPr>
                        <a:t>アプリ開発・評価用の開発システム（</a:t>
                      </a:r>
                      <a:r>
                        <a:rPr kumimoji="1" lang="en-US" altLang="ja-JP" sz="1400" b="1">
                          <a:latin typeface="+mn-ea"/>
                          <a:ea typeface="+mn-ea"/>
                        </a:rPr>
                        <a:t>M.2 / PCIe</a:t>
                      </a:r>
                      <a:r>
                        <a:rPr kumimoji="1" lang="ja-JP" altLang="en-US" sz="1400" b="1">
                          <a:latin typeface="+mn-ea"/>
                          <a:ea typeface="+mn-ea"/>
                        </a:rPr>
                        <a:t>構成）</a:t>
                      </a:r>
                      <a:endParaRPr kumimoji="1" lang="en-US" altLang="ja-JP" sz="1400" b="1">
                        <a:latin typeface="+mn-ea"/>
                        <a:ea typeface="+mn-ea"/>
                      </a:endParaRPr>
                    </a:p>
                  </a:txBody>
                  <a:tcPr/>
                </a:tc>
                <a:extLst>
                  <a:ext uri="{0D108BD9-81ED-4DB2-BD59-A6C34878D82A}">
                    <a16:rowId xmlns:a16="http://schemas.microsoft.com/office/drawing/2014/main" val="2002976671"/>
                  </a:ext>
                </a:extLst>
              </a:tr>
              <a:tr h="202321">
                <a:tc>
                  <a:txBody>
                    <a:bodyPr/>
                    <a:lstStyle/>
                    <a:p>
                      <a:r>
                        <a:rPr kumimoji="1" lang="en" altLang="ja-JP" sz="1400" b="1">
                          <a:latin typeface="+mn-ea"/>
                          <a:ea typeface="+mn-ea"/>
                        </a:rPr>
                        <a:t>AI</a:t>
                      </a:r>
                      <a:r>
                        <a:rPr kumimoji="1" lang="ja-JP" altLang="en-US" sz="1400" b="1">
                          <a:latin typeface="+mn-ea"/>
                          <a:ea typeface="+mn-ea"/>
                        </a:rPr>
                        <a:t>ソフトウェア</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400" b="1">
                          <a:latin typeface="+mn-ea"/>
                          <a:ea typeface="+mn-ea"/>
                        </a:rPr>
                        <a:t>MERA Compiler &amp; Framework</a:t>
                      </a:r>
                      <a:endParaRPr kumimoji="1" lang="ja-JP" altLang="en-US" sz="1400" b="1">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400" b="1">
                          <a:latin typeface="+mn-ea"/>
                          <a:ea typeface="+mn-ea"/>
                        </a:rPr>
                        <a:t>AI</a:t>
                      </a:r>
                      <a:r>
                        <a:rPr kumimoji="1" lang="ja-JP" altLang="en-US" sz="1400" b="1">
                          <a:latin typeface="+mn-ea"/>
                          <a:ea typeface="+mn-ea"/>
                        </a:rPr>
                        <a:t>モデルのコンパイル・最適化・推論実行を行う</a:t>
                      </a:r>
                      <a:r>
                        <a:rPr kumimoji="1" lang="en" altLang="ja-JP" sz="1400" b="1">
                          <a:latin typeface="+mn-ea"/>
                          <a:ea typeface="+mn-ea"/>
                        </a:rPr>
                        <a:t>Edge AI</a:t>
                      </a:r>
                      <a:r>
                        <a:rPr kumimoji="1" lang="ja-JP" altLang="en-US" sz="1400" b="1">
                          <a:latin typeface="+mn-ea"/>
                          <a:ea typeface="+mn-ea"/>
                        </a:rPr>
                        <a:t>ソフトウェアスタック</a:t>
                      </a:r>
                    </a:p>
                  </a:txBody>
                  <a:tcPr/>
                </a:tc>
                <a:extLst>
                  <a:ext uri="{0D108BD9-81ED-4DB2-BD59-A6C34878D82A}">
                    <a16:rowId xmlns:a16="http://schemas.microsoft.com/office/drawing/2014/main" val="1291188031"/>
                  </a:ext>
                </a:extLst>
              </a:tr>
              <a:tr h="453244">
                <a:tc>
                  <a:txBody>
                    <a:bodyPr/>
                    <a:lstStyle/>
                    <a:p>
                      <a:r>
                        <a:rPr kumimoji="1" lang="en" altLang="ja-JP" sz="1400" b="1">
                          <a:latin typeface="+mn-ea"/>
                          <a:ea typeface="+mn-ea"/>
                        </a:rPr>
                        <a:t>AI</a:t>
                      </a:r>
                      <a:r>
                        <a:rPr kumimoji="1" lang="ja-JP" altLang="en-US" sz="1400" b="1">
                          <a:latin typeface="+mn-ea"/>
                          <a:ea typeface="+mn-ea"/>
                        </a:rPr>
                        <a:t>アーキテクチャ</a:t>
                      </a:r>
                      <a:r>
                        <a:rPr kumimoji="1" lang="en" altLang="ja-JP" sz="1400" b="1">
                          <a:latin typeface="+mn-ea"/>
                          <a:ea typeface="+mn-ea"/>
                        </a:rPr>
                        <a:t>IP</a:t>
                      </a:r>
                      <a:endParaRPr kumimoji="1" lang="ja-JP" altLang="en-US" sz="1400" b="1">
                        <a:latin typeface="+mn-ea"/>
                        <a:ea typeface="+mn-ea"/>
                      </a:endParaRPr>
                    </a:p>
                  </a:txBody>
                  <a:tcPr/>
                </a:tc>
                <a:tc>
                  <a:txBody>
                    <a:bodyPr/>
                    <a:lstStyle/>
                    <a:p>
                      <a:r>
                        <a:rPr kumimoji="1" lang="en" altLang="ja-JP" sz="1400" b="1">
                          <a:latin typeface="+mn-ea"/>
                          <a:ea typeface="+mn-ea"/>
                        </a:rPr>
                        <a:t>Dynamic Neural Accelerator (DNA)</a:t>
                      </a:r>
                      <a:endParaRPr kumimoji="1" lang="ja-JP" altLang="en-US" sz="1400" b="1">
                        <a:latin typeface="+mn-ea"/>
                        <a:ea typeface="+mn-ea"/>
                      </a:endParaRPr>
                    </a:p>
                  </a:txBody>
                  <a:tcPr/>
                </a:tc>
                <a:tc>
                  <a:txBody>
                    <a:bodyPr/>
                    <a:lstStyle/>
                    <a:p>
                      <a:r>
                        <a:rPr kumimoji="1" lang="ja-JP" altLang="en-US" sz="1400" b="1" dirty="0">
                          <a:latin typeface="+mn-ea"/>
                          <a:ea typeface="+mn-ea"/>
                        </a:rPr>
                        <a:t>モデルに応じて動的に再構成される</a:t>
                      </a:r>
                      <a:r>
                        <a:rPr kumimoji="1" lang="en" altLang="ja-JP" sz="1400" b="1" dirty="0">
                          <a:latin typeface="+mn-ea"/>
                          <a:ea typeface="+mn-ea"/>
                        </a:rPr>
                        <a:t>AI</a:t>
                      </a:r>
                      <a:r>
                        <a:rPr kumimoji="1" lang="ja-JP" altLang="en-US" sz="1400" b="1" dirty="0">
                          <a:latin typeface="+mn-ea"/>
                          <a:ea typeface="+mn-ea"/>
                        </a:rPr>
                        <a:t>アクセラレータアーキテクチャ</a:t>
                      </a:r>
                    </a:p>
                    <a:p>
                      <a:endParaRPr kumimoji="1" lang="ja-JP" altLang="en-US" sz="1400" b="1" dirty="0">
                        <a:latin typeface="+mn-ea"/>
                        <a:ea typeface="+mn-ea"/>
                      </a:endParaRPr>
                    </a:p>
                  </a:txBody>
                  <a:tcPr/>
                </a:tc>
                <a:extLst>
                  <a:ext uri="{0D108BD9-81ED-4DB2-BD59-A6C34878D82A}">
                    <a16:rowId xmlns:a16="http://schemas.microsoft.com/office/drawing/2014/main" val="2256225659"/>
                  </a:ext>
                </a:extLst>
              </a:tr>
            </a:tbl>
          </a:graphicData>
        </a:graphic>
      </p:graphicFrame>
    </p:spTree>
    <p:extLst>
      <p:ext uri="{BB962C8B-B14F-4D97-AF65-F5344CB8AC3E}">
        <p14:creationId xmlns:p14="http://schemas.microsoft.com/office/powerpoint/2010/main" val="165987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98E00-4FBF-A3E3-E17A-193F4918B6F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4B755429-B878-5B61-D2B1-364A1A9462E4}"/>
              </a:ext>
            </a:extLst>
          </p:cNvPr>
          <p:cNvSpPr>
            <a:spLocks noGrp="1"/>
          </p:cNvSpPr>
          <p:nvPr>
            <p:ph type="title"/>
          </p:nvPr>
        </p:nvSpPr>
        <p:spPr/>
        <p:txBody>
          <a:bodyPr/>
          <a:lstStyle/>
          <a:p>
            <a:r>
              <a:rPr kumimoji="1" lang="ja-JP" altLang="en-US">
                <a:latin typeface="+mn-ea"/>
                <a:ea typeface="+mn-ea"/>
              </a:rPr>
              <a:t>技術検証にて実証出来た結果</a:t>
            </a:r>
          </a:p>
        </p:txBody>
      </p:sp>
      <p:sp>
        <p:nvSpPr>
          <p:cNvPr id="5" name="四角形: 角を丸くする 4">
            <a:extLst>
              <a:ext uri="{FF2B5EF4-FFF2-40B4-BE49-F238E27FC236}">
                <a16:creationId xmlns:a16="http://schemas.microsoft.com/office/drawing/2014/main" id="{1F608C05-23D2-1C02-7FAA-7022E2A6ECF6}"/>
              </a:ext>
            </a:extLst>
          </p:cNvPr>
          <p:cNvSpPr/>
          <p:nvPr/>
        </p:nvSpPr>
        <p:spPr>
          <a:xfrm>
            <a:off x="92020" y="1019859"/>
            <a:ext cx="2396246" cy="1230973"/>
          </a:xfrm>
          <a:prstGeom prst="roundRect">
            <a:avLst/>
          </a:prstGeom>
          <a:solidFill>
            <a:srgbClr val="0F9ED5">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0" i="0" u="none" strike="noStrike" kern="0" cap="none" spc="0" normalizeH="0" baseline="0" noProof="0">
                <a:ln>
                  <a:noFill/>
                </a:ln>
                <a:solidFill>
                  <a:prstClr val="black"/>
                </a:solidFill>
                <a:effectLst/>
                <a:uLnTx/>
                <a:uFillTx/>
                <a:latin typeface="+mn-ea"/>
              </a:rPr>
              <a:t>想定していた効果</a:t>
            </a:r>
          </a:p>
        </p:txBody>
      </p:sp>
      <p:sp>
        <p:nvSpPr>
          <p:cNvPr id="11" name="四角形: 角を丸くする 10">
            <a:extLst>
              <a:ext uri="{FF2B5EF4-FFF2-40B4-BE49-F238E27FC236}">
                <a16:creationId xmlns:a16="http://schemas.microsoft.com/office/drawing/2014/main" id="{84CE7747-182A-4BFC-9EA1-9871984886DC}"/>
              </a:ext>
            </a:extLst>
          </p:cNvPr>
          <p:cNvSpPr/>
          <p:nvPr/>
        </p:nvSpPr>
        <p:spPr>
          <a:xfrm>
            <a:off x="92020" y="3017058"/>
            <a:ext cx="2396247" cy="1121188"/>
          </a:xfrm>
          <a:prstGeom prst="roundRect">
            <a:avLst/>
          </a:prstGeom>
          <a:solidFill>
            <a:srgbClr val="0F9ED5">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0" i="0" u="none" strike="noStrike" kern="0" cap="none" spc="0" normalizeH="0" baseline="0" noProof="0">
                <a:ln>
                  <a:noFill/>
                </a:ln>
                <a:solidFill>
                  <a:prstClr val="black"/>
                </a:solidFill>
                <a:effectLst/>
                <a:uLnTx/>
                <a:uFillTx/>
                <a:latin typeface="+mn-ea"/>
              </a:rPr>
              <a:t>技術検証の結果</a:t>
            </a:r>
          </a:p>
        </p:txBody>
      </p:sp>
      <p:sp>
        <p:nvSpPr>
          <p:cNvPr id="15" name="四角形: 角を丸くする 14">
            <a:extLst>
              <a:ext uri="{FF2B5EF4-FFF2-40B4-BE49-F238E27FC236}">
                <a16:creationId xmlns:a16="http://schemas.microsoft.com/office/drawing/2014/main" id="{48253316-C58B-6C84-875C-9A51591F6477}"/>
              </a:ext>
            </a:extLst>
          </p:cNvPr>
          <p:cNvSpPr/>
          <p:nvPr/>
        </p:nvSpPr>
        <p:spPr>
          <a:xfrm>
            <a:off x="2918442" y="3017058"/>
            <a:ext cx="3322654" cy="1121188"/>
          </a:xfrm>
          <a:prstGeom prst="roundRect">
            <a:avLst/>
          </a:prstGeom>
          <a:solidFill>
            <a:srgbClr val="92D05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000" b="1" kern="0">
                <a:solidFill>
                  <a:prstClr val="black"/>
                </a:solidFill>
                <a:latin typeface="+mn-ea"/>
              </a:rPr>
              <a:t>速度遅延標準偏差</a:t>
            </a:r>
            <a:endParaRPr kumimoji="1" lang="en-US" altLang="ja-JP" sz="2000" b="1" kern="0">
              <a:solidFill>
                <a:prstClr val="black"/>
              </a:solidFill>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2000" b="1" kern="0">
                <a:solidFill>
                  <a:prstClr val="black"/>
                </a:solidFill>
                <a:latin typeface="+mn-ea"/>
              </a:rPr>
              <a:t>±1ms</a:t>
            </a:r>
            <a:r>
              <a:rPr kumimoji="1" lang="ja-JP" altLang="en-US" sz="2000" b="1" kern="0">
                <a:solidFill>
                  <a:prstClr val="black"/>
                </a:solidFill>
                <a:latin typeface="+mn-ea"/>
              </a:rPr>
              <a:t>を計測</a:t>
            </a:r>
            <a:endParaRPr kumimoji="1" lang="en-US" altLang="ja-JP" sz="2000" b="1" i="0" u="none" strike="noStrike" kern="0" cap="none" spc="0" normalizeH="0" baseline="0" noProof="0">
              <a:ln>
                <a:noFill/>
              </a:ln>
              <a:solidFill>
                <a:prstClr val="black"/>
              </a:solidFill>
              <a:effectLst/>
              <a:uLnTx/>
              <a:uFillTx/>
              <a:latin typeface="+mn-ea"/>
              <a:cs typeface="+mn-cs"/>
            </a:endParaRPr>
          </a:p>
        </p:txBody>
      </p:sp>
      <p:sp>
        <p:nvSpPr>
          <p:cNvPr id="17" name="四角形: 角を丸くする 16">
            <a:extLst>
              <a:ext uri="{FF2B5EF4-FFF2-40B4-BE49-F238E27FC236}">
                <a16:creationId xmlns:a16="http://schemas.microsoft.com/office/drawing/2014/main" id="{7CE79023-EB5D-8858-8FEB-E4A8A85954FA}"/>
              </a:ext>
            </a:extLst>
          </p:cNvPr>
          <p:cNvSpPr/>
          <p:nvPr/>
        </p:nvSpPr>
        <p:spPr>
          <a:xfrm>
            <a:off x="7317060" y="3033085"/>
            <a:ext cx="3584797" cy="1121189"/>
          </a:xfrm>
          <a:prstGeom prst="roundRect">
            <a:avLst/>
          </a:prstGeom>
          <a:solidFill>
            <a:srgbClr val="92D05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b="1" i="0" u="none" strike="noStrike" kern="0" cap="none" spc="0" normalizeH="0" baseline="0" noProof="0">
                <a:ln>
                  <a:noFill/>
                </a:ln>
                <a:solidFill>
                  <a:prstClr val="black"/>
                </a:solidFill>
                <a:effectLst/>
                <a:uLnTx/>
                <a:uFillTx/>
                <a:latin typeface="+mn-ea"/>
                <a:cs typeface="+mn-cs"/>
              </a:rPr>
              <a:t>60</a:t>
            </a:r>
            <a:r>
              <a:rPr kumimoji="1" lang="ja-JP" altLang="en-US" b="1" i="0" u="none" strike="noStrike" kern="0" cap="none" spc="0" normalizeH="0" baseline="0" noProof="0">
                <a:ln>
                  <a:noFill/>
                </a:ln>
                <a:solidFill>
                  <a:prstClr val="black"/>
                </a:solidFill>
                <a:effectLst/>
                <a:uLnTx/>
                <a:uFillTx/>
                <a:latin typeface="+mn-ea"/>
                <a:cs typeface="+mn-cs"/>
              </a:rPr>
              <a:t>分間の平均消費電力が</a:t>
            </a:r>
            <a:endParaRPr kumimoji="1" lang="en-US" altLang="ja-JP" b="1" i="0" u="none" strike="noStrike" kern="0" cap="none" spc="0" normalizeH="0" baseline="0" noProof="0">
              <a:ln>
                <a:noFill/>
              </a:ln>
              <a:solidFill>
                <a:prstClr val="black"/>
              </a:solidFill>
              <a:effectLst/>
              <a:uLnTx/>
              <a:uFillTx/>
              <a:latin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1" i="0" u="none" strike="noStrike" kern="0" cap="none" spc="0" normalizeH="0" baseline="0" noProof="0">
                <a:ln>
                  <a:noFill/>
                </a:ln>
                <a:solidFill>
                  <a:prstClr val="black"/>
                </a:solidFill>
                <a:effectLst/>
                <a:uLnTx/>
                <a:uFillTx/>
                <a:latin typeface="+mn-ea"/>
                <a:cs typeface="+mn-cs"/>
              </a:rPr>
              <a:t>平均</a:t>
            </a:r>
            <a:r>
              <a:rPr kumimoji="1" lang="en-US" altLang="ja-JP" b="1" kern="0">
                <a:solidFill>
                  <a:prstClr val="black"/>
                </a:solidFill>
                <a:latin typeface="+mn-ea"/>
              </a:rPr>
              <a:t>10(W)</a:t>
            </a:r>
            <a:r>
              <a:rPr kumimoji="1" lang="ja-JP" altLang="en-US" b="1" kern="0">
                <a:solidFill>
                  <a:prstClr val="black"/>
                </a:solidFill>
                <a:latin typeface="+mn-ea"/>
              </a:rPr>
              <a:t>を計測</a:t>
            </a:r>
            <a:endParaRPr kumimoji="1" lang="en-US" altLang="ja-JP" b="1" i="0" u="none" strike="noStrike" kern="0" cap="none" spc="0" normalizeH="0" baseline="0" noProof="0">
              <a:ln>
                <a:noFill/>
              </a:ln>
              <a:solidFill>
                <a:prstClr val="black"/>
              </a:solidFill>
              <a:effectLst/>
              <a:uLnTx/>
              <a:uFillTx/>
              <a:latin typeface="+mn-ea"/>
              <a:cs typeface="+mn-cs"/>
            </a:endParaRPr>
          </a:p>
        </p:txBody>
      </p:sp>
      <p:sp>
        <p:nvSpPr>
          <p:cNvPr id="19" name="二等辺三角形 18">
            <a:extLst>
              <a:ext uri="{FF2B5EF4-FFF2-40B4-BE49-F238E27FC236}">
                <a16:creationId xmlns:a16="http://schemas.microsoft.com/office/drawing/2014/main" id="{663CD70A-6C31-5C0E-61D1-98773489CB1C}"/>
              </a:ext>
            </a:extLst>
          </p:cNvPr>
          <p:cNvSpPr/>
          <p:nvPr/>
        </p:nvSpPr>
        <p:spPr>
          <a:xfrm rot="10800000">
            <a:off x="3360154" y="4375401"/>
            <a:ext cx="6795189" cy="606880"/>
          </a:xfrm>
          <a:prstGeom prst="triangle">
            <a:avLst/>
          </a:prstGeom>
          <a:solidFill>
            <a:srgbClr val="FFFF00">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20" name="四角形: 角を丸くする 19">
            <a:extLst>
              <a:ext uri="{FF2B5EF4-FFF2-40B4-BE49-F238E27FC236}">
                <a16:creationId xmlns:a16="http://schemas.microsoft.com/office/drawing/2014/main" id="{1AC1009E-6FAC-CAB2-88C8-AA3E0F120C16}"/>
              </a:ext>
            </a:extLst>
          </p:cNvPr>
          <p:cNvSpPr/>
          <p:nvPr/>
        </p:nvSpPr>
        <p:spPr>
          <a:xfrm>
            <a:off x="2918442" y="5416061"/>
            <a:ext cx="8112973" cy="1219149"/>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a:solidFill>
                  <a:schemeClr val="tx1"/>
                </a:solidFill>
                <a:latin typeface="+mn-ea"/>
              </a:rPr>
              <a:t>自動運転領域 </a:t>
            </a:r>
            <a:r>
              <a:rPr kumimoji="1" lang="en-US" altLang="ja-JP" sz="2400" b="1">
                <a:solidFill>
                  <a:schemeClr val="tx1"/>
                </a:solidFill>
                <a:latin typeface="+mn-ea"/>
              </a:rPr>
              <a:t>/</a:t>
            </a:r>
            <a:r>
              <a:rPr kumimoji="1" lang="ja-JP" altLang="en-US" sz="2400" b="1">
                <a:solidFill>
                  <a:schemeClr val="tx1"/>
                </a:solidFill>
                <a:latin typeface="+mn-ea"/>
              </a:rPr>
              <a:t>ロボット</a:t>
            </a:r>
            <a:r>
              <a:rPr kumimoji="1" lang="en-US" altLang="ja-JP" sz="2400" b="1">
                <a:solidFill>
                  <a:schemeClr val="tx1"/>
                </a:solidFill>
                <a:latin typeface="+mn-ea"/>
              </a:rPr>
              <a:t> /VLA</a:t>
            </a:r>
            <a:endParaRPr kumimoji="1" lang="ja-JP" altLang="en-US" sz="2400" b="1">
              <a:solidFill>
                <a:schemeClr val="tx1"/>
              </a:solidFill>
              <a:latin typeface="+mn-ea"/>
            </a:endParaRPr>
          </a:p>
        </p:txBody>
      </p:sp>
      <p:sp>
        <p:nvSpPr>
          <p:cNvPr id="21" name="四角形: 角を丸くする 20">
            <a:extLst>
              <a:ext uri="{FF2B5EF4-FFF2-40B4-BE49-F238E27FC236}">
                <a16:creationId xmlns:a16="http://schemas.microsoft.com/office/drawing/2014/main" id="{5C7BAD0D-1856-783D-1926-5478CBB09587}"/>
              </a:ext>
            </a:extLst>
          </p:cNvPr>
          <p:cNvSpPr/>
          <p:nvPr/>
        </p:nvSpPr>
        <p:spPr>
          <a:xfrm>
            <a:off x="2918442" y="1031684"/>
            <a:ext cx="7983415" cy="1219148"/>
          </a:xfrm>
          <a:prstGeom prst="roundRect">
            <a:avLst/>
          </a:prstGeom>
          <a:solidFill>
            <a:srgbClr val="92D05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400" b="1" i="0" u="none" strike="noStrike" kern="0" cap="none" spc="0" normalizeH="0" baseline="0" noProof="0">
                <a:ln>
                  <a:noFill/>
                </a:ln>
                <a:solidFill>
                  <a:prstClr val="black"/>
                </a:solidFill>
                <a:effectLst/>
                <a:uLnTx/>
                <a:uFillTx/>
                <a:latin typeface="+mn-ea"/>
                <a:cs typeface="+mn-cs"/>
              </a:rPr>
              <a:t>速度遅延</a:t>
            </a:r>
            <a:r>
              <a:rPr kumimoji="1" lang="ja-JP" altLang="en-US" sz="2400" b="1" kern="0">
                <a:solidFill>
                  <a:prstClr val="black"/>
                </a:solidFill>
                <a:latin typeface="+mn-ea"/>
              </a:rPr>
              <a:t>の固定化</a:t>
            </a:r>
            <a:endParaRPr kumimoji="1" lang="en-US" altLang="ja-JP" sz="2400" b="1" kern="0">
              <a:solidFill>
                <a:prstClr val="black"/>
              </a:solidFill>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400" b="1" kern="0">
                <a:solidFill>
                  <a:prstClr val="black"/>
                </a:solidFill>
                <a:latin typeface="+mn-ea"/>
              </a:rPr>
              <a:t>低消費電力</a:t>
            </a:r>
            <a:endParaRPr kumimoji="1" lang="en-US" altLang="ja-JP" sz="2400" b="1" kern="0">
              <a:solidFill>
                <a:prstClr val="black"/>
              </a:solidFill>
              <a:latin typeface="+mn-ea"/>
            </a:endParaRPr>
          </a:p>
        </p:txBody>
      </p:sp>
      <p:sp>
        <p:nvSpPr>
          <p:cNvPr id="23" name="二等辺三角形 22">
            <a:extLst>
              <a:ext uri="{FF2B5EF4-FFF2-40B4-BE49-F238E27FC236}">
                <a16:creationId xmlns:a16="http://schemas.microsoft.com/office/drawing/2014/main" id="{14FC004F-970B-D261-60FA-8E302B80C7AA}"/>
              </a:ext>
            </a:extLst>
          </p:cNvPr>
          <p:cNvSpPr/>
          <p:nvPr/>
        </p:nvSpPr>
        <p:spPr>
          <a:xfrm rot="10800000">
            <a:off x="2739254" y="2410687"/>
            <a:ext cx="3501842" cy="476570"/>
          </a:xfrm>
          <a:prstGeom prst="triangle">
            <a:avLst/>
          </a:prstGeom>
          <a:solidFill>
            <a:srgbClr val="FFFF00">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24" name="二等辺三角形 23">
            <a:extLst>
              <a:ext uri="{FF2B5EF4-FFF2-40B4-BE49-F238E27FC236}">
                <a16:creationId xmlns:a16="http://schemas.microsoft.com/office/drawing/2014/main" id="{7E6048DF-925F-5E5C-8931-E093CFC203F8}"/>
              </a:ext>
            </a:extLst>
          </p:cNvPr>
          <p:cNvSpPr/>
          <p:nvPr/>
        </p:nvSpPr>
        <p:spPr>
          <a:xfrm rot="10800000">
            <a:off x="7115078" y="2410687"/>
            <a:ext cx="3501842" cy="460542"/>
          </a:xfrm>
          <a:prstGeom prst="triangle">
            <a:avLst/>
          </a:prstGeom>
          <a:solidFill>
            <a:srgbClr val="FFFF00">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25" name="四角形: 角を丸くする 24">
            <a:extLst>
              <a:ext uri="{FF2B5EF4-FFF2-40B4-BE49-F238E27FC236}">
                <a16:creationId xmlns:a16="http://schemas.microsoft.com/office/drawing/2014/main" id="{645D1DB0-A5BD-227B-0372-B60EFBC8686C}"/>
              </a:ext>
            </a:extLst>
          </p:cNvPr>
          <p:cNvSpPr/>
          <p:nvPr/>
        </p:nvSpPr>
        <p:spPr>
          <a:xfrm>
            <a:off x="53876" y="5334030"/>
            <a:ext cx="2434390" cy="1406818"/>
          </a:xfrm>
          <a:prstGeom prst="roundRect">
            <a:avLst/>
          </a:prstGeom>
          <a:solidFill>
            <a:srgbClr val="0F9ED5">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0" i="0" u="none" strike="noStrike" kern="0" cap="none" spc="0" normalizeH="0" baseline="0" noProof="0">
                <a:ln>
                  <a:noFill/>
                </a:ln>
                <a:solidFill>
                  <a:prstClr val="black"/>
                </a:solidFill>
                <a:effectLst/>
                <a:uLnTx/>
                <a:uFillTx/>
                <a:latin typeface="+mn-ea"/>
              </a:rPr>
              <a:t>効果が想定出来る</a:t>
            </a:r>
            <a:endParaRPr kumimoji="1" lang="en-US" altLang="ja-JP" b="0" i="0" u="none" strike="noStrike" kern="0" cap="none" spc="0" normalizeH="0" baseline="0" noProof="0">
              <a:ln>
                <a:noFill/>
              </a:ln>
              <a:solidFill>
                <a:prstClr val="black"/>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kern="0">
                <a:solidFill>
                  <a:prstClr val="black"/>
                </a:solidFill>
                <a:latin typeface="+mn-ea"/>
              </a:rPr>
              <a:t>ユースケース</a:t>
            </a:r>
            <a:endParaRPr kumimoji="1" lang="ja-JP" altLang="en-US" b="0" i="0" u="none" strike="noStrike" kern="0" cap="none" spc="0" normalizeH="0" baseline="0" noProof="0">
              <a:ln>
                <a:noFill/>
              </a:ln>
              <a:solidFill>
                <a:prstClr val="black"/>
              </a:solidFill>
              <a:effectLst/>
              <a:uLnTx/>
              <a:uFillTx/>
              <a:latin typeface="+mn-ea"/>
            </a:endParaRPr>
          </a:p>
        </p:txBody>
      </p:sp>
    </p:spTree>
    <p:extLst>
      <p:ext uri="{BB962C8B-B14F-4D97-AF65-F5344CB8AC3E}">
        <p14:creationId xmlns:p14="http://schemas.microsoft.com/office/powerpoint/2010/main" val="3818441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76A9D-AA9A-64B4-4FCF-222C86B4BA82}"/>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7C0C71F0-D52B-21D1-98F6-75C507A65374}"/>
              </a:ext>
            </a:extLst>
          </p:cNvPr>
          <p:cNvPicPr>
            <a:picLocks noChangeAspect="1"/>
          </p:cNvPicPr>
          <p:nvPr/>
        </p:nvPicPr>
        <p:blipFill>
          <a:blip r:embed="rId3"/>
          <a:srcRect t="61440" b="10758"/>
          <a:stretch>
            <a:fillRect/>
          </a:stretch>
        </p:blipFill>
        <p:spPr>
          <a:xfrm>
            <a:off x="1844747" y="1717630"/>
            <a:ext cx="9447657" cy="1535619"/>
          </a:xfrm>
          <a:prstGeom prst="rect">
            <a:avLst/>
          </a:prstGeom>
        </p:spPr>
      </p:pic>
      <p:sp>
        <p:nvSpPr>
          <p:cNvPr id="25" name="角丸四角形 24">
            <a:extLst>
              <a:ext uri="{FF2B5EF4-FFF2-40B4-BE49-F238E27FC236}">
                <a16:creationId xmlns:a16="http://schemas.microsoft.com/office/drawing/2014/main" id="{D59D8CF7-CDB8-B092-0FF6-31B9DE11A079}"/>
              </a:ext>
            </a:extLst>
          </p:cNvPr>
          <p:cNvSpPr/>
          <p:nvPr/>
        </p:nvSpPr>
        <p:spPr>
          <a:xfrm>
            <a:off x="8035044" y="1674597"/>
            <a:ext cx="3895594" cy="1552927"/>
          </a:xfrm>
          <a:prstGeom prst="roundRect">
            <a:avLst>
              <a:gd name="adj" fmla="val 11438"/>
            </a:avLst>
          </a:prstGeom>
          <a:solidFill>
            <a:schemeClr val="accent6">
              <a:lumMod val="20000"/>
              <a:lumOff val="8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457200" rtl="0" eaLnBrk="1" fontAlgn="auto" latinLnBrk="0" hangingPunct="1">
              <a:lnSpc>
                <a:spcPct val="100000"/>
              </a:lnSpc>
              <a:spcBef>
                <a:spcPts val="0"/>
              </a:spcBef>
              <a:spcAft>
                <a:spcPts val="0"/>
              </a:spcAft>
              <a:buClrTx/>
              <a:buSzTx/>
              <a:tabLst/>
              <a:defRPr/>
            </a:pPr>
            <a:r>
              <a:rPr kumimoji="1" lang="ja-JP" altLang="en-US" sz="1200" b="1">
                <a:solidFill>
                  <a:srgbClr val="191919"/>
                </a:solidFill>
                <a:latin typeface="+mn-ea"/>
              </a:rPr>
              <a:t>●利点</a:t>
            </a:r>
            <a:endParaRPr kumimoji="1" lang="en-US" altLang="ja-JP" sz="1200" b="1">
              <a:solidFill>
                <a:srgbClr val="191919"/>
              </a:solidFill>
              <a:latin typeface="+mn-ea"/>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a:solidFill>
                  <a:srgbClr val="191919"/>
                </a:solidFill>
                <a:latin typeface="+mn-ea"/>
              </a:rPr>
              <a:t>あらかじ</a:t>
            </a:r>
            <a:r>
              <a:rPr kumimoji="1" lang="ja-JP" altLang="en-US" sz="1200" b="0" i="0" u="none" strike="noStrike" kern="1200" cap="none" spc="0" normalizeH="0" baseline="0" noProof="0">
                <a:ln>
                  <a:noFill/>
                </a:ln>
                <a:solidFill>
                  <a:srgbClr val="191919"/>
                </a:solidFill>
                <a:effectLst/>
                <a:uLnTx/>
                <a:uFillTx/>
                <a:latin typeface="+mn-ea"/>
                <a:cs typeface="+mn-cs"/>
              </a:rPr>
              <a:t>め決定されたタスク間のデータフローに</a:t>
            </a:r>
            <a:br>
              <a:rPr kumimoji="1" lang="en-US" altLang="ja-JP" sz="1200" b="0" i="0" u="none" strike="noStrike" kern="1200" cap="none" spc="0" normalizeH="0" baseline="0" noProof="0">
                <a:ln>
                  <a:noFill/>
                </a:ln>
                <a:solidFill>
                  <a:srgbClr val="191919"/>
                </a:solidFill>
                <a:effectLst/>
                <a:uLnTx/>
                <a:uFillTx/>
                <a:latin typeface="+mn-ea"/>
                <a:cs typeface="+mn-cs"/>
              </a:rPr>
            </a:br>
            <a:r>
              <a:rPr kumimoji="1" lang="ja-JP" altLang="en-US" sz="1200" b="0" i="0" u="none" strike="noStrike" kern="1200" cap="none" spc="0" normalizeH="0" baseline="0" noProof="0">
                <a:ln>
                  <a:noFill/>
                </a:ln>
                <a:solidFill>
                  <a:srgbClr val="191919"/>
                </a:solidFill>
                <a:effectLst/>
                <a:uLnTx/>
                <a:uFillTx/>
                <a:latin typeface="+mn-ea"/>
                <a:cs typeface="+mn-cs"/>
              </a:rPr>
              <a:t>基づきタスク間の演算処理を</a:t>
            </a:r>
            <a:r>
              <a:rPr kumimoji="0" lang="ja-JP" altLang="en-US" sz="1200" b="0" i="0" u="none" strike="noStrike" kern="1200" cap="none" spc="0" normalizeH="0" baseline="0" noProof="0">
                <a:ln>
                  <a:noFill/>
                </a:ln>
                <a:solidFill>
                  <a:srgbClr val="191919"/>
                </a:solidFill>
                <a:effectLst/>
                <a:uLnTx/>
                <a:uFillTx/>
                <a:latin typeface="+mn-ea"/>
                <a:cs typeface="+mn-cs"/>
              </a:rPr>
              <a:t>オンチップの</a:t>
            </a:r>
            <a:r>
              <a:rPr kumimoji="0" lang="en-US" altLang="ja-JP" sz="1200" b="0" i="0" u="none" strike="noStrike" kern="1200" cap="none" spc="0" normalizeH="0" baseline="0" noProof="0">
                <a:ln>
                  <a:noFill/>
                </a:ln>
                <a:solidFill>
                  <a:srgbClr val="191919"/>
                </a:solidFill>
                <a:effectLst/>
                <a:uLnTx/>
                <a:uFillTx/>
                <a:latin typeface="+mn-ea"/>
                <a:cs typeface="+mn-cs"/>
              </a:rPr>
              <a:t>SRAM</a:t>
            </a:r>
            <a:r>
              <a:rPr kumimoji="0" lang="ja-JP" altLang="en-US" sz="1200" b="0" i="0" u="none" strike="noStrike" kern="1200" cap="none" spc="0" normalizeH="0" baseline="0" noProof="0">
                <a:ln>
                  <a:noFill/>
                </a:ln>
                <a:solidFill>
                  <a:srgbClr val="191919"/>
                </a:solidFill>
                <a:effectLst/>
                <a:uLnTx/>
                <a:uFillTx/>
                <a:latin typeface="+mn-ea"/>
                <a:cs typeface="+mn-cs"/>
              </a:rPr>
              <a:t>で直接実行し、</a:t>
            </a:r>
            <a:r>
              <a:rPr kumimoji="0" lang="en-US" altLang="ja-JP" sz="1200" b="0" i="0" u="none" strike="noStrike" kern="1200" cap="none" spc="0" normalizeH="0" baseline="0" noProof="0">
                <a:ln>
                  <a:noFill/>
                </a:ln>
                <a:solidFill>
                  <a:srgbClr val="191919"/>
                </a:solidFill>
                <a:effectLst/>
                <a:uLnTx/>
                <a:uFillTx/>
                <a:latin typeface="+mn-ea"/>
                <a:cs typeface="+mn-cs"/>
              </a:rPr>
              <a:t> DDR</a:t>
            </a:r>
            <a:r>
              <a:rPr kumimoji="0" lang="ja-JP" altLang="en-US" sz="1200" b="0" i="0" u="none" strike="noStrike" kern="1200" cap="none" spc="0" normalizeH="0" baseline="0" noProof="0">
                <a:ln>
                  <a:noFill/>
                </a:ln>
                <a:solidFill>
                  <a:srgbClr val="191919"/>
                </a:solidFill>
                <a:effectLst/>
                <a:uLnTx/>
                <a:uFillTx/>
                <a:latin typeface="+mn-ea"/>
                <a:cs typeface="+mn-cs"/>
              </a:rPr>
              <a:t>や</a:t>
            </a:r>
            <a:r>
              <a:rPr kumimoji="0" lang="en-US" altLang="ja-JP" sz="1200" b="0" i="0" u="none" strike="noStrike" kern="1200" cap="none" spc="0" normalizeH="0" baseline="0" noProof="0">
                <a:ln>
                  <a:noFill/>
                </a:ln>
                <a:solidFill>
                  <a:srgbClr val="191919"/>
                </a:solidFill>
                <a:effectLst/>
                <a:uLnTx/>
                <a:uFillTx/>
                <a:latin typeface="+mn-ea"/>
                <a:cs typeface="+mn-cs"/>
              </a:rPr>
              <a:t>HBM</a:t>
            </a:r>
            <a:r>
              <a:rPr kumimoji="0" lang="ja-JP" altLang="en-US" sz="1200" b="0" i="0" u="none" strike="noStrike" kern="1200" cap="none" spc="0" normalizeH="0" baseline="0" noProof="0">
                <a:ln>
                  <a:noFill/>
                </a:ln>
                <a:solidFill>
                  <a:srgbClr val="191919"/>
                </a:solidFill>
                <a:effectLst/>
                <a:uLnTx/>
                <a:uFillTx/>
                <a:latin typeface="+mn-ea"/>
                <a:cs typeface="+mn-cs"/>
              </a:rPr>
              <a:t>への依存性が少ない。</a:t>
            </a:r>
            <a:endParaRPr kumimoji="0" lang="en-US" altLang="ja-JP" sz="1200" b="0" i="0" u="none" strike="noStrike" kern="1200" cap="none" spc="0" normalizeH="0" baseline="0" noProof="0">
              <a:ln>
                <a:noFill/>
              </a:ln>
              <a:solidFill>
                <a:srgbClr val="191919"/>
              </a:solidFill>
              <a:effectLst/>
              <a:uLnTx/>
              <a:uFillTx/>
              <a:latin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1200" cap="none" spc="0" normalizeH="0" baseline="0" noProof="0">
                <a:ln>
                  <a:noFill/>
                </a:ln>
                <a:solidFill>
                  <a:srgbClr val="191919"/>
                </a:solidFill>
                <a:effectLst/>
                <a:uLnTx/>
                <a:uFillTx/>
                <a:latin typeface="+mn-ea"/>
                <a:cs typeface="+mn-cs"/>
              </a:rPr>
              <a:t>メモリ処理遅延が小さく、データフローの並列度も高められるため、低遅延での推論処理が可能。</a:t>
            </a:r>
            <a:endParaRPr lang="en-US" altLang="ja-JP" sz="1200">
              <a:solidFill>
                <a:srgbClr val="191919"/>
              </a:solidFill>
              <a:latin typeface="+mn-ea"/>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1200" cap="none" spc="0" normalizeH="0" baseline="0" noProof="0">
                <a:ln>
                  <a:noFill/>
                </a:ln>
                <a:solidFill>
                  <a:srgbClr val="191919"/>
                </a:solidFill>
                <a:effectLst/>
                <a:uLnTx/>
                <a:uFillTx/>
                <a:latin typeface="+mn-ea"/>
                <a:cs typeface="+mn-cs"/>
              </a:rPr>
              <a:t>演算処理間の相互干渉が発生しないため、決定論的な推論速度を期待できる。</a:t>
            </a:r>
            <a:endParaRPr kumimoji="0" lang="en-US" altLang="ja-JP" sz="1200" b="0" i="0" u="none" strike="noStrike" kern="1200" cap="none" spc="0" normalizeH="0" baseline="0" noProof="0">
              <a:ln>
                <a:noFill/>
              </a:ln>
              <a:solidFill>
                <a:srgbClr val="191919"/>
              </a:solidFill>
              <a:effectLst/>
              <a:uLnTx/>
              <a:uFillTx/>
              <a:latin typeface="+mn-ea"/>
              <a:cs typeface="+mn-cs"/>
            </a:endParaRPr>
          </a:p>
        </p:txBody>
      </p:sp>
      <p:sp>
        <p:nvSpPr>
          <p:cNvPr id="6" name="タイトル 5">
            <a:extLst>
              <a:ext uri="{FF2B5EF4-FFF2-40B4-BE49-F238E27FC236}">
                <a16:creationId xmlns:a16="http://schemas.microsoft.com/office/drawing/2014/main" id="{51BA31A1-18B8-5557-0DCC-53B81D3D7F6D}"/>
              </a:ext>
            </a:extLst>
          </p:cNvPr>
          <p:cNvSpPr>
            <a:spLocks noGrp="1"/>
          </p:cNvSpPr>
          <p:nvPr>
            <p:ph type="title"/>
          </p:nvPr>
        </p:nvSpPr>
        <p:spPr/>
        <p:txBody>
          <a:bodyPr>
            <a:normAutofit/>
          </a:bodyPr>
          <a:lstStyle/>
          <a:p>
            <a:r>
              <a:rPr lang="ja-JP" altLang="en-US">
                <a:latin typeface="+mn-ea"/>
                <a:ea typeface="+mn-ea"/>
              </a:rPr>
              <a:t>データフロー型アーキテクチャをプロセッサでの</a:t>
            </a:r>
            <a:r>
              <a:rPr lang="en-US" altLang="ja-JP">
                <a:latin typeface="+mn-ea"/>
                <a:ea typeface="+mn-ea"/>
              </a:rPr>
              <a:t>AI</a:t>
            </a:r>
            <a:r>
              <a:rPr lang="ja-JP" altLang="en-US">
                <a:latin typeface="+mn-ea"/>
                <a:ea typeface="+mn-ea"/>
              </a:rPr>
              <a:t>推論処理に採用</a:t>
            </a:r>
          </a:p>
        </p:txBody>
      </p:sp>
      <p:sp>
        <p:nvSpPr>
          <p:cNvPr id="8" name="コンテンツ プレースホルダー 7">
            <a:extLst>
              <a:ext uri="{FF2B5EF4-FFF2-40B4-BE49-F238E27FC236}">
                <a16:creationId xmlns:a16="http://schemas.microsoft.com/office/drawing/2014/main" id="{D66F7466-E379-0098-3CA9-94D535DD01DC}"/>
              </a:ext>
            </a:extLst>
          </p:cNvPr>
          <p:cNvSpPr>
            <a:spLocks noGrp="1"/>
          </p:cNvSpPr>
          <p:nvPr>
            <p:ph idx="11"/>
          </p:nvPr>
        </p:nvSpPr>
        <p:spPr/>
        <p:txBody>
          <a:bodyPr>
            <a:normAutofit fontScale="85000" lnSpcReduction="10000"/>
          </a:bodyPr>
          <a:lstStyle/>
          <a:p>
            <a:r>
              <a:rPr lang="ja-JP" altLang="en-US">
                <a:effectLst/>
                <a:latin typeface="+mn-ea"/>
                <a:ea typeface="+mn-ea"/>
              </a:rPr>
              <a:t>データフロー型アーキテクチャは一般的なノイマン型と比較して、</a:t>
            </a:r>
            <a:r>
              <a:rPr lang="en" altLang="ja-JP">
                <a:effectLst/>
                <a:latin typeface="+mn-ea"/>
                <a:ea typeface="+mn-ea"/>
              </a:rPr>
              <a:t>AI</a:t>
            </a:r>
            <a:r>
              <a:rPr lang="ja-JP" altLang="en-US">
                <a:effectLst/>
                <a:latin typeface="+mn-ea"/>
                <a:ea typeface="+mn-ea"/>
              </a:rPr>
              <a:t>推論において複数の優位性を有する。</a:t>
            </a:r>
          </a:p>
        </p:txBody>
      </p:sp>
      <p:pic>
        <p:nvPicPr>
          <p:cNvPr id="4" name="図 3">
            <a:extLst>
              <a:ext uri="{FF2B5EF4-FFF2-40B4-BE49-F238E27FC236}">
                <a16:creationId xmlns:a16="http://schemas.microsoft.com/office/drawing/2014/main" id="{15BC7896-9D98-FA26-F5AA-2B56581ECEC2}"/>
              </a:ext>
            </a:extLst>
          </p:cNvPr>
          <p:cNvPicPr>
            <a:picLocks noChangeAspect="1"/>
          </p:cNvPicPr>
          <p:nvPr/>
        </p:nvPicPr>
        <p:blipFill>
          <a:blip r:embed="rId3"/>
          <a:srcRect t="9530" b="54850"/>
          <a:stretch>
            <a:fillRect/>
          </a:stretch>
        </p:blipFill>
        <p:spPr>
          <a:xfrm>
            <a:off x="1910707" y="3861250"/>
            <a:ext cx="9286239" cy="1933756"/>
          </a:xfrm>
          <a:prstGeom prst="rect">
            <a:avLst/>
          </a:prstGeom>
        </p:spPr>
      </p:pic>
      <p:sp>
        <p:nvSpPr>
          <p:cNvPr id="2" name="角丸四角形 1">
            <a:extLst>
              <a:ext uri="{FF2B5EF4-FFF2-40B4-BE49-F238E27FC236}">
                <a16:creationId xmlns:a16="http://schemas.microsoft.com/office/drawing/2014/main" id="{62D89C4A-5849-E284-1461-FD2109F54337}"/>
              </a:ext>
            </a:extLst>
          </p:cNvPr>
          <p:cNvSpPr/>
          <p:nvPr/>
        </p:nvSpPr>
        <p:spPr>
          <a:xfrm>
            <a:off x="2025971" y="5590677"/>
            <a:ext cx="3144169" cy="760080"/>
          </a:xfrm>
          <a:prstGeom prst="roundRect">
            <a:avLst>
              <a:gd name="adj" fmla="val 11438"/>
            </a:avLst>
          </a:prstGeom>
          <a:solidFill>
            <a:schemeClr val="accent6">
              <a:lumMod val="20000"/>
              <a:lumOff val="8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457200" rtl="0" eaLnBrk="1" fontAlgn="auto" latinLnBrk="0" hangingPunct="1">
              <a:lnSpc>
                <a:spcPct val="100000"/>
              </a:lnSpc>
              <a:spcBef>
                <a:spcPts val="0"/>
              </a:spcBef>
              <a:spcAft>
                <a:spcPts val="0"/>
              </a:spcAft>
              <a:buClrTx/>
              <a:buSzTx/>
              <a:tabLst/>
              <a:defRPr/>
            </a:pPr>
            <a:r>
              <a:rPr kumimoji="1" lang="ja-JP" altLang="en-US" sz="1200" b="1">
                <a:solidFill>
                  <a:srgbClr val="191919"/>
                </a:solidFill>
                <a:latin typeface="+mn-ea"/>
              </a:rPr>
              <a:t>●欠点</a:t>
            </a:r>
            <a:r>
              <a:rPr kumimoji="1" lang="en-US" altLang="ja-JP" sz="1200" b="1">
                <a:solidFill>
                  <a:srgbClr val="191919"/>
                </a:solidFill>
                <a:latin typeface="+mn-ea"/>
              </a:rPr>
              <a:t>1</a:t>
            </a:r>
          </a:p>
          <a:p>
            <a:r>
              <a:rPr kumimoji="1" lang="ja-JP" altLang="ja-JP" sz="1200">
                <a:solidFill>
                  <a:schemeClr val="tx1"/>
                </a:solidFill>
                <a:latin typeface="+mn-ea"/>
              </a:rPr>
              <a:t>演算リソースの効率化にはバッチサイズを大きくする必要があるが、メモリアクセスの相互干渉による遅延が発生しやすくなる</a:t>
            </a:r>
            <a:r>
              <a:rPr kumimoji="1" lang="ja-JP" altLang="en-US" sz="1200">
                <a:solidFill>
                  <a:schemeClr val="tx1"/>
                </a:solidFill>
                <a:latin typeface="+mn-ea"/>
              </a:rPr>
              <a:t>。</a:t>
            </a:r>
            <a:endParaRPr lang="ja-JP" altLang="ja-JP" sz="1200">
              <a:solidFill>
                <a:schemeClr val="tx1"/>
              </a:solidFill>
              <a:effectLst/>
              <a:latin typeface="+mn-ea"/>
            </a:endParaRPr>
          </a:p>
        </p:txBody>
      </p:sp>
      <p:sp>
        <p:nvSpPr>
          <p:cNvPr id="3" name="角丸四角形 2">
            <a:extLst>
              <a:ext uri="{FF2B5EF4-FFF2-40B4-BE49-F238E27FC236}">
                <a16:creationId xmlns:a16="http://schemas.microsoft.com/office/drawing/2014/main" id="{0DFF303F-8F6E-6456-FC47-FF105D393981}"/>
              </a:ext>
            </a:extLst>
          </p:cNvPr>
          <p:cNvSpPr/>
          <p:nvPr/>
        </p:nvSpPr>
        <p:spPr>
          <a:xfrm>
            <a:off x="5277857" y="5590678"/>
            <a:ext cx="3174072" cy="760080"/>
          </a:xfrm>
          <a:prstGeom prst="roundRect">
            <a:avLst>
              <a:gd name="adj" fmla="val 11438"/>
            </a:avLst>
          </a:prstGeom>
          <a:solidFill>
            <a:schemeClr val="accent6">
              <a:lumMod val="20000"/>
              <a:lumOff val="8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457200" rtl="0" eaLnBrk="1" fontAlgn="auto" latinLnBrk="0" hangingPunct="1">
              <a:lnSpc>
                <a:spcPct val="100000"/>
              </a:lnSpc>
              <a:spcBef>
                <a:spcPts val="0"/>
              </a:spcBef>
              <a:spcAft>
                <a:spcPts val="0"/>
              </a:spcAft>
              <a:buClrTx/>
              <a:buSzTx/>
              <a:tabLst/>
              <a:defRPr/>
            </a:pPr>
            <a:r>
              <a:rPr kumimoji="1" lang="ja-JP" altLang="en-US" sz="1200" b="1">
                <a:solidFill>
                  <a:srgbClr val="191919"/>
                </a:solidFill>
                <a:latin typeface="+mn-ea"/>
              </a:rPr>
              <a:t>●欠点</a:t>
            </a:r>
            <a:r>
              <a:rPr kumimoji="1" lang="en-US" altLang="ja-JP" sz="1200" b="1">
                <a:solidFill>
                  <a:srgbClr val="191919"/>
                </a:solidFill>
                <a:latin typeface="+mn-ea"/>
              </a:rPr>
              <a:t>2</a:t>
            </a:r>
          </a:p>
          <a:p>
            <a:r>
              <a:rPr kumimoji="1" lang="ja-JP" altLang="en-US" sz="1200">
                <a:solidFill>
                  <a:schemeClr val="tx1"/>
                </a:solidFill>
                <a:latin typeface="+mn-ea"/>
              </a:rPr>
              <a:t>オンチップの</a:t>
            </a:r>
            <a:r>
              <a:rPr kumimoji="1" lang="en" altLang="ja-JP" sz="1200">
                <a:solidFill>
                  <a:schemeClr val="tx1"/>
                </a:solidFill>
                <a:latin typeface="+mn-ea"/>
              </a:rPr>
              <a:t>SRAM</a:t>
            </a:r>
            <a:r>
              <a:rPr kumimoji="1" lang="ja-JP" altLang="en-US" sz="1200">
                <a:solidFill>
                  <a:schemeClr val="tx1"/>
                </a:solidFill>
                <a:latin typeface="+mn-ea"/>
              </a:rPr>
              <a:t>はあくまでもタスク内の演算処理における</a:t>
            </a:r>
            <a:r>
              <a:rPr kumimoji="1" lang="en" altLang="ja-JP" sz="1200">
                <a:solidFill>
                  <a:schemeClr val="tx1"/>
                </a:solidFill>
                <a:latin typeface="+mn-ea"/>
              </a:rPr>
              <a:t>Read</a:t>
            </a:r>
            <a:r>
              <a:rPr kumimoji="1" lang="ja-JP" altLang="en-US" sz="1200">
                <a:solidFill>
                  <a:schemeClr val="tx1"/>
                </a:solidFill>
                <a:latin typeface="+mn-ea"/>
              </a:rPr>
              <a:t>キャッシュとして機能する。</a:t>
            </a:r>
          </a:p>
        </p:txBody>
      </p:sp>
      <p:sp>
        <p:nvSpPr>
          <p:cNvPr id="7" name="角丸四角形 6">
            <a:extLst>
              <a:ext uri="{FF2B5EF4-FFF2-40B4-BE49-F238E27FC236}">
                <a16:creationId xmlns:a16="http://schemas.microsoft.com/office/drawing/2014/main" id="{D54AB8C6-142A-431F-0C0F-16464C1F1588}"/>
              </a:ext>
            </a:extLst>
          </p:cNvPr>
          <p:cNvSpPr/>
          <p:nvPr/>
        </p:nvSpPr>
        <p:spPr>
          <a:xfrm>
            <a:off x="8531510" y="5590677"/>
            <a:ext cx="3174072" cy="760080"/>
          </a:xfrm>
          <a:prstGeom prst="roundRect">
            <a:avLst>
              <a:gd name="adj" fmla="val 11438"/>
            </a:avLst>
          </a:prstGeom>
          <a:solidFill>
            <a:schemeClr val="accent6">
              <a:lumMod val="20000"/>
              <a:lumOff val="8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457200" rtl="0" eaLnBrk="1" fontAlgn="auto" latinLnBrk="0" hangingPunct="1">
              <a:lnSpc>
                <a:spcPct val="100000"/>
              </a:lnSpc>
              <a:spcBef>
                <a:spcPts val="0"/>
              </a:spcBef>
              <a:spcAft>
                <a:spcPts val="0"/>
              </a:spcAft>
              <a:buClrTx/>
              <a:buSzTx/>
              <a:tabLst/>
              <a:defRPr/>
            </a:pPr>
            <a:r>
              <a:rPr kumimoji="1" lang="ja-JP" altLang="en-US" sz="1200" b="1">
                <a:solidFill>
                  <a:srgbClr val="191919"/>
                </a:solidFill>
                <a:latin typeface="+mn-ea"/>
              </a:rPr>
              <a:t>●欠点</a:t>
            </a:r>
            <a:r>
              <a:rPr kumimoji="1" lang="en-US" altLang="ja-JP" sz="1200" b="1">
                <a:solidFill>
                  <a:srgbClr val="191919"/>
                </a:solidFill>
                <a:latin typeface="+mn-ea"/>
              </a:rPr>
              <a:t>3</a:t>
            </a:r>
          </a:p>
          <a:p>
            <a:r>
              <a:rPr kumimoji="1" lang="ja-JP" altLang="en-US" sz="1200">
                <a:solidFill>
                  <a:schemeClr val="tx1"/>
                </a:solidFill>
                <a:latin typeface="+mn-ea"/>
              </a:rPr>
              <a:t>タスク間の演算処理が</a:t>
            </a:r>
            <a:r>
              <a:rPr kumimoji="1" lang="en" altLang="ja-JP" sz="1200">
                <a:solidFill>
                  <a:schemeClr val="tx1"/>
                </a:solidFill>
                <a:latin typeface="+mn-ea"/>
              </a:rPr>
              <a:t>DDR</a:t>
            </a:r>
            <a:r>
              <a:rPr kumimoji="1" lang="ja-JP" altLang="en-US" sz="1200">
                <a:solidFill>
                  <a:schemeClr val="tx1"/>
                </a:solidFill>
                <a:latin typeface="+mn-ea"/>
              </a:rPr>
              <a:t>や</a:t>
            </a:r>
            <a:r>
              <a:rPr kumimoji="1" lang="en" altLang="ja-JP" sz="1200">
                <a:solidFill>
                  <a:schemeClr val="tx1"/>
                </a:solidFill>
                <a:latin typeface="+mn-ea"/>
              </a:rPr>
              <a:t>HBM</a:t>
            </a:r>
            <a:r>
              <a:rPr kumimoji="1" lang="ja-JP" altLang="en-US" sz="1200">
                <a:solidFill>
                  <a:schemeClr val="tx1"/>
                </a:solidFill>
                <a:latin typeface="+mn-ea"/>
              </a:rPr>
              <a:t>へのランダムアクセスに依存する。</a:t>
            </a:r>
          </a:p>
        </p:txBody>
      </p:sp>
      <p:sp>
        <p:nvSpPr>
          <p:cNvPr id="9" name="角丸四角形 8">
            <a:extLst>
              <a:ext uri="{FF2B5EF4-FFF2-40B4-BE49-F238E27FC236}">
                <a16:creationId xmlns:a16="http://schemas.microsoft.com/office/drawing/2014/main" id="{D49BB3DE-4CDA-4715-1872-D73DE1A4BAAB}"/>
              </a:ext>
            </a:extLst>
          </p:cNvPr>
          <p:cNvSpPr/>
          <p:nvPr/>
        </p:nvSpPr>
        <p:spPr>
          <a:xfrm>
            <a:off x="1888991" y="1530886"/>
            <a:ext cx="10165223" cy="1859020"/>
          </a:xfrm>
          <a:prstGeom prst="roundRect">
            <a:avLst>
              <a:gd name="adj" fmla="val 0"/>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400">
              <a:defRPr/>
            </a:pPr>
            <a:endParaRPr lang="en-US" altLang="ja-JP" sz="1200">
              <a:solidFill>
                <a:prstClr val="black"/>
              </a:solidFill>
              <a:latin typeface="+mn-ea"/>
            </a:endParaRPr>
          </a:p>
        </p:txBody>
      </p:sp>
      <p:sp>
        <p:nvSpPr>
          <p:cNvPr id="22" name="角丸四角形 21">
            <a:extLst>
              <a:ext uri="{FF2B5EF4-FFF2-40B4-BE49-F238E27FC236}">
                <a16:creationId xmlns:a16="http://schemas.microsoft.com/office/drawing/2014/main" id="{7CA02610-051A-E6B5-9C31-BD288FCA5017}"/>
              </a:ext>
            </a:extLst>
          </p:cNvPr>
          <p:cNvSpPr/>
          <p:nvPr/>
        </p:nvSpPr>
        <p:spPr>
          <a:xfrm>
            <a:off x="80557" y="1517826"/>
            <a:ext cx="1889141" cy="1866468"/>
          </a:xfrm>
          <a:prstGeom prst="roundRect">
            <a:avLst>
              <a:gd name="adj" fmla="val 4797"/>
            </a:avLst>
          </a:prstGeom>
          <a:solidFill>
            <a:schemeClr val="accent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mn-ea"/>
              </a:rPr>
              <a:t>データフロー型</a:t>
            </a:r>
            <a:endParaRPr kumimoji="1" lang="en-US" altLang="ja-JP" sz="1600" b="1">
              <a:latin typeface="+mn-ea"/>
            </a:endParaRPr>
          </a:p>
          <a:p>
            <a:pPr algn="ctr"/>
            <a:r>
              <a:rPr kumimoji="1" lang="ja-JP" altLang="en-US" sz="1600" b="1">
                <a:latin typeface="+mn-ea"/>
              </a:rPr>
              <a:t>アーキテクチャ</a:t>
            </a:r>
          </a:p>
        </p:txBody>
      </p:sp>
      <p:sp>
        <p:nvSpPr>
          <p:cNvPr id="10" name="角丸四角形 9">
            <a:extLst>
              <a:ext uri="{FF2B5EF4-FFF2-40B4-BE49-F238E27FC236}">
                <a16:creationId xmlns:a16="http://schemas.microsoft.com/office/drawing/2014/main" id="{442731D1-6776-4A86-97C1-92EA5BF3EF61}"/>
              </a:ext>
            </a:extLst>
          </p:cNvPr>
          <p:cNvSpPr/>
          <p:nvPr/>
        </p:nvSpPr>
        <p:spPr>
          <a:xfrm>
            <a:off x="1888991" y="3874768"/>
            <a:ext cx="10165223" cy="2615241"/>
          </a:xfrm>
          <a:prstGeom prst="roundRect">
            <a:avLst>
              <a:gd name="adj" fmla="val 0"/>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400">
              <a:defRPr/>
            </a:pPr>
            <a:endParaRPr lang="en-US" altLang="ja-JP" sz="1200">
              <a:solidFill>
                <a:prstClr val="black"/>
              </a:solidFill>
              <a:latin typeface="+mn-ea"/>
            </a:endParaRPr>
          </a:p>
        </p:txBody>
      </p:sp>
      <p:sp>
        <p:nvSpPr>
          <p:cNvPr id="23" name="角丸四角形 22">
            <a:extLst>
              <a:ext uri="{FF2B5EF4-FFF2-40B4-BE49-F238E27FC236}">
                <a16:creationId xmlns:a16="http://schemas.microsoft.com/office/drawing/2014/main" id="{FEF41C46-03AF-2709-733D-B4449005CE33}"/>
              </a:ext>
            </a:extLst>
          </p:cNvPr>
          <p:cNvSpPr/>
          <p:nvPr/>
        </p:nvSpPr>
        <p:spPr>
          <a:xfrm>
            <a:off x="80558" y="3855252"/>
            <a:ext cx="1889141" cy="2634757"/>
          </a:xfrm>
          <a:prstGeom prst="roundRect">
            <a:avLst>
              <a:gd name="adj" fmla="val 4567"/>
            </a:avLst>
          </a:prstGeom>
          <a:solidFill>
            <a:schemeClr val="accent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mn-ea"/>
              </a:rPr>
              <a:t>ノイマン型</a:t>
            </a:r>
            <a:endParaRPr kumimoji="1" lang="en-US" altLang="ja-JP" sz="1600" b="1">
              <a:latin typeface="+mn-ea"/>
            </a:endParaRPr>
          </a:p>
          <a:p>
            <a:pPr algn="ctr"/>
            <a:r>
              <a:rPr kumimoji="1" lang="ja-JP" altLang="en-US" sz="1600" b="1">
                <a:latin typeface="+mn-ea"/>
              </a:rPr>
              <a:t>アーキテクチャ</a:t>
            </a:r>
          </a:p>
        </p:txBody>
      </p:sp>
    </p:spTree>
    <p:extLst>
      <p:ext uri="{BB962C8B-B14F-4D97-AF65-F5344CB8AC3E}">
        <p14:creationId xmlns:p14="http://schemas.microsoft.com/office/powerpoint/2010/main" val="2739687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2657-CF4D-3406-8C40-675A8C85BB5E}"/>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70D0B750-B910-4C37-9B19-F6AAA426567E}"/>
              </a:ext>
            </a:extLst>
          </p:cNvPr>
          <p:cNvSpPr>
            <a:spLocks noGrp="1"/>
          </p:cNvSpPr>
          <p:nvPr>
            <p:ph type="title"/>
          </p:nvPr>
        </p:nvSpPr>
        <p:spPr/>
        <p:txBody>
          <a:bodyPr>
            <a:normAutofit/>
          </a:bodyPr>
          <a:lstStyle/>
          <a:p>
            <a:r>
              <a:rPr lang="ja-JP" altLang="en-US">
                <a:latin typeface="+mn-ea"/>
                <a:ea typeface="+mn-ea"/>
              </a:rPr>
              <a:t>検証結果及びデモ実施 </a:t>
            </a:r>
            <a:r>
              <a:rPr lang="en-US" altLang="ja-JP">
                <a:latin typeface="+mn-ea"/>
                <a:ea typeface="+mn-ea"/>
              </a:rPr>
              <a:t>(</a:t>
            </a:r>
            <a:r>
              <a:rPr lang="ja-JP" altLang="en-US">
                <a:latin typeface="+mn-ea"/>
                <a:ea typeface="+mn-ea"/>
              </a:rPr>
              <a:t>速度</a:t>
            </a:r>
            <a:r>
              <a:rPr lang="en-US" altLang="ja-JP">
                <a:latin typeface="+mn-ea"/>
                <a:ea typeface="+mn-ea"/>
              </a:rPr>
              <a:t>/</a:t>
            </a:r>
            <a:r>
              <a:rPr lang="ja-JP" altLang="en-US">
                <a:latin typeface="+mn-ea"/>
                <a:ea typeface="+mn-ea"/>
              </a:rPr>
              <a:t>遅延</a:t>
            </a:r>
            <a:r>
              <a:rPr lang="en-US" altLang="ja-JP">
                <a:latin typeface="+mn-ea"/>
                <a:ea typeface="+mn-ea"/>
              </a:rPr>
              <a:t>)</a:t>
            </a:r>
            <a:endParaRPr kumimoji="1" lang="ja-JP" altLang="en-US">
              <a:latin typeface="+mn-ea"/>
              <a:ea typeface="+mn-ea"/>
            </a:endParaRPr>
          </a:p>
        </p:txBody>
      </p:sp>
      <p:sp>
        <p:nvSpPr>
          <p:cNvPr id="3" name="テキスト ボックス 2">
            <a:extLst>
              <a:ext uri="{FF2B5EF4-FFF2-40B4-BE49-F238E27FC236}">
                <a16:creationId xmlns:a16="http://schemas.microsoft.com/office/drawing/2014/main" id="{8913BD18-31E9-A8F2-2D18-F435F225A0B9}"/>
              </a:ext>
            </a:extLst>
          </p:cNvPr>
          <p:cNvSpPr txBox="1"/>
          <p:nvPr/>
        </p:nvSpPr>
        <p:spPr>
          <a:xfrm>
            <a:off x="385010" y="983782"/>
            <a:ext cx="4287473" cy="461665"/>
          </a:xfrm>
          <a:prstGeom prst="rect">
            <a:avLst/>
          </a:prstGeom>
          <a:noFill/>
        </p:spPr>
        <p:txBody>
          <a:bodyPr wrap="square" rtlCol="0">
            <a:spAutoFit/>
          </a:bodyPr>
          <a:lstStyle/>
          <a:p>
            <a:r>
              <a:rPr kumimoji="1" lang="ja-JP" altLang="en-US" sz="2400" b="1">
                <a:latin typeface="+mn-ea"/>
              </a:rPr>
              <a:t>速度</a:t>
            </a:r>
            <a:r>
              <a:rPr kumimoji="1" lang="en-US" altLang="ja-JP" sz="2400" b="1">
                <a:latin typeface="+mn-ea"/>
              </a:rPr>
              <a:t>/</a:t>
            </a:r>
            <a:r>
              <a:rPr kumimoji="1" lang="ja-JP" altLang="en-US" sz="2400" b="1">
                <a:latin typeface="+mn-ea"/>
              </a:rPr>
              <a:t>遅延検証結果：</a:t>
            </a:r>
          </a:p>
        </p:txBody>
      </p:sp>
      <p:sp>
        <p:nvSpPr>
          <p:cNvPr id="6" name="テキスト ボックス 5">
            <a:extLst>
              <a:ext uri="{FF2B5EF4-FFF2-40B4-BE49-F238E27FC236}">
                <a16:creationId xmlns:a16="http://schemas.microsoft.com/office/drawing/2014/main" id="{E157DCED-BDC9-834C-8A3A-A8E508916E79}"/>
              </a:ext>
            </a:extLst>
          </p:cNvPr>
          <p:cNvSpPr txBox="1"/>
          <p:nvPr/>
        </p:nvSpPr>
        <p:spPr>
          <a:xfrm>
            <a:off x="884254" y="1628506"/>
            <a:ext cx="10902461" cy="1200329"/>
          </a:xfrm>
          <a:prstGeom prst="rect">
            <a:avLst/>
          </a:prstGeom>
          <a:noFill/>
        </p:spPr>
        <p:txBody>
          <a:bodyPr wrap="square" rtlCol="0">
            <a:spAutoFit/>
          </a:bodyPr>
          <a:lstStyle/>
          <a:p>
            <a:r>
              <a:rPr kumimoji="1" lang="ja-JP" altLang="en-US">
                <a:latin typeface="+mn-ea"/>
              </a:rPr>
              <a:t>・ </a:t>
            </a:r>
            <a:r>
              <a:rPr lang="en-US" altLang="ja-JP">
                <a:latin typeface="+mn-ea"/>
              </a:rPr>
              <a:t>Performance</a:t>
            </a:r>
            <a:r>
              <a:rPr lang="ja-JP" altLang="en-US">
                <a:latin typeface="+mn-ea"/>
              </a:rPr>
              <a:t>は</a:t>
            </a:r>
            <a:r>
              <a:rPr lang="en-US" altLang="ja-JP">
                <a:latin typeface="+mn-ea"/>
              </a:rPr>
              <a:t>Simple</a:t>
            </a:r>
            <a:r>
              <a:rPr lang="ja-JP" altLang="en-US">
                <a:latin typeface="+mn-ea"/>
              </a:rPr>
              <a:t>に対して速度向上が確認出来た。</a:t>
            </a:r>
            <a:endParaRPr lang="en-US" altLang="ja-JP">
              <a:latin typeface="+mn-ea"/>
            </a:endParaRPr>
          </a:p>
          <a:p>
            <a:r>
              <a:rPr kumimoji="1" lang="ja-JP" altLang="en-US">
                <a:latin typeface="+mn-ea"/>
              </a:rPr>
              <a:t>・ 改善は</a:t>
            </a:r>
            <a:r>
              <a:rPr kumimoji="1" lang="en-US" altLang="ja-JP">
                <a:latin typeface="+mn-ea"/>
              </a:rPr>
              <a:t>Total</a:t>
            </a:r>
            <a:r>
              <a:rPr kumimoji="1" lang="ja-JP" altLang="en-US">
                <a:latin typeface="+mn-ea"/>
              </a:rPr>
              <a:t>時間より</a:t>
            </a:r>
            <a:r>
              <a:rPr kumimoji="1" lang="en-US" altLang="ja-JP">
                <a:latin typeface="+mn-ea"/>
              </a:rPr>
              <a:t>DNA</a:t>
            </a:r>
            <a:r>
              <a:rPr kumimoji="1" lang="ja-JP" altLang="en-US">
                <a:latin typeface="+mn-ea"/>
              </a:rPr>
              <a:t>時間</a:t>
            </a:r>
            <a:r>
              <a:rPr kumimoji="1" lang="en-US" altLang="ja-JP">
                <a:latin typeface="+mn-ea"/>
              </a:rPr>
              <a:t>(</a:t>
            </a:r>
            <a:r>
              <a:rPr kumimoji="1" lang="en-US" altLang="ja-JP" err="1">
                <a:latin typeface="+mn-ea"/>
              </a:rPr>
              <a:t>SakuraⅡ</a:t>
            </a:r>
            <a:r>
              <a:rPr kumimoji="1" lang="ja-JP" altLang="en-US">
                <a:latin typeface="+mn-ea"/>
              </a:rPr>
              <a:t>内実行時間）側でより大きい傾向が確認出来た。</a:t>
            </a:r>
            <a:endParaRPr kumimoji="1" lang="en-US" altLang="ja-JP">
              <a:latin typeface="+mn-ea"/>
            </a:endParaRPr>
          </a:p>
          <a:p>
            <a:r>
              <a:rPr kumimoji="1" lang="ja-JP" altLang="en-US">
                <a:latin typeface="+mn-ea"/>
              </a:rPr>
              <a:t>・ </a:t>
            </a:r>
            <a:r>
              <a:rPr kumimoji="1" lang="en-US" altLang="ja-JP">
                <a:latin typeface="+mn-ea"/>
              </a:rPr>
              <a:t>Mixed</a:t>
            </a:r>
            <a:r>
              <a:rPr kumimoji="1" lang="ja-JP" altLang="en-US">
                <a:latin typeface="+mn-ea"/>
              </a:rPr>
              <a:t>では</a:t>
            </a:r>
            <a:r>
              <a:rPr kumimoji="1" lang="en-US" altLang="ja-JP">
                <a:latin typeface="+mn-ea"/>
              </a:rPr>
              <a:t>DNA</a:t>
            </a:r>
            <a:r>
              <a:rPr kumimoji="1" lang="ja-JP" altLang="en-US">
                <a:latin typeface="+mn-ea"/>
              </a:rPr>
              <a:t>時間が</a:t>
            </a:r>
            <a:r>
              <a:rPr kumimoji="1" lang="en-US" altLang="ja-JP">
                <a:latin typeface="+mn-ea"/>
              </a:rPr>
              <a:t>Simple</a:t>
            </a:r>
            <a:r>
              <a:rPr kumimoji="1" lang="ja-JP" altLang="en-US">
                <a:latin typeface="+mn-ea"/>
              </a:rPr>
              <a:t>から</a:t>
            </a:r>
            <a:r>
              <a:rPr kumimoji="1" lang="en-US" altLang="ja-JP">
                <a:latin typeface="+mn-ea"/>
              </a:rPr>
              <a:t>Performance</a:t>
            </a:r>
            <a:r>
              <a:rPr kumimoji="1" lang="ja-JP" altLang="en-US">
                <a:latin typeface="+mn-ea"/>
              </a:rPr>
              <a:t>にすることで約</a:t>
            </a:r>
            <a:r>
              <a:rPr kumimoji="1" lang="en-US" altLang="ja-JP">
                <a:latin typeface="+mn-ea"/>
              </a:rPr>
              <a:t>22%</a:t>
            </a:r>
            <a:r>
              <a:rPr kumimoji="1" lang="ja-JP" altLang="en-US">
                <a:latin typeface="+mn-ea"/>
              </a:rPr>
              <a:t>の向上が確認出来た。</a:t>
            </a:r>
            <a:endParaRPr kumimoji="1" lang="en-US" altLang="ja-JP">
              <a:latin typeface="+mn-ea"/>
            </a:endParaRPr>
          </a:p>
          <a:p>
            <a:r>
              <a:rPr kumimoji="1" lang="ja-JP" altLang="en-US">
                <a:latin typeface="+mn-ea"/>
              </a:rPr>
              <a:t>・ 速度遅延の揺らぎ</a:t>
            </a:r>
            <a:r>
              <a:rPr kumimoji="1" lang="en-US" altLang="ja-JP">
                <a:latin typeface="+mn-ea"/>
              </a:rPr>
              <a:t>(</a:t>
            </a:r>
            <a:r>
              <a:rPr kumimoji="1" lang="ja-JP" altLang="en-US">
                <a:latin typeface="+mn-ea"/>
              </a:rPr>
              <a:t>ジッター）の計測値としては安定的に「</a:t>
            </a:r>
            <a:r>
              <a:rPr kumimoji="1" lang="en-US" altLang="ja-JP" b="1">
                <a:solidFill>
                  <a:srgbClr val="0070C0"/>
                </a:solidFill>
                <a:latin typeface="+mn-ea"/>
              </a:rPr>
              <a:t>±1ms</a:t>
            </a:r>
            <a:r>
              <a:rPr kumimoji="1" lang="ja-JP" altLang="en-US" b="1">
                <a:solidFill>
                  <a:srgbClr val="0070C0"/>
                </a:solidFill>
                <a:latin typeface="+mn-ea"/>
              </a:rPr>
              <a:t>未満</a:t>
            </a:r>
            <a:r>
              <a:rPr kumimoji="1" lang="ja-JP" altLang="en-US">
                <a:latin typeface="+mn-ea"/>
              </a:rPr>
              <a:t>」の標準偏差が確認出来た。</a:t>
            </a:r>
          </a:p>
        </p:txBody>
      </p:sp>
      <p:graphicFrame>
        <p:nvGraphicFramePr>
          <p:cNvPr id="2" name="表 1">
            <a:extLst>
              <a:ext uri="{FF2B5EF4-FFF2-40B4-BE49-F238E27FC236}">
                <a16:creationId xmlns:a16="http://schemas.microsoft.com/office/drawing/2014/main" id="{4EA6371B-0899-DB9B-22E1-0551BA39BE24}"/>
              </a:ext>
            </a:extLst>
          </p:cNvPr>
          <p:cNvGraphicFramePr>
            <a:graphicFrameLocks noGrp="1"/>
          </p:cNvGraphicFramePr>
          <p:nvPr/>
        </p:nvGraphicFramePr>
        <p:xfrm>
          <a:off x="123434" y="3429000"/>
          <a:ext cx="11884346" cy="2728215"/>
        </p:xfrm>
        <a:graphic>
          <a:graphicData uri="http://schemas.openxmlformats.org/drawingml/2006/table">
            <a:tbl>
              <a:tblPr firstRow="1" firstCol="1" bandRow="1">
                <a:tableStyleId>{93296810-A885-4BE3-A3E7-6D5BEEA58F35}</a:tableStyleId>
              </a:tblPr>
              <a:tblGrid>
                <a:gridCol w="1822286">
                  <a:extLst>
                    <a:ext uri="{9D8B030D-6E8A-4147-A177-3AD203B41FA5}">
                      <a16:colId xmlns:a16="http://schemas.microsoft.com/office/drawing/2014/main" val="1488349755"/>
                    </a:ext>
                  </a:extLst>
                </a:gridCol>
                <a:gridCol w="1011368">
                  <a:extLst>
                    <a:ext uri="{9D8B030D-6E8A-4147-A177-3AD203B41FA5}">
                      <a16:colId xmlns:a16="http://schemas.microsoft.com/office/drawing/2014/main" val="4210642481"/>
                    </a:ext>
                  </a:extLst>
                </a:gridCol>
                <a:gridCol w="1481495">
                  <a:extLst>
                    <a:ext uri="{9D8B030D-6E8A-4147-A177-3AD203B41FA5}">
                      <a16:colId xmlns:a16="http://schemas.microsoft.com/office/drawing/2014/main" val="3021344603"/>
                    </a:ext>
                  </a:extLst>
                </a:gridCol>
                <a:gridCol w="1768251">
                  <a:extLst>
                    <a:ext uri="{9D8B030D-6E8A-4147-A177-3AD203B41FA5}">
                      <a16:colId xmlns:a16="http://schemas.microsoft.com/office/drawing/2014/main" val="2887135155"/>
                    </a:ext>
                  </a:extLst>
                </a:gridCol>
                <a:gridCol w="1624873">
                  <a:extLst>
                    <a:ext uri="{9D8B030D-6E8A-4147-A177-3AD203B41FA5}">
                      <a16:colId xmlns:a16="http://schemas.microsoft.com/office/drawing/2014/main" val="4062866426"/>
                    </a:ext>
                  </a:extLst>
                </a:gridCol>
                <a:gridCol w="2080444">
                  <a:extLst>
                    <a:ext uri="{9D8B030D-6E8A-4147-A177-3AD203B41FA5}">
                      <a16:colId xmlns:a16="http://schemas.microsoft.com/office/drawing/2014/main" val="562869364"/>
                    </a:ext>
                  </a:extLst>
                </a:gridCol>
                <a:gridCol w="2095629">
                  <a:extLst>
                    <a:ext uri="{9D8B030D-6E8A-4147-A177-3AD203B41FA5}">
                      <a16:colId xmlns:a16="http://schemas.microsoft.com/office/drawing/2014/main" val="417142541"/>
                    </a:ext>
                  </a:extLst>
                </a:gridCol>
              </a:tblGrid>
              <a:tr h="770591">
                <a:tc gridSpan="2">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YOLOv11-m</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hMerge="1">
                  <a:txBody>
                    <a:bodyPr/>
                    <a:lstStyle/>
                    <a:p>
                      <a:endParaRPr kumimoji="1" lang="ja-JP" altLang="en-US"/>
                    </a:p>
                  </a:txBody>
                  <a:tcP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サイズ</a:t>
                      </a:r>
                      <a:endParaRPr lang="ja-JP" alt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コンパイル時間</a:t>
                      </a:r>
                      <a:endParaRPr lang="ja-JP" alt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精度評価</a:t>
                      </a:r>
                      <a:br>
                        <a:rPr lang="ja-JP" altLang="en-US" sz="1600" u="none" strike="noStrike">
                          <a:effectLst/>
                          <a:latin typeface="BIZ UDPゴシック" panose="020B0400000000000000" pitchFamily="50" charset="-128"/>
                          <a:ea typeface="BIZ UDPゴシック" panose="020B0400000000000000" pitchFamily="50" charset="-128"/>
                        </a:rPr>
                      </a:br>
                      <a:r>
                        <a:rPr lang="en-US" altLang="ja-JP" sz="1400" u="none" strike="noStrike">
                          <a:effectLst/>
                          <a:latin typeface="BIZ UDPゴシック" panose="020B0400000000000000" pitchFamily="50" charset="-128"/>
                          <a:ea typeface="BIZ UDPゴシック" panose="020B0400000000000000" pitchFamily="50" charset="-128"/>
                        </a:rPr>
                        <a:t>(</a:t>
                      </a:r>
                      <a:r>
                        <a:rPr lang="en-US" sz="1400" u="none" strike="noStrike">
                          <a:effectLst/>
                          <a:latin typeface="BIZ UDPゴシック" panose="020B0400000000000000" pitchFamily="50" charset="-128"/>
                          <a:ea typeface="BIZ UDPゴシック" panose="020B0400000000000000" pitchFamily="50" charset="-128"/>
                        </a:rPr>
                        <a:t>mAP@50-95)</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速度評価</a:t>
                      </a:r>
                      <a:br>
                        <a:rPr lang="ja-JP" altLang="en-US" sz="1600" u="none" strike="noStrike">
                          <a:effectLst/>
                          <a:latin typeface="BIZ UDPゴシック" panose="020B0400000000000000" pitchFamily="50" charset="-128"/>
                          <a:ea typeface="BIZ UDPゴシック" panose="020B0400000000000000" pitchFamily="50" charset="-128"/>
                        </a:rPr>
                      </a:br>
                      <a:r>
                        <a:rPr lang="en-US" altLang="ja-JP" sz="1400" u="none" strike="noStrike">
                          <a:effectLst/>
                          <a:latin typeface="BIZ UDPゴシック" panose="020B0400000000000000" pitchFamily="50" charset="-128"/>
                          <a:ea typeface="BIZ UDPゴシック" panose="020B0400000000000000" pitchFamily="50" charset="-128"/>
                        </a:rPr>
                        <a:t>(</a:t>
                      </a:r>
                      <a:r>
                        <a:rPr lang="en-US" sz="1400" u="none" strike="noStrike">
                          <a:effectLst/>
                          <a:latin typeface="BIZ UDPゴシック" panose="020B0400000000000000" pitchFamily="50" charset="-128"/>
                          <a:ea typeface="BIZ UDPゴシック" panose="020B0400000000000000" pitchFamily="50" charset="-128"/>
                        </a:rPr>
                        <a:t>Total[</a:t>
                      </a:r>
                      <a:r>
                        <a:rPr lang="en-US" sz="1400" u="none" strike="noStrike" err="1">
                          <a:effectLst/>
                          <a:latin typeface="BIZ UDPゴシック" panose="020B0400000000000000" pitchFamily="50" charset="-128"/>
                          <a:ea typeface="BIZ UDPゴシック" panose="020B0400000000000000" pitchFamily="50" charset="-128"/>
                        </a:rPr>
                        <a:t>ms</a:t>
                      </a:r>
                      <a:r>
                        <a:rPr lang="en-US" sz="1400" u="none" strike="noStrike">
                          <a:effectLst/>
                          <a:latin typeface="BIZ UDPゴシック" panose="020B0400000000000000" pitchFamily="50" charset="-128"/>
                          <a:ea typeface="BIZ UDPゴシック" panose="020B0400000000000000" pitchFamily="50" charset="-128"/>
                        </a:rPr>
                        <a:t>])</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速度評価</a:t>
                      </a:r>
                      <a:br>
                        <a:rPr lang="ja-JP" altLang="en-US" sz="1600" u="none" strike="noStrike">
                          <a:effectLst/>
                          <a:latin typeface="BIZ UDPゴシック" panose="020B0400000000000000" pitchFamily="50" charset="-128"/>
                          <a:ea typeface="BIZ UDPゴシック" panose="020B0400000000000000" pitchFamily="50" charset="-128"/>
                        </a:rPr>
                      </a:br>
                      <a:r>
                        <a:rPr lang="en-US" altLang="ja-JP" sz="1400" u="none" strike="noStrike">
                          <a:effectLst/>
                          <a:latin typeface="BIZ UDPゴシック" panose="020B0400000000000000" pitchFamily="50" charset="-128"/>
                          <a:ea typeface="BIZ UDPゴシック" panose="020B0400000000000000" pitchFamily="50" charset="-128"/>
                        </a:rPr>
                        <a:t>(</a:t>
                      </a:r>
                      <a:r>
                        <a:rPr lang="en-US" sz="1400" u="none" strike="noStrike">
                          <a:effectLst/>
                          <a:latin typeface="BIZ UDPゴシック" panose="020B0400000000000000" pitchFamily="50" charset="-128"/>
                          <a:ea typeface="BIZ UDPゴシック" panose="020B0400000000000000" pitchFamily="50" charset="-128"/>
                        </a:rPr>
                        <a:t>DNA[</a:t>
                      </a:r>
                      <a:r>
                        <a:rPr lang="en-US" sz="1400" u="none" strike="noStrike" err="1">
                          <a:effectLst/>
                          <a:latin typeface="BIZ UDPゴシック" panose="020B0400000000000000" pitchFamily="50" charset="-128"/>
                          <a:ea typeface="BIZ UDPゴシック" panose="020B0400000000000000" pitchFamily="50" charset="-128"/>
                        </a:rPr>
                        <a:t>ms</a:t>
                      </a:r>
                      <a:r>
                        <a:rPr lang="en-US" sz="1400" u="none" strike="noStrike">
                          <a:effectLst/>
                          <a:latin typeface="BIZ UDPゴシック" panose="020B0400000000000000" pitchFamily="50" charset="-128"/>
                          <a:ea typeface="BIZ UDPゴシック" panose="020B0400000000000000" pitchFamily="50" charset="-128"/>
                        </a:rPr>
                        <a:t>])</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223284441"/>
                  </a:ext>
                </a:extLst>
              </a:tr>
              <a:tr h="489406">
                <a:tc rowSpan="2">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Simple</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solidFill>
                            <a:srgbClr val="11131D"/>
                          </a:solidFill>
                          <a:effectLst/>
                          <a:latin typeface="BIZ UDPゴシック" panose="020B0400000000000000" pitchFamily="50" charset="-128"/>
                          <a:ea typeface="BIZ UDPゴシック" panose="020B0400000000000000" pitchFamily="50" charset="-128"/>
                        </a:rPr>
                        <a:t>BF16</a:t>
                      </a:r>
                      <a:endParaRPr lang="en-US" sz="1600" b="1" i="0" u="none" strike="noStrike">
                        <a:solidFill>
                          <a:srgbClr val="11131D"/>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640</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00h00m42s</a:t>
                      </a:r>
                      <a:endParaRPr lang="en-US"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41.2</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25.6451</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±0.4796</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20.2885</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±0.1537</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3145621759"/>
                  </a:ext>
                </a:extLst>
              </a:tr>
              <a:tr h="489406">
                <a:tc vMerge="1">
                  <a:txBody>
                    <a:bodyPr/>
                    <a:lstStyle/>
                    <a:p>
                      <a:endParaRPr kumimoji="1" lang="ja-JP" altLang="en-US"/>
                    </a:p>
                  </a:txBody>
                  <a:tcPr/>
                </a:tc>
                <a:tc>
                  <a:txBody>
                    <a:bodyPr/>
                    <a:lstStyle/>
                    <a:p>
                      <a:pPr algn="ctr" fontAlgn="ctr">
                        <a:buNone/>
                      </a:pPr>
                      <a:r>
                        <a:rPr lang="en-US" sz="1600" u="none" strike="noStrike">
                          <a:solidFill>
                            <a:srgbClr val="11131D"/>
                          </a:solidFill>
                          <a:effectLst/>
                          <a:latin typeface="BIZ UDPゴシック" panose="020B0400000000000000" pitchFamily="50" charset="-128"/>
                          <a:ea typeface="BIZ UDPゴシック" panose="020B0400000000000000" pitchFamily="50" charset="-128"/>
                        </a:rPr>
                        <a:t>Mixed</a:t>
                      </a:r>
                      <a:endParaRPr lang="en-US" sz="1600" b="1" i="0" u="none" strike="noStrike">
                        <a:solidFill>
                          <a:srgbClr val="11131D"/>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640</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00h00m58s</a:t>
                      </a:r>
                      <a:endParaRPr lang="en-US"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40.9</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14.4472</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±1.0474</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9.4113</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±0.1508</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2637329125"/>
                  </a:ext>
                </a:extLst>
              </a:tr>
              <a:tr h="489406">
                <a:tc rowSpan="2">
                  <a:txBody>
                    <a:bodyPr/>
                    <a:lstStyle/>
                    <a:p>
                      <a:pPr algn="ctr" fontAlgn="ctr">
                        <a:buNone/>
                      </a:pPr>
                      <a:r>
                        <a:rPr lang="en-US" sz="1400" u="none" strike="noStrike">
                          <a:effectLst/>
                          <a:latin typeface="BIZ UDPゴシック" panose="020B0400000000000000" pitchFamily="50" charset="-128"/>
                          <a:ea typeface="BIZ UDPゴシック" panose="020B0400000000000000" pitchFamily="50" charset="-128"/>
                        </a:rPr>
                        <a:t>Performance</a:t>
                      </a:r>
                      <a:br>
                        <a:rPr lang="en-US" sz="1400" u="none" strike="noStrike">
                          <a:effectLst/>
                          <a:latin typeface="BIZ UDPゴシック" panose="020B0400000000000000" pitchFamily="50" charset="-128"/>
                          <a:ea typeface="BIZ UDPゴシック" panose="020B0400000000000000" pitchFamily="50" charset="-128"/>
                        </a:rPr>
                      </a:br>
                      <a:r>
                        <a:rPr lang="en-US" sz="1200" u="none" strike="noStrike">
                          <a:effectLst/>
                          <a:latin typeface="BIZ UDPゴシック" panose="020B0400000000000000" pitchFamily="50" charset="-128"/>
                          <a:ea typeface="BIZ UDPゴシック" panose="020B0400000000000000" pitchFamily="50" charset="-128"/>
                        </a:rPr>
                        <a:t>[iterations=5000]</a:t>
                      </a:r>
                      <a:endParaRPr lang="en-US" sz="14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solidFill>
                            <a:srgbClr val="11131D"/>
                          </a:solidFill>
                          <a:effectLst/>
                          <a:latin typeface="BIZ UDPゴシック" panose="020B0400000000000000" pitchFamily="50" charset="-128"/>
                          <a:ea typeface="BIZ UDPゴシック" panose="020B0400000000000000" pitchFamily="50" charset="-128"/>
                        </a:rPr>
                        <a:t>BF16</a:t>
                      </a:r>
                      <a:endParaRPr lang="en-US" sz="1600" b="1" i="0" u="none" strike="noStrike">
                        <a:solidFill>
                          <a:srgbClr val="11131D"/>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640</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10h00m43s</a:t>
                      </a:r>
                      <a:endParaRPr lang="en-US"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41.2</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24.0702</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±0.2786</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18.7918</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±0.1210</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2305521689"/>
                  </a:ext>
                </a:extLst>
              </a:tr>
              <a:tr h="489406">
                <a:tc vMerge="1">
                  <a:txBody>
                    <a:bodyPr/>
                    <a:lstStyle/>
                    <a:p>
                      <a:endParaRPr kumimoji="1" lang="ja-JP" altLang="en-US"/>
                    </a:p>
                  </a:txBody>
                  <a:tcPr/>
                </a:tc>
                <a:tc>
                  <a:txBody>
                    <a:bodyPr/>
                    <a:lstStyle/>
                    <a:p>
                      <a:pPr algn="ctr" fontAlgn="ctr">
                        <a:buNone/>
                      </a:pPr>
                      <a:r>
                        <a:rPr lang="en-US" sz="1600" u="none" strike="noStrike">
                          <a:solidFill>
                            <a:srgbClr val="11131D"/>
                          </a:solidFill>
                          <a:effectLst/>
                          <a:latin typeface="BIZ UDPゴシック" panose="020B0400000000000000" pitchFamily="50" charset="-128"/>
                          <a:ea typeface="BIZ UDPゴシック" panose="020B0400000000000000" pitchFamily="50" charset="-128"/>
                        </a:rPr>
                        <a:t>Mixed</a:t>
                      </a:r>
                      <a:endParaRPr lang="en-US" sz="1600" b="1" i="0" u="none" strike="noStrike">
                        <a:solidFill>
                          <a:srgbClr val="11131D"/>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640</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08h20m53s</a:t>
                      </a:r>
                      <a:endParaRPr lang="en-US"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40.9</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12.8145</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±0.9972</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dirty="0">
                          <a:effectLst/>
                          <a:latin typeface="BIZ UDPゴシック" panose="020B0400000000000000" pitchFamily="50" charset="-128"/>
                          <a:ea typeface="BIZ UDPゴシック" panose="020B0400000000000000" pitchFamily="50" charset="-128"/>
                        </a:rPr>
                        <a:t>7.3488</a:t>
                      </a:r>
                      <a:r>
                        <a:rPr lang="en-US" altLang="ja-JP" sz="1600" u="none" strike="noStrike" dirty="0">
                          <a:solidFill>
                            <a:srgbClr val="0070C0"/>
                          </a:solidFill>
                          <a:effectLst/>
                          <a:latin typeface="BIZ UDPゴシック" panose="020B0400000000000000" pitchFamily="50" charset="-128"/>
                          <a:ea typeface="BIZ UDPゴシック" panose="020B0400000000000000" pitchFamily="50" charset="-128"/>
                        </a:rPr>
                        <a:t>±0.1676</a:t>
                      </a:r>
                      <a:endParaRPr lang="en-US" altLang="ja-JP" sz="1600" b="0" i="0" u="none" strike="noStrike" dirty="0">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118856157"/>
                  </a:ext>
                </a:extLst>
              </a:tr>
            </a:tbl>
          </a:graphicData>
        </a:graphic>
      </p:graphicFrame>
      <p:sp>
        <p:nvSpPr>
          <p:cNvPr id="5" name="正方形/長方形 4">
            <a:extLst>
              <a:ext uri="{FF2B5EF4-FFF2-40B4-BE49-F238E27FC236}">
                <a16:creationId xmlns:a16="http://schemas.microsoft.com/office/drawing/2014/main" id="{B72E90B1-DC38-5432-89EA-5E63DEBE8C67}"/>
              </a:ext>
            </a:extLst>
          </p:cNvPr>
          <p:cNvSpPr/>
          <p:nvPr/>
        </p:nvSpPr>
        <p:spPr>
          <a:xfrm>
            <a:off x="7824314" y="3429001"/>
            <a:ext cx="4180926" cy="272821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Tree>
    <p:extLst>
      <p:ext uri="{BB962C8B-B14F-4D97-AF65-F5344CB8AC3E}">
        <p14:creationId xmlns:p14="http://schemas.microsoft.com/office/powerpoint/2010/main" val="48090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D9C82-5817-2B08-672E-3737D0B64017}"/>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E1507901-CC60-CD87-AC16-FE8DB9CA9677}"/>
              </a:ext>
            </a:extLst>
          </p:cNvPr>
          <p:cNvSpPr>
            <a:spLocks noGrp="1"/>
          </p:cNvSpPr>
          <p:nvPr>
            <p:ph type="title"/>
          </p:nvPr>
        </p:nvSpPr>
        <p:spPr/>
        <p:txBody>
          <a:bodyPr>
            <a:normAutofit/>
          </a:bodyPr>
          <a:lstStyle/>
          <a:p>
            <a:r>
              <a:rPr lang="ja-JP" altLang="en-US">
                <a:latin typeface="+mn-ea"/>
                <a:ea typeface="+mn-ea"/>
              </a:rPr>
              <a:t>検証結果及びデモ実施 </a:t>
            </a:r>
            <a:r>
              <a:rPr lang="en-US" altLang="ja-JP">
                <a:latin typeface="+mn-ea"/>
                <a:ea typeface="+mn-ea"/>
              </a:rPr>
              <a:t>(</a:t>
            </a:r>
            <a:r>
              <a:rPr lang="ja-JP" altLang="en-US">
                <a:latin typeface="+mn-ea"/>
                <a:ea typeface="+mn-ea"/>
              </a:rPr>
              <a:t>速度</a:t>
            </a:r>
            <a:r>
              <a:rPr lang="en-US" altLang="ja-JP">
                <a:latin typeface="+mn-ea"/>
                <a:ea typeface="+mn-ea"/>
              </a:rPr>
              <a:t>/</a:t>
            </a:r>
            <a:r>
              <a:rPr lang="ja-JP" altLang="en-US">
                <a:latin typeface="+mn-ea"/>
                <a:ea typeface="+mn-ea"/>
              </a:rPr>
              <a:t>遅延</a:t>
            </a:r>
            <a:r>
              <a:rPr lang="en-US" altLang="ja-JP">
                <a:latin typeface="+mn-ea"/>
                <a:ea typeface="+mn-ea"/>
              </a:rPr>
              <a:t>)</a:t>
            </a:r>
            <a:endParaRPr kumimoji="1" lang="ja-JP" altLang="en-US">
              <a:latin typeface="+mn-ea"/>
              <a:ea typeface="+mn-ea"/>
            </a:endParaRPr>
          </a:p>
        </p:txBody>
      </p:sp>
      <p:sp>
        <p:nvSpPr>
          <p:cNvPr id="5" name="テキスト ボックス 4">
            <a:extLst>
              <a:ext uri="{FF2B5EF4-FFF2-40B4-BE49-F238E27FC236}">
                <a16:creationId xmlns:a16="http://schemas.microsoft.com/office/drawing/2014/main" id="{24608512-C5DA-614B-98C1-AE69EED2909C}"/>
              </a:ext>
            </a:extLst>
          </p:cNvPr>
          <p:cNvSpPr txBox="1"/>
          <p:nvPr/>
        </p:nvSpPr>
        <p:spPr>
          <a:xfrm>
            <a:off x="364914" y="999825"/>
            <a:ext cx="9927339" cy="830997"/>
          </a:xfrm>
          <a:prstGeom prst="rect">
            <a:avLst/>
          </a:prstGeom>
          <a:noFill/>
        </p:spPr>
        <p:txBody>
          <a:bodyPr wrap="square" rtlCol="0">
            <a:spAutoFit/>
          </a:bodyPr>
          <a:lstStyle/>
          <a:p>
            <a:r>
              <a:rPr kumimoji="1" lang="ja-JP" altLang="en-US" sz="2400" b="1">
                <a:latin typeface="+mn-ea"/>
              </a:rPr>
              <a:t>速度</a:t>
            </a:r>
            <a:r>
              <a:rPr kumimoji="1" lang="en-US" altLang="ja-JP" sz="2400" b="1">
                <a:latin typeface="+mn-ea"/>
              </a:rPr>
              <a:t>/</a:t>
            </a:r>
            <a:r>
              <a:rPr kumimoji="1" lang="ja-JP" altLang="en-US" sz="2400" b="1">
                <a:latin typeface="+mn-ea"/>
              </a:rPr>
              <a:t>遅延計測デモ：</a:t>
            </a:r>
            <a:endParaRPr kumimoji="1" lang="en-US" altLang="ja-JP" sz="2400" b="1">
              <a:latin typeface="+mn-ea"/>
            </a:endParaRPr>
          </a:p>
          <a:p>
            <a:r>
              <a:rPr kumimoji="1" lang="en-US" altLang="ja-JP" sz="2400" b="1">
                <a:latin typeface="+mn-ea"/>
              </a:rPr>
              <a:t>		</a:t>
            </a:r>
            <a:endParaRPr kumimoji="1" lang="ja-JP" altLang="en-US" sz="2400" b="1">
              <a:latin typeface="+mn-ea"/>
            </a:endParaRPr>
          </a:p>
        </p:txBody>
      </p:sp>
    </p:spTree>
    <p:extLst>
      <p:ext uri="{BB962C8B-B14F-4D97-AF65-F5344CB8AC3E}">
        <p14:creationId xmlns:p14="http://schemas.microsoft.com/office/powerpoint/2010/main" val="33244976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CBEF2-C83A-AD67-37A1-96EE3AA1C3B2}"/>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D796F3F0-3DDF-71AD-417C-9EC7EF17171E}"/>
              </a:ext>
            </a:extLst>
          </p:cNvPr>
          <p:cNvSpPr>
            <a:spLocks noGrp="1"/>
          </p:cNvSpPr>
          <p:nvPr>
            <p:ph type="title"/>
          </p:nvPr>
        </p:nvSpPr>
        <p:spPr/>
        <p:txBody>
          <a:bodyPr>
            <a:normAutofit/>
          </a:bodyPr>
          <a:lstStyle/>
          <a:p>
            <a:r>
              <a:rPr lang="ja-JP" altLang="en-US">
                <a:latin typeface="+mn-ea"/>
                <a:ea typeface="+mn-ea"/>
              </a:rPr>
              <a:t>検証シナリオ </a:t>
            </a:r>
            <a:r>
              <a:rPr lang="en-US" altLang="ja-JP">
                <a:latin typeface="+mn-ea"/>
                <a:ea typeface="+mn-ea"/>
              </a:rPr>
              <a:t>(</a:t>
            </a:r>
            <a:r>
              <a:rPr lang="ja-JP" altLang="en-US">
                <a:latin typeface="+mn-ea"/>
                <a:ea typeface="+mn-ea"/>
              </a:rPr>
              <a:t>低消費電力</a:t>
            </a:r>
            <a:r>
              <a:rPr lang="en-US" altLang="ja-JP">
                <a:latin typeface="+mn-ea"/>
                <a:ea typeface="+mn-ea"/>
              </a:rPr>
              <a:t>)</a:t>
            </a:r>
            <a:endParaRPr kumimoji="1" lang="ja-JP" altLang="en-US">
              <a:latin typeface="+mn-ea"/>
              <a:ea typeface="+mn-ea"/>
            </a:endParaRPr>
          </a:p>
        </p:txBody>
      </p:sp>
      <p:sp>
        <p:nvSpPr>
          <p:cNvPr id="3" name="テキスト ボックス 2">
            <a:extLst>
              <a:ext uri="{FF2B5EF4-FFF2-40B4-BE49-F238E27FC236}">
                <a16:creationId xmlns:a16="http://schemas.microsoft.com/office/drawing/2014/main" id="{B4709F85-2A0A-ADF3-8FF3-AE2CA9F6E321}"/>
              </a:ext>
            </a:extLst>
          </p:cNvPr>
          <p:cNvSpPr txBox="1"/>
          <p:nvPr/>
        </p:nvSpPr>
        <p:spPr>
          <a:xfrm>
            <a:off x="385011" y="983782"/>
            <a:ext cx="4206240" cy="461665"/>
          </a:xfrm>
          <a:prstGeom prst="rect">
            <a:avLst/>
          </a:prstGeom>
          <a:noFill/>
        </p:spPr>
        <p:txBody>
          <a:bodyPr wrap="square" rtlCol="0">
            <a:spAutoFit/>
          </a:bodyPr>
          <a:lstStyle/>
          <a:p>
            <a:r>
              <a:rPr kumimoji="1" lang="ja-JP" altLang="en-US" sz="2400" b="1">
                <a:latin typeface="+mn-ea"/>
              </a:rPr>
              <a:t>消費電力確認結果：</a:t>
            </a:r>
          </a:p>
        </p:txBody>
      </p:sp>
      <p:graphicFrame>
        <p:nvGraphicFramePr>
          <p:cNvPr id="7" name="グラフ 6">
            <a:extLst>
              <a:ext uri="{FF2B5EF4-FFF2-40B4-BE49-F238E27FC236}">
                <a16:creationId xmlns:a16="http://schemas.microsoft.com/office/drawing/2014/main" id="{841E698D-F8BC-08E2-8D78-45E2C1C4A056}"/>
              </a:ext>
            </a:extLst>
          </p:cNvPr>
          <p:cNvGraphicFramePr>
            <a:graphicFrameLocks/>
          </p:cNvGraphicFramePr>
          <p:nvPr/>
        </p:nvGraphicFramePr>
        <p:xfrm>
          <a:off x="284674" y="2098432"/>
          <a:ext cx="5593718" cy="30077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グラフ 7">
            <a:extLst>
              <a:ext uri="{FF2B5EF4-FFF2-40B4-BE49-F238E27FC236}">
                <a16:creationId xmlns:a16="http://schemas.microsoft.com/office/drawing/2014/main" id="{1A4B57B2-EC70-8C56-7DD0-195170AF1F47}"/>
              </a:ext>
            </a:extLst>
          </p:cNvPr>
          <p:cNvGraphicFramePr>
            <a:graphicFrameLocks/>
          </p:cNvGraphicFramePr>
          <p:nvPr/>
        </p:nvGraphicFramePr>
        <p:xfrm>
          <a:off x="6518030" y="2098432"/>
          <a:ext cx="5389295" cy="30077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表 9">
            <a:extLst>
              <a:ext uri="{FF2B5EF4-FFF2-40B4-BE49-F238E27FC236}">
                <a16:creationId xmlns:a16="http://schemas.microsoft.com/office/drawing/2014/main" id="{AD86552A-F8D0-4A48-AA96-A20FA5675FE5}"/>
              </a:ext>
            </a:extLst>
          </p:cNvPr>
          <p:cNvGraphicFramePr>
            <a:graphicFrameLocks noGrp="1"/>
          </p:cNvGraphicFramePr>
          <p:nvPr/>
        </p:nvGraphicFramePr>
        <p:xfrm>
          <a:off x="385011" y="5292374"/>
          <a:ext cx="10916035" cy="1454187"/>
        </p:xfrm>
        <a:graphic>
          <a:graphicData uri="http://schemas.openxmlformats.org/drawingml/2006/table">
            <a:tbl>
              <a:tblPr firstRow="1" firstCol="1" bandRow="1">
                <a:tableStyleId>{93296810-A885-4BE3-A3E7-6D5BEEA58F35}</a:tableStyleId>
              </a:tblPr>
              <a:tblGrid>
                <a:gridCol w="2187704">
                  <a:extLst>
                    <a:ext uri="{9D8B030D-6E8A-4147-A177-3AD203B41FA5}">
                      <a16:colId xmlns:a16="http://schemas.microsoft.com/office/drawing/2014/main" val="3021344603"/>
                    </a:ext>
                  </a:extLst>
                </a:gridCol>
                <a:gridCol w="1731814">
                  <a:extLst>
                    <a:ext uri="{9D8B030D-6E8A-4147-A177-3AD203B41FA5}">
                      <a16:colId xmlns:a16="http://schemas.microsoft.com/office/drawing/2014/main" val="2887135155"/>
                    </a:ext>
                  </a:extLst>
                </a:gridCol>
                <a:gridCol w="1959759">
                  <a:extLst>
                    <a:ext uri="{9D8B030D-6E8A-4147-A177-3AD203B41FA5}">
                      <a16:colId xmlns:a16="http://schemas.microsoft.com/office/drawing/2014/main" val="4062866426"/>
                    </a:ext>
                  </a:extLst>
                </a:gridCol>
                <a:gridCol w="2509222">
                  <a:extLst>
                    <a:ext uri="{9D8B030D-6E8A-4147-A177-3AD203B41FA5}">
                      <a16:colId xmlns:a16="http://schemas.microsoft.com/office/drawing/2014/main" val="562869364"/>
                    </a:ext>
                  </a:extLst>
                </a:gridCol>
                <a:gridCol w="2527536">
                  <a:extLst>
                    <a:ext uri="{9D8B030D-6E8A-4147-A177-3AD203B41FA5}">
                      <a16:colId xmlns:a16="http://schemas.microsoft.com/office/drawing/2014/main" val="417142541"/>
                    </a:ext>
                  </a:extLst>
                </a:gridCol>
              </a:tblGrid>
              <a:tr h="529313">
                <a:tc>
                  <a:txBody>
                    <a:bodyPr/>
                    <a:lstStyle/>
                    <a:p>
                      <a:pPr algn="ctr" fontAlgn="ctr">
                        <a:buNone/>
                      </a:pPr>
                      <a:r>
                        <a:rPr lang="ja-JP" altLang="en-US" sz="1400" b="1" i="0" u="none" strike="noStrike">
                          <a:solidFill>
                            <a:schemeClr val="bg1"/>
                          </a:solidFill>
                          <a:effectLst/>
                          <a:latin typeface="BIZ UDPゴシック" panose="020B0400000000000000" pitchFamily="50" charset="-128"/>
                          <a:ea typeface="BIZ UDPゴシック" panose="020B0400000000000000" pitchFamily="50" charset="-128"/>
                        </a:rPr>
                        <a:t>条件</a:t>
                      </a:r>
                    </a:p>
                  </a:txBody>
                  <a:tcPr marL="7620" marR="7620" marT="7620" marB="0" anchor="ctr"/>
                </a:tc>
                <a:tc>
                  <a:txBody>
                    <a:bodyPr/>
                    <a:lstStyle/>
                    <a:p>
                      <a:pPr algn="ctr">
                        <a:buNone/>
                      </a:pP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チップ内温度 </a:t>
                      </a:r>
                      <a:endPar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endParaRPr>
                    </a:p>
                    <a:p>
                      <a:pPr algn="ctr">
                        <a:buNone/>
                      </a:pP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平均</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p>
                  </a:txBody>
                  <a:tcPr marL="74872" marR="74872" marT="34556" marB="34556" anchor="ctr"/>
                </a:tc>
                <a:tc>
                  <a:txBody>
                    <a:bodyPr/>
                    <a:lstStyle/>
                    <a:p>
                      <a:pPr algn="ctr">
                        <a:buNone/>
                      </a:pP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チップ内温度 </a:t>
                      </a:r>
                      <a:endPar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endParaRPr>
                    </a:p>
                    <a:p>
                      <a:pPr algn="ctr">
                        <a:buNone/>
                      </a:pP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最大</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p>
                  </a:txBody>
                  <a:tcPr marL="74872" marR="74872" marT="34556" marB="34556" anchor="ctr"/>
                </a:tc>
                <a:tc>
                  <a:txBody>
                    <a:bodyPr/>
                    <a:lstStyle/>
                    <a:p>
                      <a:pPr algn="ctr">
                        <a:buNone/>
                      </a:pP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PCI</a:t>
                      </a: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モジュール消費電力 平均</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[W]</a:t>
                      </a:r>
                    </a:p>
                  </a:txBody>
                  <a:tcPr marL="74872" marR="74872" marT="34556" marB="34556" anchor="ctr"/>
                </a:tc>
                <a:tc>
                  <a:txBody>
                    <a:bodyPr/>
                    <a:lstStyle/>
                    <a:p>
                      <a:pPr algn="ctr">
                        <a:buNone/>
                      </a:pP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PCI</a:t>
                      </a: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モジュール消費電力 最大</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[W]</a:t>
                      </a:r>
                    </a:p>
                  </a:txBody>
                  <a:tcPr marL="74872" marR="74872" marT="34556" marB="34556" anchor="ctr"/>
                </a:tc>
                <a:extLst>
                  <a:ext uri="{0D108BD9-81ED-4DB2-BD59-A6C34878D82A}">
                    <a16:rowId xmlns:a16="http://schemas.microsoft.com/office/drawing/2014/main" val="223284441"/>
                  </a:ext>
                </a:extLst>
              </a:tr>
              <a:tr h="462437">
                <a:tc>
                  <a:txBody>
                    <a:bodyPr/>
                    <a:lstStyle/>
                    <a:p>
                      <a:pPr algn="ctr" fontAlgn="ctr">
                        <a:buNone/>
                      </a:pPr>
                      <a:r>
                        <a:rPr lang="en-US" altLang="ja-JP" sz="1400" b="0" i="0" u="none" strike="noStrike">
                          <a:solidFill>
                            <a:schemeClr val="bg1"/>
                          </a:solidFill>
                          <a:effectLst/>
                          <a:latin typeface="BIZ UDPゴシック" panose="020B0400000000000000" pitchFamily="50" charset="-128"/>
                          <a:ea typeface="BIZ UDPゴシック" panose="020B0400000000000000" pitchFamily="50" charset="-128"/>
                        </a:rPr>
                        <a:t>Mixed_Simple</a:t>
                      </a:r>
                    </a:p>
                  </a:txBody>
                  <a:tcPr marL="7620" marR="7620" marT="7620" marB="0"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64.56</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66.00</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9.07</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10.43</a:t>
                      </a:r>
                    </a:p>
                  </a:txBody>
                  <a:tcPr marL="74872" marR="74872" marT="34556" marB="34556" anchor="ctr"/>
                </a:tc>
                <a:extLst>
                  <a:ext uri="{0D108BD9-81ED-4DB2-BD59-A6C34878D82A}">
                    <a16:rowId xmlns:a16="http://schemas.microsoft.com/office/drawing/2014/main" val="3145621759"/>
                  </a:ext>
                </a:extLst>
              </a:tr>
              <a:tr h="462437">
                <a:tc>
                  <a:txBody>
                    <a:bodyPr/>
                    <a:lstStyle/>
                    <a:p>
                      <a:pPr algn="ctr" fontAlgn="ctr">
                        <a:buNone/>
                      </a:pPr>
                      <a:r>
                        <a:rPr lang="en-US" altLang="ja-JP" sz="1400" b="0" i="0" u="none" strike="noStrike">
                          <a:solidFill>
                            <a:schemeClr val="bg1"/>
                          </a:solidFill>
                          <a:effectLst/>
                          <a:latin typeface="BIZ UDPゴシック" panose="020B0400000000000000" pitchFamily="50" charset="-128"/>
                          <a:ea typeface="BIZ UDPゴシック" panose="020B0400000000000000" pitchFamily="50" charset="-128"/>
                        </a:rPr>
                        <a:t>Mixed_Performance</a:t>
                      </a:r>
                    </a:p>
                  </a:txBody>
                  <a:tcPr marL="7620" marR="7620" marT="7620" marB="0"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66.31</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67.00</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9.56</a:t>
                      </a:r>
                    </a:p>
                  </a:txBody>
                  <a:tcPr marL="74872" marR="74872" marT="34556" marB="34556" anchor="ctr"/>
                </a:tc>
                <a:tc>
                  <a:txBody>
                    <a:bodyPr/>
                    <a:lstStyle/>
                    <a:p>
                      <a:pPr algn="ctr">
                        <a:buNone/>
                      </a:pPr>
                      <a:r>
                        <a:rPr lang="en-US" altLang="ja-JP" sz="1300" dirty="0">
                          <a:effectLst/>
                          <a:latin typeface="BIZ UDPゴシック" panose="020B0400000000000000" pitchFamily="50" charset="-128"/>
                          <a:ea typeface="BIZ UDPゴシック" panose="020B0400000000000000" pitchFamily="50" charset="-128"/>
                        </a:rPr>
                        <a:t>12.12</a:t>
                      </a:r>
                    </a:p>
                  </a:txBody>
                  <a:tcPr marL="74872" marR="74872" marT="34556" marB="34556" anchor="ctr"/>
                </a:tc>
                <a:extLst>
                  <a:ext uri="{0D108BD9-81ED-4DB2-BD59-A6C34878D82A}">
                    <a16:rowId xmlns:a16="http://schemas.microsoft.com/office/drawing/2014/main" val="2637329125"/>
                  </a:ext>
                </a:extLst>
              </a:tr>
            </a:tbl>
          </a:graphicData>
        </a:graphic>
      </p:graphicFrame>
      <p:sp>
        <p:nvSpPr>
          <p:cNvPr id="11" name="テキスト ボックス 10">
            <a:extLst>
              <a:ext uri="{FF2B5EF4-FFF2-40B4-BE49-F238E27FC236}">
                <a16:creationId xmlns:a16="http://schemas.microsoft.com/office/drawing/2014/main" id="{0A5D6CA4-FE2E-B9C8-C6F9-1BC1C9685376}"/>
              </a:ext>
            </a:extLst>
          </p:cNvPr>
          <p:cNvSpPr txBox="1"/>
          <p:nvPr/>
        </p:nvSpPr>
        <p:spPr>
          <a:xfrm>
            <a:off x="862379" y="1490984"/>
            <a:ext cx="10902461" cy="369332"/>
          </a:xfrm>
          <a:prstGeom prst="rect">
            <a:avLst/>
          </a:prstGeom>
          <a:noFill/>
        </p:spPr>
        <p:txBody>
          <a:bodyPr wrap="square" rtlCol="0">
            <a:spAutoFit/>
          </a:bodyPr>
          <a:lstStyle/>
          <a:p>
            <a:r>
              <a:rPr kumimoji="1" lang="ja-JP" altLang="en-US">
                <a:latin typeface="+mn-ea"/>
              </a:rPr>
              <a:t>・ </a:t>
            </a:r>
            <a:r>
              <a:rPr kumimoji="1" lang="en-US" altLang="ja-JP">
                <a:latin typeface="+mn-ea"/>
              </a:rPr>
              <a:t>1</a:t>
            </a:r>
            <a:r>
              <a:rPr kumimoji="1" lang="ja-JP" altLang="en-US">
                <a:latin typeface="+mn-ea"/>
              </a:rPr>
              <a:t>秒間に</a:t>
            </a:r>
            <a:r>
              <a:rPr kumimoji="1" lang="en-US" altLang="ja-JP">
                <a:latin typeface="+mn-ea"/>
              </a:rPr>
              <a:t>1</a:t>
            </a:r>
            <a:r>
              <a:rPr kumimoji="1" lang="ja-JP" altLang="en-US">
                <a:latin typeface="+mn-ea"/>
              </a:rPr>
              <a:t>回の電力消費を６０分間実施し、「</a:t>
            </a:r>
            <a:r>
              <a:rPr kumimoji="1" lang="ja-JP" altLang="en-US" b="1">
                <a:solidFill>
                  <a:srgbClr val="0070C0"/>
                </a:solidFill>
                <a:latin typeface="+mn-ea"/>
              </a:rPr>
              <a:t>平均</a:t>
            </a:r>
            <a:r>
              <a:rPr kumimoji="1" lang="en-US" altLang="ja-JP" b="1">
                <a:solidFill>
                  <a:srgbClr val="0070C0"/>
                </a:solidFill>
                <a:latin typeface="+mn-ea"/>
              </a:rPr>
              <a:t>10W</a:t>
            </a:r>
            <a:r>
              <a:rPr kumimoji="1" lang="ja-JP" altLang="en-US" b="1">
                <a:solidFill>
                  <a:srgbClr val="0070C0"/>
                </a:solidFill>
                <a:latin typeface="+mn-ea"/>
              </a:rPr>
              <a:t>未満</a:t>
            </a:r>
            <a:r>
              <a:rPr kumimoji="1" lang="ja-JP" altLang="en-US">
                <a:latin typeface="+mn-ea"/>
              </a:rPr>
              <a:t>」の計測結果を確認出来た。</a:t>
            </a:r>
          </a:p>
        </p:txBody>
      </p:sp>
      <p:sp>
        <p:nvSpPr>
          <p:cNvPr id="17" name="正方形/長方形 16">
            <a:extLst>
              <a:ext uri="{FF2B5EF4-FFF2-40B4-BE49-F238E27FC236}">
                <a16:creationId xmlns:a16="http://schemas.microsoft.com/office/drawing/2014/main" id="{CD04BA60-466A-70E1-4D5A-5A4C47A7CD92}"/>
              </a:ext>
            </a:extLst>
          </p:cNvPr>
          <p:cNvSpPr/>
          <p:nvPr/>
        </p:nvSpPr>
        <p:spPr>
          <a:xfrm>
            <a:off x="6248400" y="5826068"/>
            <a:ext cx="2515124" cy="92049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Tree>
    <p:extLst>
      <p:ext uri="{BB962C8B-B14F-4D97-AF65-F5344CB8AC3E}">
        <p14:creationId xmlns:p14="http://schemas.microsoft.com/office/powerpoint/2010/main" val="471161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5089B-5FA9-3FF9-798C-6E260F01E2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1D7C24C-E045-903E-79B2-2D948242F056}"/>
              </a:ext>
            </a:extLst>
          </p:cNvPr>
          <p:cNvSpPr>
            <a:spLocks noGrp="1"/>
          </p:cNvSpPr>
          <p:nvPr>
            <p:ph type="ctrTitle"/>
          </p:nvPr>
        </p:nvSpPr>
        <p:spPr>
          <a:xfrm>
            <a:off x="592426" y="2763966"/>
            <a:ext cx="8482301" cy="893634"/>
          </a:xfrm>
        </p:spPr>
        <p:txBody>
          <a:bodyPr>
            <a:normAutofit fontScale="90000"/>
          </a:bodyPr>
          <a:lstStyle/>
          <a:p>
            <a:r>
              <a:rPr kumimoji="1" lang="en-US" altLang="ja-JP" dirty="0"/>
              <a:t>[</a:t>
            </a:r>
            <a:r>
              <a:rPr kumimoji="1" lang="ja-JP" altLang="en-US" dirty="0"/>
              <a:t>提案対応</a:t>
            </a:r>
            <a:r>
              <a:rPr kumimoji="1" lang="en-US" altLang="ja-JP" dirty="0"/>
              <a:t>]</a:t>
            </a:r>
            <a:br>
              <a:rPr kumimoji="1" lang="en-US" altLang="ja-JP" dirty="0"/>
            </a:br>
            <a:r>
              <a:rPr lang="ja-JP" altLang="en-US" dirty="0"/>
              <a:t>地域課題解決に向けた次世代技術実証実験</a:t>
            </a:r>
            <a:endParaRPr kumimoji="1" lang="ja-JP" altLang="en-US" dirty="0"/>
          </a:p>
        </p:txBody>
      </p:sp>
    </p:spTree>
    <p:extLst>
      <p:ext uri="{BB962C8B-B14F-4D97-AF65-F5344CB8AC3E}">
        <p14:creationId xmlns:p14="http://schemas.microsoft.com/office/powerpoint/2010/main" val="36074999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942B9-C622-FCDB-76F2-2B5353AB6D3F}"/>
            </a:ext>
          </a:extLst>
        </p:cNvPr>
        <p:cNvGrpSpPr/>
        <p:nvPr/>
      </p:nvGrpSpPr>
      <p:grpSpPr>
        <a:xfrm>
          <a:off x="0" y="0"/>
          <a:ext cx="0" cy="0"/>
          <a:chOff x="0" y="0"/>
          <a:chExt cx="0" cy="0"/>
        </a:xfrm>
      </p:grpSpPr>
      <p:sp>
        <p:nvSpPr>
          <p:cNvPr id="1094" name="正方形/長方形 1093">
            <a:extLst>
              <a:ext uri="{FF2B5EF4-FFF2-40B4-BE49-F238E27FC236}">
                <a16:creationId xmlns:a16="http://schemas.microsoft.com/office/drawing/2014/main" id="{808A1535-6C44-E18F-3D32-1AB02F2D533B}"/>
              </a:ext>
            </a:extLst>
          </p:cNvPr>
          <p:cNvSpPr/>
          <p:nvPr/>
        </p:nvSpPr>
        <p:spPr>
          <a:xfrm>
            <a:off x="460431" y="6303813"/>
            <a:ext cx="3601936" cy="4359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5">
            <a:extLst>
              <a:ext uri="{FF2B5EF4-FFF2-40B4-BE49-F238E27FC236}">
                <a16:creationId xmlns:a16="http://schemas.microsoft.com/office/drawing/2014/main" id="{41776D2C-84FF-4DEF-4370-0A5564AF7475}"/>
              </a:ext>
            </a:extLst>
          </p:cNvPr>
          <p:cNvSpPr>
            <a:spLocks noGrp="1"/>
          </p:cNvSpPr>
          <p:nvPr>
            <p:ph type="title"/>
          </p:nvPr>
        </p:nvSpPr>
        <p:spPr/>
        <p:txBody>
          <a:bodyPr>
            <a:normAutofit/>
          </a:bodyPr>
          <a:lstStyle/>
          <a:p>
            <a:pPr algn="l"/>
            <a:r>
              <a:rPr lang="ja-JP" altLang="en-US" dirty="0">
                <a:solidFill>
                  <a:srgbClr val="00209B"/>
                </a:solidFill>
                <a:latin typeface="+mn-ea"/>
                <a:ea typeface="+mn-ea"/>
              </a:rPr>
              <a:t>エッジソリューション</a:t>
            </a:r>
          </a:p>
        </p:txBody>
      </p:sp>
      <p:sp>
        <p:nvSpPr>
          <p:cNvPr id="11" name="楕円 10">
            <a:extLst>
              <a:ext uri="{FF2B5EF4-FFF2-40B4-BE49-F238E27FC236}">
                <a16:creationId xmlns:a16="http://schemas.microsoft.com/office/drawing/2014/main" id="{0BE380B3-CD24-622D-611A-433FFDAFD83F}"/>
              </a:ext>
            </a:extLst>
          </p:cNvPr>
          <p:cNvSpPr/>
          <p:nvPr/>
        </p:nvSpPr>
        <p:spPr bwMode="auto">
          <a:xfrm>
            <a:off x="1866337" y="5211526"/>
            <a:ext cx="1712117" cy="965178"/>
          </a:xfrm>
          <a:prstGeom prst="ellipse">
            <a:avLst/>
          </a:prstGeom>
          <a:solidFill>
            <a:schemeClr val="accent3">
              <a:lumMod val="20000"/>
              <a:lumOff val="80000"/>
            </a:schemeClr>
          </a:solidFill>
          <a:ln w="9525">
            <a:solidFill>
              <a:srgbClr val="B2B2B2"/>
            </a:solidFill>
            <a:miter lim="800000"/>
            <a:headEnd/>
            <a:tailEnd/>
          </a:ln>
          <a:effectLst/>
        </p:spPr>
        <p:txBody>
          <a:bodyPr wrap="none" rtlCol="0" anchor="ctr"/>
          <a:lstStyle/>
          <a:p>
            <a:pPr algn="l"/>
            <a:endParaRPr lang="ja-JP" altLang="en-US" dirty="0"/>
          </a:p>
        </p:txBody>
      </p:sp>
      <p:sp>
        <p:nvSpPr>
          <p:cNvPr id="12" name="楕円 11">
            <a:extLst>
              <a:ext uri="{FF2B5EF4-FFF2-40B4-BE49-F238E27FC236}">
                <a16:creationId xmlns:a16="http://schemas.microsoft.com/office/drawing/2014/main" id="{4CD69635-0ECE-CA9E-4EB9-BE6D7AD22248}"/>
              </a:ext>
            </a:extLst>
          </p:cNvPr>
          <p:cNvSpPr/>
          <p:nvPr/>
        </p:nvSpPr>
        <p:spPr bwMode="auto">
          <a:xfrm>
            <a:off x="5506759" y="3257436"/>
            <a:ext cx="2646123" cy="1081250"/>
          </a:xfrm>
          <a:prstGeom prst="ellipse">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13" name="四角形: 角を丸くする 12">
            <a:extLst>
              <a:ext uri="{FF2B5EF4-FFF2-40B4-BE49-F238E27FC236}">
                <a16:creationId xmlns:a16="http://schemas.microsoft.com/office/drawing/2014/main" id="{72C8A33C-828E-3CE8-9DD8-690EB4E38688}"/>
              </a:ext>
            </a:extLst>
          </p:cNvPr>
          <p:cNvSpPr/>
          <p:nvPr/>
        </p:nvSpPr>
        <p:spPr bwMode="auto">
          <a:xfrm>
            <a:off x="4213821" y="4388024"/>
            <a:ext cx="4639302" cy="2088603"/>
          </a:xfrm>
          <a:prstGeom prst="roundRect">
            <a:avLst>
              <a:gd name="adj" fmla="val 8868"/>
            </a:avLst>
          </a:prstGeom>
          <a:solidFill>
            <a:srgbClr val="3366FF"/>
          </a:solidFill>
          <a:ln w="9525">
            <a:solidFill>
              <a:srgbClr val="B2B2B2"/>
            </a:solidFill>
            <a:miter lim="800000"/>
            <a:headEnd/>
            <a:tailEnd/>
          </a:ln>
          <a:effectLst/>
        </p:spPr>
        <p:txBody>
          <a:bodyPr wrap="none" rtlCol="0" anchor="ctr"/>
          <a:lstStyle/>
          <a:p>
            <a:pPr algn="l"/>
            <a:endParaRPr lang="ja-JP" altLang="en-US" dirty="0"/>
          </a:p>
        </p:txBody>
      </p:sp>
      <p:sp>
        <p:nvSpPr>
          <p:cNvPr id="14" name="四角形: 角を丸くする 13">
            <a:extLst>
              <a:ext uri="{FF2B5EF4-FFF2-40B4-BE49-F238E27FC236}">
                <a16:creationId xmlns:a16="http://schemas.microsoft.com/office/drawing/2014/main" id="{AB9EC19A-9FE6-CC11-F66A-89C03462DC38}"/>
              </a:ext>
            </a:extLst>
          </p:cNvPr>
          <p:cNvSpPr/>
          <p:nvPr/>
        </p:nvSpPr>
        <p:spPr bwMode="auto">
          <a:xfrm>
            <a:off x="4492589" y="5417415"/>
            <a:ext cx="4158078" cy="699587"/>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l"/>
            <a:endParaRPr lang="ja-JP" altLang="en-US" dirty="0"/>
          </a:p>
        </p:txBody>
      </p:sp>
      <p:sp>
        <p:nvSpPr>
          <p:cNvPr id="15" name="四角形: 角を丸くする 14">
            <a:extLst>
              <a:ext uri="{FF2B5EF4-FFF2-40B4-BE49-F238E27FC236}">
                <a16:creationId xmlns:a16="http://schemas.microsoft.com/office/drawing/2014/main" id="{0D6E3BDD-8091-0140-4D6A-31291B2491C0}"/>
              </a:ext>
            </a:extLst>
          </p:cNvPr>
          <p:cNvSpPr/>
          <p:nvPr/>
        </p:nvSpPr>
        <p:spPr bwMode="auto">
          <a:xfrm>
            <a:off x="4520112" y="4457736"/>
            <a:ext cx="4158078" cy="928833"/>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l"/>
            <a:endParaRPr lang="ja-JP" altLang="en-US" dirty="0"/>
          </a:p>
        </p:txBody>
      </p:sp>
      <p:sp>
        <p:nvSpPr>
          <p:cNvPr id="16" name="楕円 15">
            <a:extLst>
              <a:ext uri="{FF2B5EF4-FFF2-40B4-BE49-F238E27FC236}">
                <a16:creationId xmlns:a16="http://schemas.microsoft.com/office/drawing/2014/main" id="{C1E301D0-2AED-9951-5AE0-801263CB4843}"/>
              </a:ext>
            </a:extLst>
          </p:cNvPr>
          <p:cNvSpPr/>
          <p:nvPr/>
        </p:nvSpPr>
        <p:spPr bwMode="auto">
          <a:xfrm>
            <a:off x="1478457" y="3489200"/>
            <a:ext cx="2005255" cy="839729"/>
          </a:xfrm>
          <a:prstGeom prst="ellipse">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17" name="正方形/長方形 16">
            <a:extLst>
              <a:ext uri="{FF2B5EF4-FFF2-40B4-BE49-F238E27FC236}">
                <a16:creationId xmlns:a16="http://schemas.microsoft.com/office/drawing/2014/main" id="{C0A7B686-A1E4-49F2-10AE-DF5DAC7C2ABD}"/>
              </a:ext>
            </a:extLst>
          </p:cNvPr>
          <p:cNvSpPr/>
          <p:nvPr/>
        </p:nvSpPr>
        <p:spPr bwMode="auto">
          <a:xfrm>
            <a:off x="1271464" y="3098800"/>
            <a:ext cx="9649072" cy="3642160"/>
          </a:xfrm>
          <a:prstGeom prst="rect">
            <a:avLst/>
          </a:prstGeom>
          <a:noFill/>
          <a:ln w="19050">
            <a:solidFill>
              <a:srgbClr val="002060"/>
            </a:solidFill>
            <a:headEnd/>
            <a:tailEnd/>
          </a:ln>
        </p:spPr>
        <p:style>
          <a:lnRef idx="2">
            <a:schemeClr val="accent6"/>
          </a:lnRef>
          <a:fillRef idx="1">
            <a:schemeClr val="lt1"/>
          </a:fillRef>
          <a:effectRef idx="0">
            <a:schemeClr val="accent6"/>
          </a:effectRef>
          <a:fontRef idx="minor">
            <a:schemeClr val="dk1"/>
          </a:fontRef>
        </p:style>
        <p:txBody>
          <a:bodyPr wrap="none" rtlCol="0" anchor="ctr"/>
          <a:lstStyle/>
          <a:p>
            <a:pPr algn="l"/>
            <a:endParaRPr lang="ja-JP" altLang="en-US" dirty="0">
              <a:latin typeface="游ゴシック" panose="020B0400000000000000" pitchFamily="50" charset="-128"/>
              <a:ea typeface="游ゴシック" panose="020B0400000000000000" pitchFamily="50" charset="-128"/>
            </a:endParaRPr>
          </a:p>
        </p:txBody>
      </p:sp>
      <p:sp>
        <p:nvSpPr>
          <p:cNvPr id="18" name="正方形/長方形 17">
            <a:extLst>
              <a:ext uri="{FF2B5EF4-FFF2-40B4-BE49-F238E27FC236}">
                <a16:creationId xmlns:a16="http://schemas.microsoft.com/office/drawing/2014/main" id="{11130DAC-FA22-5FE3-1C79-88F5142C1A5D}"/>
              </a:ext>
            </a:extLst>
          </p:cNvPr>
          <p:cNvSpPr/>
          <p:nvPr/>
        </p:nvSpPr>
        <p:spPr bwMode="auto">
          <a:xfrm>
            <a:off x="1292694" y="3129906"/>
            <a:ext cx="1008112" cy="299095"/>
          </a:xfrm>
          <a:prstGeom prst="rect">
            <a:avLst/>
          </a:prstGeom>
          <a:solidFill>
            <a:srgbClr val="0070C0"/>
          </a:solidFill>
          <a:ln>
            <a:noFill/>
            <a:headEnd/>
            <a:tailEnd/>
          </a:ln>
        </p:spPr>
        <p:style>
          <a:lnRef idx="2">
            <a:schemeClr val="accent6"/>
          </a:lnRef>
          <a:fillRef idx="1">
            <a:schemeClr val="lt1"/>
          </a:fillRef>
          <a:effectRef idx="0">
            <a:schemeClr val="accent6"/>
          </a:effectRef>
          <a:fontRef idx="minor">
            <a:schemeClr val="dk1"/>
          </a:fontRef>
        </p:style>
        <p:txBody>
          <a:bodyPr wrap="none" rtlCol="0" anchor="ctr"/>
          <a:lstStyle/>
          <a:p>
            <a:pPr algn="ctr"/>
            <a:r>
              <a:rPr lang="ja-JP" altLang="en-US" sz="1300" b="1" dirty="0">
                <a:solidFill>
                  <a:schemeClr val="bg1"/>
                </a:solidFill>
                <a:latin typeface="游ゴシック" panose="020B0400000000000000" pitchFamily="50" charset="-128"/>
                <a:ea typeface="游ゴシック" panose="020B0400000000000000" pitchFamily="50" charset="-128"/>
              </a:rPr>
              <a:t>全体</a:t>
            </a:r>
            <a:r>
              <a:rPr lang="ja-JP" altLang="en-US" sz="1300" b="1" dirty="0">
                <a:solidFill>
                  <a:schemeClr val="lt1"/>
                </a:solidFill>
                <a:latin typeface="游ゴシック" panose="020B0400000000000000" pitchFamily="50" charset="-128"/>
                <a:ea typeface="游ゴシック" panose="020B0400000000000000" pitchFamily="50" charset="-128"/>
              </a:rPr>
              <a:t>構成</a:t>
            </a:r>
          </a:p>
        </p:txBody>
      </p:sp>
      <p:graphicFrame>
        <p:nvGraphicFramePr>
          <p:cNvPr id="19" name="表 18">
            <a:extLst>
              <a:ext uri="{FF2B5EF4-FFF2-40B4-BE49-F238E27FC236}">
                <a16:creationId xmlns:a16="http://schemas.microsoft.com/office/drawing/2014/main" id="{29A88EC7-FA41-4267-2DBF-4293EB0F29F8}"/>
              </a:ext>
            </a:extLst>
          </p:cNvPr>
          <p:cNvGraphicFramePr>
            <a:graphicFrameLocks noGrp="1"/>
          </p:cNvGraphicFramePr>
          <p:nvPr/>
        </p:nvGraphicFramePr>
        <p:xfrm>
          <a:off x="1271464" y="1025672"/>
          <a:ext cx="9649072" cy="1889760"/>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79393982"/>
                    </a:ext>
                  </a:extLst>
                </a:gridCol>
                <a:gridCol w="8136904">
                  <a:extLst>
                    <a:ext uri="{9D8B030D-6E8A-4147-A177-3AD203B41FA5}">
                      <a16:colId xmlns:a16="http://schemas.microsoft.com/office/drawing/2014/main" val="3200822846"/>
                    </a:ext>
                  </a:extLst>
                </a:gridCol>
              </a:tblGrid>
              <a:tr h="360040">
                <a:tc>
                  <a:txBody>
                    <a:bodyPr/>
                    <a:lstStyle/>
                    <a:p>
                      <a:r>
                        <a:rPr kumimoji="0" lang="ja-JP" altLang="en-US" sz="1300" b="1" kern="1200" dirty="0">
                          <a:solidFill>
                            <a:schemeClr val="bg1"/>
                          </a:solidFill>
                          <a:latin typeface="游ゴシック" panose="020B0400000000000000" pitchFamily="50" charset="-128"/>
                          <a:ea typeface="游ゴシック" panose="020B0400000000000000" pitchFamily="50" charset="-128"/>
                          <a:cs typeface="+mn-cs"/>
                        </a:rPr>
                        <a:t>検証名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地域デジタルツインを活用したマルチエージェント協調</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基盤の検証</a:t>
                      </a:r>
                      <a:b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b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「害獣対策」と「防災対策」への応用検証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5241305"/>
                  </a:ext>
                </a:extLst>
              </a:tr>
              <a:tr h="573166">
                <a:tc>
                  <a:txBody>
                    <a:bodyPr/>
                    <a:lstStyle/>
                    <a:p>
                      <a:pPr marL="0" algn="l" defTabSz="914400" rtl="0" eaLnBrk="1" latinLnBrk="0" hangingPunct="1"/>
                      <a:r>
                        <a:rPr kumimoji="0" lang="ja-JP" altLang="en-US" sz="1300" b="1" kern="1200" dirty="0">
                          <a:solidFill>
                            <a:schemeClr val="bg1"/>
                          </a:solidFill>
                          <a:latin typeface="游ゴシック" panose="020B0400000000000000" pitchFamily="50" charset="-128"/>
                          <a:ea typeface="游ゴシック" panose="020B0400000000000000" pitchFamily="50" charset="-128"/>
                          <a:cs typeface="+mn-cs"/>
                        </a:rPr>
                        <a:t>検証概要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「現場の状況をリアルタイムに認識・理解し、自律的に行動する</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」として次世代エッジ端末</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、地域共有型エッジ</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基盤（</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GPU</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）を「地域全体を俯瞰し、デジタルツイン上でシミュレーションを実施する未来を予測・予知する</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」として機能さる。また、それらの</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を通信基盤上で相互接続、対象の行動予測、被害予測などをリアルタイムに実施、予測結果をエッジ</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端末へフィードバックし、現実空間における協調制御へ反映する。これにより「認識」「予測」「行動」が循環する新しい</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通信の実現を目指し、将来的にはシュミレーション結果は自動運転車への応用展開を目指す。</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3486232"/>
                  </a:ext>
                </a:extLst>
              </a:tr>
            </a:tbl>
          </a:graphicData>
        </a:graphic>
      </p:graphicFrame>
      <p:pic>
        <p:nvPicPr>
          <p:cNvPr id="20" name="グラフィックス 19" descr="クワッドコプター 単色塗りつぶし">
            <a:extLst>
              <a:ext uri="{FF2B5EF4-FFF2-40B4-BE49-F238E27FC236}">
                <a16:creationId xmlns:a16="http://schemas.microsoft.com/office/drawing/2014/main" id="{0B429920-705C-A6B5-16F9-C19DE02D08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2566" y="3852032"/>
            <a:ext cx="410344" cy="410344"/>
          </a:xfrm>
          <a:prstGeom prst="rect">
            <a:avLst/>
          </a:prstGeom>
        </p:spPr>
      </p:pic>
      <p:pic>
        <p:nvPicPr>
          <p:cNvPr id="21" name="グラフィックス 20" descr="杖を持った男性 単色塗りつぶし">
            <a:extLst>
              <a:ext uri="{FF2B5EF4-FFF2-40B4-BE49-F238E27FC236}">
                <a16:creationId xmlns:a16="http://schemas.microsoft.com/office/drawing/2014/main" id="{59F9DFDB-4B5B-ECDE-8520-C6AAB77ED7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74353" y="6141646"/>
            <a:ext cx="338336" cy="338336"/>
          </a:xfrm>
          <a:prstGeom prst="rect">
            <a:avLst/>
          </a:prstGeom>
        </p:spPr>
      </p:pic>
      <p:sp>
        <p:nvSpPr>
          <p:cNvPr id="22" name="テキスト ボックス 21">
            <a:extLst>
              <a:ext uri="{FF2B5EF4-FFF2-40B4-BE49-F238E27FC236}">
                <a16:creationId xmlns:a16="http://schemas.microsoft.com/office/drawing/2014/main" id="{11FEF8F0-262D-89F4-591F-1A34B44BC0C5}"/>
              </a:ext>
            </a:extLst>
          </p:cNvPr>
          <p:cNvSpPr txBox="1"/>
          <p:nvPr/>
        </p:nvSpPr>
        <p:spPr>
          <a:xfrm>
            <a:off x="2732996" y="6432914"/>
            <a:ext cx="564578" cy="215444"/>
          </a:xfrm>
          <a:prstGeom prst="rect">
            <a:avLst/>
          </a:prstGeom>
          <a:noFill/>
        </p:spPr>
        <p:txBody>
          <a:bodyPr wrap="none" rtlCol="0">
            <a:spAutoFit/>
          </a:bodyPr>
          <a:lstStyle/>
          <a:p>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逃げ遅れ</a:t>
            </a:r>
          </a:p>
        </p:txBody>
      </p:sp>
      <p:sp>
        <p:nvSpPr>
          <p:cNvPr id="23" name="テキスト ボックス 22">
            <a:extLst>
              <a:ext uri="{FF2B5EF4-FFF2-40B4-BE49-F238E27FC236}">
                <a16:creationId xmlns:a16="http://schemas.microsoft.com/office/drawing/2014/main" id="{5DF444BF-B33E-D5B1-4600-A344346ED6D4}"/>
              </a:ext>
            </a:extLst>
          </p:cNvPr>
          <p:cNvSpPr txBox="1"/>
          <p:nvPr/>
        </p:nvSpPr>
        <p:spPr>
          <a:xfrm>
            <a:off x="2232847" y="4156070"/>
            <a:ext cx="851515"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現場把握・分析</a:t>
            </a:r>
          </a:p>
        </p:txBody>
      </p:sp>
      <p:pic>
        <p:nvPicPr>
          <p:cNvPr id="24" name="グラフィックス 23" descr="熊 単色塗りつぶし">
            <a:extLst>
              <a:ext uri="{FF2B5EF4-FFF2-40B4-BE49-F238E27FC236}">
                <a16:creationId xmlns:a16="http://schemas.microsoft.com/office/drawing/2014/main" id="{1129BDA0-0560-5CC1-8754-06DAE1A143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9929" y="5113295"/>
            <a:ext cx="360592" cy="360592"/>
          </a:xfrm>
          <a:prstGeom prst="rect">
            <a:avLst/>
          </a:prstGeom>
        </p:spPr>
      </p:pic>
      <p:sp>
        <p:nvSpPr>
          <p:cNvPr id="25" name="テキスト ボックス 24">
            <a:extLst>
              <a:ext uri="{FF2B5EF4-FFF2-40B4-BE49-F238E27FC236}">
                <a16:creationId xmlns:a16="http://schemas.microsoft.com/office/drawing/2014/main" id="{DBA59E8F-EDB6-02DF-081E-8602649439F1}"/>
              </a:ext>
            </a:extLst>
          </p:cNvPr>
          <p:cNvSpPr txBox="1"/>
          <p:nvPr/>
        </p:nvSpPr>
        <p:spPr>
          <a:xfrm>
            <a:off x="1798514" y="5399432"/>
            <a:ext cx="389850" cy="215444"/>
          </a:xfrm>
          <a:prstGeom prst="rect">
            <a:avLst/>
          </a:prstGeom>
          <a:noFill/>
        </p:spPr>
        <p:txBody>
          <a:bodyPr wrap="none" rtlCol="0">
            <a:spAutoFit/>
          </a:bodyPr>
          <a:lstStyle/>
          <a:p>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害獣</a:t>
            </a:r>
          </a:p>
        </p:txBody>
      </p:sp>
      <p:pic>
        <p:nvPicPr>
          <p:cNvPr id="26" name="グラフィックス 25" descr="クワッドコプター 単色塗りつぶし">
            <a:extLst>
              <a:ext uri="{FF2B5EF4-FFF2-40B4-BE49-F238E27FC236}">
                <a16:creationId xmlns:a16="http://schemas.microsoft.com/office/drawing/2014/main" id="{F2C795B7-4A88-8BBA-FC54-F0805943CA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73591" y="3700440"/>
            <a:ext cx="410344" cy="410344"/>
          </a:xfrm>
          <a:prstGeom prst="rect">
            <a:avLst/>
          </a:prstGeom>
        </p:spPr>
      </p:pic>
      <p:sp>
        <p:nvSpPr>
          <p:cNvPr id="27" name="テキスト ボックス 26">
            <a:extLst>
              <a:ext uri="{FF2B5EF4-FFF2-40B4-BE49-F238E27FC236}">
                <a16:creationId xmlns:a16="http://schemas.microsoft.com/office/drawing/2014/main" id="{13B19BAA-EE5D-CA59-7F1C-7FC45DDF2379}"/>
              </a:ext>
            </a:extLst>
          </p:cNvPr>
          <p:cNvSpPr txBox="1"/>
          <p:nvPr/>
        </p:nvSpPr>
        <p:spPr>
          <a:xfrm>
            <a:off x="1507228" y="4040343"/>
            <a:ext cx="851515"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現場把握・分析</a:t>
            </a:r>
          </a:p>
        </p:txBody>
      </p:sp>
      <p:sp>
        <p:nvSpPr>
          <p:cNvPr id="28" name="矢印: 右 27">
            <a:extLst>
              <a:ext uri="{FF2B5EF4-FFF2-40B4-BE49-F238E27FC236}">
                <a16:creationId xmlns:a16="http://schemas.microsoft.com/office/drawing/2014/main" id="{BFDED76D-EB5E-27BC-EAD2-BFF5CBB5C7D5}"/>
              </a:ext>
            </a:extLst>
          </p:cNvPr>
          <p:cNvSpPr/>
          <p:nvPr/>
        </p:nvSpPr>
        <p:spPr bwMode="auto">
          <a:xfrm flipH="1">
            <a:off x="1485145" y="5214269"/>
            <a:ext cx="292715" cy="245094"/>
          </a:xfrm>
          <a:prstGeom prst="rightArrow">
            <a:avLst/>
          </a:prstGeom>
          <a:solidFill>
            <a:srgbClr val="0070C0"/>
          </a:solidFill>
          <a:ln w="9525">
            <a:solidFill>
              <a:srgbClr val="B2B2B2"/>
            </a:solidFill>
            <a:miter lim="800000"/>
            <a:headEnd/>
            <a:tailEnd/>
          </a:ln>
          <a:effectLst/>
        </p:spPr>
        <p:txBody>
          <a:bodyPr wrap="none" rtlCol="0" anchor="ctr"/>
          <a:lstStyle/>
          <a:p>
            <a:pPr algn="l"/>
            <a:endParaRPr lang="ja-JP" altLang="en-US" dirty="0"/>
          </a:p>
        </p:txBody>
      </p:sp>
      <p:sp>
        <p:nvSpPr>
          <p:cNvPr id="29" name="矢印: 右 28">
            <a:extLst>
              <a:ext uri="{FF2B5EF4-FFF2-40B4-BE49-F238E27FC236}">
                <a16:creationId xmlns:a16="http://schemas.microsoft.com/office/drawing/2014/main" id="{AC66CAF7-B975-87FE-95B2-30B9045F686F}"/>
              </a:ext>
            </a:extLst>
          </p:cNvPr>
          <p:cNvSpPr/>
          <p:nvPr/>
        </p:nvSpPr>
        <p:spPr bwMode="auto">
          <a:xfrm>
            <a:off x="3302726" y="6232175"/>
            <a:ext cx="292715" cy="245094"/>
          </a:xfrm>
          <a:prstGeom prst="rightArrow">
            <a:avLst/>
          </a:prstGeom>
          <a:solidFill>
            <a:schemeClr val="accent1"/>
          </a:solidFill>
          <a:ln w="9525">
            <a:solidFill>
              <a:srgbClr val="B2B2B2"/>
            </a:solidFill>
            <a:miter lim="800000"/>
            <a:headEnd/>
            <a:tailEnd/>
          </a:ln>
          <a:effectLst/>
        </p:spPr>
        <p:txBody>
          <a:bodyPr wrap="none" rtlCol="0" anchor="ctr"/>
          <a:lstStyle/>
          <a:p>
            <a:pPr algn="l"/>
            <a:endParaRPr lang="ja-JP" altLang="en-US" dirty="0">
              <a:highlight>
                <a:srgbClr val="FFFF00"/>
              </a:highlight>
            </a:endParaRPr>
          </a:p>
        </p:txBody>
      </p:sp>
      <p:sp>
        <p:nvSpPr>
          <p:cNvPr id="30" name="テキスト ボックス 29">
            <a:extLst>
              <a:ext uri="{FF2B5EF4-FFF2-40B4-BE49-F238E27FC236}">
                <a16:creationId xmlns:a16="http://schemas.microsoft.com/office/drawing/2014/main" id="{6F5EC64A-CE16-542B-078A-D2DB62A1C268}"/>
              </a:ext>
            </a:extLst>
          </p:cNvPr>
          <p:cNvSpPr txBox="1"/>
          <p:nvPr/>
        </p:nvSpPr>
        <p:spPr>
          <a:xfrm>
            <a:off x="3219172" y="6454520"/>
            <a:ext cx="389850" cy="215444"/>
          </a:xfrm>
          <a:prstGeom prst="rect">
            <a:avLst/>
          </a:prstGeom>
          <a:noFill/>
        </p:spPr>
        <p:txBody>
          <a:bodyPr wrap="none" rtlCol="0">
            <a:spAutoFit/>
          </a:bodyPr>
          <a:lstStyle/>
          <a:p>
            <a:r>
              <a:rPr lang="ja-JP" altLang="en-US" sz="800" dirty="0">
                <a:latin typeface="Meiryo UI" panose="020B0604030504040204" pitchFamily="50" charset="-128"/>
                <a:ea typeface="Meiryo UI" panose="020B0604030504040204" pitchFamily="50" charset="-128"/>
                <a:cs typeface="Meiryo UI" panose="020B0604030504040204" pitchFamily="50" charset="-128"/>
              </a:rPr>
              <a:t>誘導</a:t>
            </a:r>
            <a:endParaRPr kumimoji="1" lang="ja-JP" altLang="en-US" sz="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テキスト ボックス 30">
            <a:extLst>
              <a:ext uri="{FF2B5EF4-FFF2-40B4-BE49-F238E27FC236}">
                <a16:creationId xmlns:a16="http://schemas.microsoft.com/office/drawing/2014/main" id="{D0518D58-62E2-CC3F-639E-3D815E340560}"/>
              </a:ext>
            </a:extLst>
          </p:cNvPr>
          <p:cNvSpPr txBox="1"/>
          <p:nvPr/>
        </p:nvSpPr>
        <p:spPr>
          <a:xfrm>
            <a:off x="2573246" y="4978131"/>
            <a:ext cx="1216202" cy="261610"/>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エッジ端末</a:t>
            </a:r>
            <a:r>
              <a:rPr lang="en-US" altLang="ja-JP" sz="1100" b="1" dirty="0">
                <a:latin typeface="BIZ UDPゴシック" panose="020B0400000000000000" pitchFamily="50" charset="-128"/>
                <a:ea typeface="BIZ UDPゴシック" panose="020B0400000000000000" pitchFamily="50" charset="-128"/>
              </a:rPr>
              <a:t>AI</a:t>
            </a:r>
            <a:endParaRPr lang="ja-JP" altLang="en-US" sz="1100" b="1" dirty="0">
              <a:latin typeface="BIZ UDPゴシック" panose="020B0400000000000000" pitchFamily="50" charset="-128"/>
              <a:ea typeface="BIZ UDPゴシック" panose="020B0400000000000000" pitchFamily="50" charset="-128"/>
            </a:endParaRPr>
          </a:p>
        </p:txBody>
      </p:sp>
      <p:pic>
        <p:nvPicPr>
          <p:cNvPr id="32" name="グラフィックス 31" descr="基地局 単色塗りつぶし">
            <a:extLst>
              <a:ext uri="{FF2B5EF4-FFF2-40B4-BE49-F238E27FC236}">
                <a16:creationId xmlns:a16="http://schemas.microsoft.com/office/drawing/2014/main" id="{42BABD48-9F6E-27A4-B467-0498737469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35760" y="4163787"/>
            <a:ext cx="491466" cy="491466"/>
          </a:xfrm>
          <a:prstGeom prst="rect">
            <a:avLst/>
          </a:prstGeom>
        </p:spPr>
      </p:pic>
      <p:sp>
        <p:nvSpPr>
          <p:cNvPr id="33" name="コンテンツ プレースホルダー 7">
            <a:extLst>
              <a:ext uri="{FF2B5EF4-FFF2-40B4-BE49-F238E27FC236}">
                <a16:creationId xmlns:a16="http://schemas.microsoft.com/office/drawing/2014/main" id="{BA99EC32-385F-61C4-3B51-4A412DA3AD36}"/>
              </a:ext>
            </a:extLst>
          </p:cNvPr>
          <p:cNvSpPr txBox="1">
            <a:spLocks/>
          </p:cNvSpPr>
          <p:nvPr/>
        </p:nvSpPr>
        <p:spPr>
          <a:xfrm>
            <a:off x="4266337" y="4196417"/>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800" dirty="0">
                <a:latin typeface="BIZ UDPゴシック" panose="020B0400000000000000" pitchFamily="50" charset="-128"/>
                <a:ea typeface="BIZ UDPゴシック" panose="020B0400000000000000" pitchFamily="50" charset="-128"/>
              </a:rPr>
              <a:t>5G</a:t>
            </a:r>
            <a:r>
              <a:rPr lang="ja-JP" altLang="en-US" sz="800" dirty="0">
                <a:latin typeface="BIZ UDPゴシック" panose="020B0400000000000000" pitchFamily="50" charset="-128"/>
                <a:ea typeface="BIZ UDPゴシック" panose="020B0400000000000000" pitchFamily="50" charset="-128"/>
              </a:rPr>
              <a:t> 基地局</a:t>
            </a:r>
            <a:br>
              <a:rPr lang="en-US" altLang="ja-JP" sz="800" dirty="0">
                <a:latin typeface="BIZ UDPゴシック" panose="020B0400000000000000" pitchFamily="50" charset="-128"/>
                <a:ea typeface="BIZ UDPゴシック" panose="020B0400000000000000" pitchFamily="50" charset="-128"/>
              </a:rPr>
            </a:br>
            <a:endParaRPr lang="en-US" altLang="ja-JP" sz="800"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E745580A-1645-BBFB-E251-6B780E2600A9}"/>
              </a:ext>
            </a:extLst>
          </p:cNvPr>
          <p:cNvSpPr txBox="1"/>
          <p:nvPr/>
        </p:nvSpPr>
        <p:spPr>
          <a:xfrm>
            <a:off x="7765929" y="3183268"/>
            <a:ext cx="1432631" cy="430887"/>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詳細情報把握</a:t>
            </a:r>
            <a:endParaRPr lang="en-US" altLang="ja-JP" sz="1100" b="1" dirty="0">
              <a:latin typeface="BIZ UDPゴシック" panose="020B0400000000000000" pitchFamily="50" charset="-128"/>
              <a:ea typeface="BIZ UDPゴシック" panose="020B0400000000000000" pitchFamily="50" charset="-128"/>
            </a:endParaRPr>
          </a:p>
          <a:p>
            <a:r>
              <a:rPr lang="ja-JP" altLang="en-US" sz="1100" b="1" dirty="0">
                <a:latin typeface="BIZ UDPゴシック" panose="020B0400000000000000" pitchFamily="50" charset="-128"/>
                <a:ea typeface="BIZ UDPゴシック" panose="020B0400000000000000" pitchFamily="50" charset="-128"/>
              </a:rPr>
              <a:t>（災害・害獣発生時）</a:t>
            </a:r>
            <a:endParaRPr lang="en-US" altLang="ja-JP" sz="1100" b="1" dirty="0">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1243C26C-E420-6150-08AD-EDF65BE089FA}"/>
              </a:ext>
            </a:extLst>
          </p:cNvPr>
          <p:cNvSpPr txBox="1"/>
          <p:nvPr/>
        </p:nvSpPr>
        <p:spPr>
          <a:xfrm>
            <a:off x="2826745" y="5234692"/>
            <a:ext cx="696024" cy="338554"/>
          </a:xfrm>
          <a:prstGeom prst="rect">
            <a:avLst/>
          </a:prstGeom>
          <a:noFill/>
        </p:spPr>
        <p:txBody>
          <a:bodyPr wrap="none" rtlCol="0">
            <a:spAutoFit/>
          </a:bodyPr>
          <a:lstStyle/>
          <a:p>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ユースケース</a:t>
            </a:r>
            <a:br>
              <a:rPr kumimoji="1" lang="en-US" altLang="ja-JP" sz="800" b="1" dirty="0">
                <a:latin typeface="Meiryo UI" panose="020B0604030504040204" pitchFamily="50" charset="-128"/>
                <a:ea typeface="Meiryo UI" panose="020B0604030504040204" pitchFamily="50" charset="-128"/>
                <a:cs typeface="Meiryo UI"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（害獣）</a:t>
            </a:r>
          </a:p>
        </p:txBody>
      </p:sp>
      <p:sp>
        <p:nvSpPr>
          <p:cNvPr id="36" name="矢印: 右 35">
            <a:extLst>
              <a:ext uri="{FF2B5EF4-FFF2-40B4-BE49-F238E27FC236}">
                <a16:creationId xmlns:a16="http://schemas.microsoft.com/office/drawing/2014/main" id="{F4492D4F-EB1D-BB89-FC7D-D87D941D7F3F}"/>
              </a:ext>
            </a:extLst>
          </p:cNvPr>
          <p:cNvSpPr/>
          <p:nvPr/>
        </p:nvSpPr>
        <p:spPr bwMode="auto">
          <a:xfrm rot="1264597">
            <a:off x="3521755" y="3897721"/>
            <a:ext cx="586692"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37" name="矢印: 右 36">
            <a:extLst>
              <a:ext uri="{FF2B5EF4-FFF2-40B4-BE49-F238E27FC236}">
                <a16:creationId xmlns:a16="http://schemas.microsoft.com/office/drawing/2014/main" id="{03ECAD11-2358-7B35-AC88-133457D085F9}"/>
              </a:ext>
            </a:extLst>
          </p:cNvPr>
          <p:cNvSpPr/>
          <p:nvPr/>
        </p:nvSpPr>
        <p:spPr bwMode="auto">
          <a:xfrm rot="10158196">
            <a:off x="3754216" y="5508598"/>
            <a:ext cx="851515"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pic>
        <p:nvPicPr>
          <p:cNvPr id="38" name="グラフィックス 37" descr="クワッドコプター 単色塗りつぶし">
            <a:extLst>
              <a:ext uri="{FF2B5EF4-FFF2-40B4-BE49-F238E27FC236}">
                <a16:creationId xmlns:a16="http://schemas.microsoft.com/office/drawing/2014/main" id="{DCECFAFE-599A-DC19-F857-1BD73A68C6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83668" y="3246465"/>
            <a:ext cx="410344" cy="410344"/>
          </a:xfrm>
          <a:prstGeom prst="rect">
            <a:avLst/>
          </a:prstGeom>
        </p:spPr>
      </p:pic>
      <p:sp>
        <p:nvSpPr>
          <p:cNvPr id="39" name="テキスト ボックス 38">
            <a:extLst>
              <a:ext uri="{FF2B5EF4-FFF2-40B4-BE49-F238E27FC236}">
                <a16:creationId xmlns:a16="http://schemas.microsoft.com/office/drawing/2014/main" id="{3D238854-7C4C-7F39-C1E4-05A19D5827E7}"/>
              </a:ext>
            </a:extLst>
          </p:cNvPr>
          <p:cNvSpPr txBox="1"/>
          <p:nvPr/>
        </p:nvSpPr>
        <p:spPr>
          <a:xfrm>
            <a:off x="5317174" y="3606797"/>
            <a:ext cx="851515"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現場把握・分析</a:t>
            </a:r>
          </a:p>
        </p:txBody>
      </p:sp>
      <p:sp>
        <p:nvSpPr>
          <p:cNvPr id="40" name="コンテンツ プレースホルダー 7">
            <a:extLst>
              <a:ext uri="{FF2B5EF4-FFF2-40B4-BE49-F238E27FC236}">
                <a16:creationId xmlns:a16="http://schemas.microsoft.com/office/drawing/2014/main" id="{B6C919C2-78E8-8D6F-41F0-6C93A4D72B32}"/>
              </a:ext>
            </a:extLst>
          </p:cNvPr>
          <p:cNvSpPr txBox="1">
            <a:spLocks/>
          </p:cNvSpPr>
          <p:nvPr/>
        </p:nvSpPr>
        <p:spPr>
          <a:xfrm>
            <a:off x="3426161" y="3976209"/>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sp>
        <p:nvSpPr>
          <p:cNvPr id="41" name="コンテンツ プレースホルダー 7">
            <a:extLst>
              <a:ext uri="{FF2B5EF4-FFF2-40B4-BE49-F238E27FC236}">
                <a16:creationId xmlns:a16="http://schemas.microsoft.com/office/drawing/2014/main" id="{F06CB68C-42F8-3D54-06B9-10B6CA0E85F2}"/>
              </a:ext>
            </a:extLst>
          </p:cNvPr>
          <p:cNvSpPr txBox="1">
            <a:spLocks/>
          </p:cNvSpPr>
          <p:nvPr/>
        </p:nvSpPr>
        <p:spPr>
          <a:xfrm>
            <a:off x="6257314" y="3238516"/>
            <a:ext cx="1267494" cy="23081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エッジ</a:t>
            </a:r>
            <a:r>
              <a:rPr lang="en-US" altLang="ja-JP" sz="800" dirty="0">
                <a:latin typeface="BIZ UDPゴシック" panose="020B0400000000000000" pitchFamily="50" charset="-128"/>
                <a:ea typeface="BIZ UDPゴシック" panose="020B0400000000000000" pitchFamily="50" charset="-128"/>
              </a:rPr>
              <a:t>AI</a:t>
            </a:r>
            <a:r>
              <a:rPr lang="ja-JP" altLang="en-US" sz="800" dirty="0">
                <a:latin typeface="BIZ UDPゴシック" panose="020B0400000000000000" pitchFamily="50" charset="-128"/>
                <a:ea typeface="BIZ UDPゴシック" panose="020B0400000000000000" pitchFamily="50" charset="-128"/>
              </a:rPr>
              <a:t>（＋</a:t>
            </a:r>
            <a:r>
              <a:rPr lang="en-US" altLang="ja-JP" sz="800" dirty="0">
                <a:latin typeface="BIZ UDPゴシック" panose="020B0400000000000000" pitchFamily="50" charset="-128"/>
                <a:ea typeface="BIZ UDPゴシック" panose="020B0400000000000000" pitchFamily="50" charset="-128"/>
              </a:rPr>
              <a:t>※NPU</a:t>
            </a:r>
            <a:r>
              <a:rPr lang="ja-JP" altLang="en-US" sz="800" dirty="0">
                <a:latin typeface="BIZ UDPゴシック" panose="020B0400000000000000" pitchFamily="50" charset="-128"/>
                <a:ea typeface="BIZ UDPゴシック" panose="020B0400000000000000" pitchFamily="50" charset="-128"/>
              </a:rPr>
              <a:t>）</a:t>
            </a:r>
            <a:endParaRPr lang="en-US" altLang="ja-JP" sz="800" dirty="0">
              <a:latin typeface="BIZ UDPゴシック" panose="020B0400000000000000" pitchFamily="50" charset="-128"/>
              <a:ea typeface="BIZ UDPゴシック" panose="020B0400000000000000" pitchFamily="50" charset="-128"/>
            </a:endParaRPr>
          </a:p>
        </p:txBody>
      </p:sp>
      <p:sp>
        <p:nvSpPr>
          <p:cNvPr id="42" name="コンテンツ プレースホルダー 7">
            <a:extLst>
              <a:ext uri="{FF2B5EF4-FFF2-40B4-BE49-F238E27FC236}">
                <a16:creationId xmlns:a16="http://schemas.microsoft.com/office/drawing/2014/main" id="{9F8A232E-1328-8BD0-599F-6F2965FBFAFD}"/>
              </a:ext>
            </a:extLst>
          </p:cNvPr>
          <p:cNvSpPr txBox="1">
            <a:spLocks/>
          </p:cNvSpPr>
          <p:nvPr/>
        </p:nvSpPr>
        <p:spPr>
          <a:xfrm>
            <a:off x="5420024" y="6189114"/>
            <a:ext cx="2323971" cy="23081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地域共有型エッジ</a:t>
            </a:r>
            <a:r>
              <a:rPr lang="en-US" altLang="ja-JP" sz="1400" dirty="0">
                <a:solidFill>
                  <a:schemeClr val="bg1"/>
                </a:solidFill>
                <a:latin typeface="BIZ UDPゴシック" panose="020B0400000000000000" pitchFamily="50" charset="-128"/>
                <a:ea typeface="BIZ UDPゴシック" panose="020B0400000000000000" pitchFamily="50" charset="-128"/>
              </a:rPr>
              <a:t>AI</a:t>
            </a:r>
            <a:r>
              <a:rPr lang="ja-JP" altLang="en-US" sz="1400" dirty="0">
                <a:solidFill>
                  <a:schemeClr val="bg1"/>
                </a:solidFill>
                <a:latin typeface="BIZ UDPゴシック" panose="020B0400000000000000" pitchFamily="50" charset="-128"/>
                <a:ea typeface="BIZ UDPゴシック" panose="020B0400000000000000" pitchFamily="50" charset="-128"/>
              </a:rPr>
              <a:t>基盤</a:t>
            </a:r>
          </a:p>
        </p:txBody>
      </p:sp>
      <p:sp>
        <p:nvSpPr>
          <p:cNvPr id="43" name="テキスト ボックス 42">
            <a:extLst>
              <a:ext uri="{FF2B5EF4-FFF2-40B4-BE49-F238E27FC236}">
                <a16:creationId xmlns:a16="http://schemas.microsoft.com/office/drawing/2014/main" id="{47AB1A82-CFCC-61D6-D66F-4872927E42B7}"/>
              </a:ext>
            </a:extLst>
          </p:cNvPr>
          <p:cNvSpPr txBox="1"/>
          <p:nvPr/>
        </p:nvSpPr>
        <p:spPr>
          <a:xfrm>
            <a:off x="9644122" y="6554735"/>
            <a:ext cx="1474249" cy="215444"/>
          </a:xfrm>
          <a:prstGeom prst="rect">
            <a:avLst/>
          </a:prstGeom>
          <a:noFill/>
        </p:spPr>
        <p:txBody>
          <a:bodyPr wrap="square">
            <a:spAutoFit/>
          </a:bodyPr>
          <a:lstStyle/>
          <a:p>
            <a:r>
              <a:rPr lang="en-US" altLang="ja-JP" sz="800" dirty="0">
                <a:latin typeface="BIZ UDPゴシック" panose="020B0400000000000000" pitchFamily="50" charset="-128"/>
                <a:ea typeface="BIZ UDPゴシック" panose="020B0400000000000000" pitchFamily="50" charset="-128"/>
              </a:rPr>
              <a:t>※NPU</a:t>
            </a:r>
            <a:r>
              <a:rPr lang="ja-JP" altLang="en-US" sz="800" dirty="0">
                <a:latin typeface="BIZ UDPゴシック" panose="020B0400000000000000" pitchFamily="50" charset="-128"/>
                <a:ea typeface="BIZ UDPゴシック" panose="020B0400000000000000" pitchFamily="50" charset="-128"/>
              </a:rPr>
              <a:t>（推論用専用基盤）</a:t>
            </a:r>
            <a:endParaRPr lang="ja-JP" altLang="en-US" sz="800" dirty="0"/>
          </a:p>
        </p:txBody>
      </p:sp>
      <p:sp>
        <p:nvSpPr>
          <p:cNvPr id="44" name="矢印: 右 43">
            <a:extLst>
              <a:ext uri="{FF2B5EF4-FFF2-40B4-BE49-F238E27FC236}">
                <a16:creationId xmlns:a16="http://schemas.microsoft.com/office/drawing/2014/main" id="{8ABC4C84-B96A-9DDF-951B-0EBF518D28FD}"/>
              </a:ext>
            </a:extLst>
          </p:cNvPr>
          <p:cNvSpPr/>
          <p:nvPr/>
        </p:nvSpPr>
        <p:spPr bwMode="auto">
          <a:xfrm rot="19482916" flipH="1">
            <a:off x="8624977" y="4075378"/>
            <a:ext cx="851515"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45" name="コンテンツ プレースホルダー 7">
            <a:extLst>
              <a:ext uri="{FF2B5EF4-FFF2-40B4-BE49-F238E27FC236}">
                <a16:creationId xmlns:a16="http://schemas.microsoft.com/office/drawing/2014/main" id="{294B797E-8A0E-BE83-6F75-FEFE97294481}"/>
              </a:ext>
            </a:extLst>
          </p:cNvPr>
          <p:cNvSpPr txBox="1">
            <a:spLocks/>
          </p:cNvSpPr>
          <p:nvPr/>
        </p:nvSpPr>
        <p:spPr>
          <a:xfrm flipH="1">
            <a:off x="8847166" y="4124638"/>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pic>
        <p:nvPicPr>
          <p:cNvPr id="46" name="グラフィックス 45" descr="クワッドコプター 単色塗りつぶし">
            <a:extLst>
              <a:ext uri="{FF2B5EF4-FFF2-40B4-BE49-F238E27FC236}">
                <a16:creationId xmlns:a16="http://schemas.microsoft.com/office/drawing/2014/main" id="{6F434C19-3DB9-312C-209E-1957175F82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4630" y="3793202"/>
            <a:ext cx="410344" cy="410344"/>
          </a:xfrm>
          <a:prstGeom prst="rect">
            <a:avLst/>
          </a:prstGeom>
        </p:spPr>
      </p:pic>
      <p:sp>
        <p:nvSpPr>
          <p:cNvPr id="47" name="コンテンツ プレースホルダー 7">
            <a:extLst>
              <a:ext uri="{FF2B5EF4-FFF2-40B4-BE49-F238E27FC236}">
                <a16:creationId xmlns:a16="http://schemas.microsoft.com/office/drawing/2014/main" id="{9FE22067-E6AE-77AE-35EF-5E1B719551FD}"/>
              </a:ext>
            </a:extLst>
          </p:cNvPr>
          <p:cNvSpPr txBox="1">
            <a:spLocks/>
          </p:cNvSpPr>
          <p:nvPr/>
        </p:nvSpPr>
        <p:spPr>
          <a:xfrm>
            <a:off x="1964576" y="3517471"/>
            <a:ext cx="1267494" cy="23081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エッジ</a:t>
            </a:r>
            <a:r>
              <a:rPr lang="en-US" altLang="ja-JP" sz="800" dirty="0">
                <a:latin typeface="BIZ UDPゴシック" panose="020B0400000000000000" pitchFamily="50" charset="-128"/>
                <a:ea typeface="BIZ UDPゴシック" panose="020B0400000000000000" pitchFamily="50" charset="-128"/>
              </a:rPr>
              <a:t>AI</a:t>
            </a:r>
            <a:r>
              <a:rPr lang="ja-JP" altLang="en-US" sz="800" dirty="0">
                <a:latin typeface="BIZ UDPゴシック" panose="020B0400000000000000" pitchFamily="50" charset="-128"/>
                <a:ea typeface="BIZ UDPゴシック" panose="020B0400000000000000" pitchFamily="50" charset="-128"/>
              </a:rPr>
              <a:t>（＋</a:t>
            </a:r>
            <a:r>
              <a:rPr lang="en-US" altLang="ja-JP" sz="800" dirty="0">
                <a:latin typeface="BIZ UDPゴシック" panose="020B0400000000000000" pitchFamily="50" charset="-128"/>
                <a:ea typeface="BIZ UDPゴシック" panose="020B0400000000000000" pitchFamily="50" charset="-128"/>
              </a:rPr>
              <a:t>※NPU</a:t>
            </a:r>
            <a:r>
              <a:rPr lang="ja-JP" altLang="en-US" sz="800" dirty="0">
                <a:latin typeface="BIZ UDPゴシック" panose="020B0400000000000000" pitchFamily="50" charset="-128"/>
                <a:ea typeface="BIZ UDPゴシック" panose="020B0400000000000000" pitchFamily="50" charset="-128"/>
              </a:rPr>
              <a:t>）</a:t>
            </a:r>
            <a:endParaRPr lang="en-US" altLang="ja-JP" sz="800" dirty="0">
              <a:latin typeface="BIZ UDPゴシック" panose="020B0400000000000000" pitchFamily="50" charset="-128"/>
              <a:ea typeface="BIZ UDPゴシック" panose="020B0400000000000000" pitchFamily="50" charset="-128"/>
            </a:endParaRPr>
          </a:p>
        </p:txBody>
      </p:sp>
      <p:sp>
        <p:nvSpPr>
          <p:cNvPr id="48" name="テキスト ボックス 47">
            <a:extLst>
              <a:ext uri="{FF2B5EF4-FFF2-40B4-BE49-F238E27FC236}">
                <a16:creationId xmlns:a16="http://schemas.microsoft.com/office/drawing/2014/main" id="{574091E4-FB92-A98E-70E2-BF912C38D939}"/>
              </a:ext>
            </a:extLst>
          </p:cNvPr>
          <p:cNvSpPr txBox="1"/>
          <p:nvPr/>
        </p:nvSpPr>
        <p:spPr>
          <a:xfrm>
            <a:off x="5970099" y="4426402"/>
            <a:ext cx="1734853" cy="1815882"/>
          </a:xfrm>
          <a:prstGeom prst="rect">
            <a:avLst/>
          </a:prstGeom>
          <a:noFill/>
        </p:spPr>
        <p:txBody>
          <a:bodyPr wrap="square">
            <a:spAutoFit/>
          </a:bodyPr>
          <a:lstStyle/>
          <a:p>
            <a:r>
              <a:rPr lang="ja-JP" altLang="en-US" sz="800" dirty="0">
                <a:latin typeface="BIZ UDPゴシック" panose="020B0400000000000000" pitchFamily="50" charset="-128"/>
                <a:ea typeface="BIZ UDPゴシック" panose="020B0400000000000000" pitchFamily="50" charset="-128"/>
              </a:rPr>
              <a:t>＜平常時＞</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地形マップ</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雨量分析 </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河川分析 </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地形分析</a:t>
            </a:r>
            <a:endParaRPr lang="en-US" altLang="ja-JP" sz="800" dirty="0">
              <a:latin typeface="BIZ UDPゴシック" panose="020B0400000000000000" pitchFamily="50" charset="-128"/>
              <a:ea typeface="BIZ UDPゴシック" panose="020B0400000000000000" pitchFamily="50" charset="-128"/>
            </a:endParaRPr>
          </a:p>
          <a:p>
            <a:endParaRPr lang="en-US" altLang="ja-JP" sz="800" dirty="0">
              <a:latin typeface="BIZ UDPゴシック" panose="020B0400000000000000" pitchFamily="50" charset="-128"/>
              <a:ea typeface="BIZ UDPゴシック" panose="020B0400000000000000" pitchFamily="50" charset="-128"/>
            </a:endParaRPr>
          </a:p>
          <a:p>
            <a:endParaRPr lang="en-US" altLang="ja-JP" sz="800" dirty="0">
              <a:latin typeface="BIZ UDPゴシック" panose="020B0400000000000000" pitchFamily="50" charset="-128"/>
              <a:ea typeface="BIZ UDPゴシック" panose="020B0400000000000000" pitchFamily="50" charset="-128"/>
            </a:endParaRPr>
          </a:p>
          <a:p>
            <a:endParaRPr lang="en-US" altLang="zh-TW"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＜災害予測・シュミレーション＞</a:t>
            </a:r>
            <a:endParaRPr lang="en-US" altLang="zh-TW" sz="800" dirty="0">
              <a:latin typeface="BIZ UDPゴシック" panose="020B0400000000000000" pitchFamily="50" charset="-128"/>
              <a:ea typeface="BIZ UDPゴシック" panose="020B0400000000000000" pitchFamily="50" charset="-128"/>
            </a:endParaRPr>
          </a:p>
          <a:p>
            <a:r>
              <a:rPr lang="zh-TW" altLang="en-US" sz="800" dirty="0">
                <a:latin typeface="BIZ UDPゴシック" panose="020B0400000000000000" pitchFamily="50" charset="-128"/>
                <a:ea typeface="BIZ UDPゴシック" panose="020B0400000000000000" pitchFamily="50" charset="-128"/>
              </a:rPr>
              <a:t>浸水予測</a:t>
            </a:r>
            <a:endParaRPr lang="en-US" altLang="zh-TW" sz="800" dirty="0">
              <a:latin typeface="BIZ UDPゴシック" panose="020B0400000000000000" pitchFamily="50" charset="-128"/>
              <a:ea typeface="BIZ UDPゴシック" panose="020B0400000000000000" pitchFamily="50" charset="-128"/>
            </a:endParaRPr>
          </a:p>
          <a:p>
            <a:r>
              <a:rPr lang="zh-TW" altLang="en-US" sz="800" dirty="0">
                <a:latin typeface="BIZ UDPゴシック" panose="020B0400000000000000" pitchFamily="50" charset="-128"/>
                <a:ea typeface="BIZ UDPゴシック" panose="020B0400000000000000" pitchFamily="50" charset="-128"/>
              </a:rPr>
              <a:t>崩落予測</a:t>
            </a:r>
            <a:endParaRPr lang="en-US" altLang="zh-TW" sz="800" dirty="0">
              <a:latin typeface="BIZ UDPゴシック" panose="020B0400000000000000" pitchFamily="50" charset="-128"/>
              <a:ea typeface="BIZ UDPゴシック" panose="020B0400000000000000" pitchFamily="50" charset="-128"/>
            </a:endParaRPr>
          </a:p>
          <a:p>
            <a:r>
              <a:rPr lang="zh-TW" altLang="en-US" sz="800" dirty="0">
                <a:latin typeface="BIZ UDPゴシック" panose="020B0400000000000000" pitchFamily="50" charset="-128"/>
                <a:ea typeface="BIZ UDPゴシック" panose="020B0400000000000000" pitchFamily="50" charset="-128"/>
              </a:rPr>
              <a:t>危険区域予測</a:t>
            </a:r>
            <a:endParaRPr lang="en-US" altLang="zh-TW"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避難経路生成</a:t>
            </a:r>
            <a:br>
              <a:rPr lang="en-US" altLang="ja-JP" sz="800" dirty="0">
                <a:latin typeface="BIZ UDPゴシック" panose="020B0400000000000000" pitchFamily="50" charset="-128"/>
                <a:ea typeface="BIZ UDPゴシック" panose="020B0400000000000000" pitchFamily="50" charset="-128"/>
              </a:rPr>
            </a:br>
            <a:endParaRPr lang="ja-JP" altLang="en-US" sz="800" dirty="0">
              <a:latin typeface="BIZ UDPゴシック" panose="020B0400000000000000" pitchFamily="50" charset="-128"/>
              <a:ea typeface="BIZ UDPゴシック" panose="020B0400000000000000" pitchFamily="50" charset="-128"/>
            </a:endParaRPr>
          </a:p>
        </p:txBody>
      </p:sp>
      <p:sp>
        <p:nvSpPr>
          <p:cNvPr id="49" name="テキスト ボックス 48">
            <a:extLst>
              <a:ext uri="{FF2B5EF4-FFF2-40B4-BE49-F238E27FC236}">
                <a16:creationId xmlns:a16="http://schemas.microsoft.com/office/drawing/2014/main" id="{88CF6044-AF9F-9496-08F2-16491E01E7E4}"/>
              </a:ext>
            </a:extLst>
          </p:cNvPr>
          <p:cNvSpPr txBox="1"/>
          <p:nvPr/>
        </p:nvSpPr>
        <p:spPr>
          <a:xfrm>
            <a:off x="3267929" y="4172771"/>
            <a:ext cx="883514" cy="338554"/>
          </a:xfrm>
          <a:prstGeom prst="rect">
            <a:avLst/>
          </a:prstGeom>
          <a:noFill/>
        </p:spPr>
        <p:txBody>
          <a:bodyPr wrap="square">
            <a:spAutoFit/>
          </a:bodyPr>
          <a:lstStyle/>
          <a:p>
            <a:r>
              <a:rPr lang="ja-JP" altLang="en-US" sz="800" dirty="0">
                <a:latin typeface="BIZ UDPゴシック" panose="020B0400000000000000" pitchFamily="50" charset="-128"/>
                <a:ea typeface="BIZ UDPゴシック" panose="020B0400000000000000" pitchFamily="50" charset="-128"/>
              </a:rPr>
              <a:t>監視カメラ</a:t>
            </a:r>
          </a:p>
          <a:p>
            <a:r>
              <a:rPr lang="ja-JP" altLang="en-US" sz="800" dirty="0">
                <a:latin typeface="BIZ UDPゴシック" panose="020B0400000000000000" pitchFamily="50" charset="-128"/>
                <a:ea typeface="BIZ UDPゴシック" panose="020B0400000000000000" pitchFamily="50" charset="-128"/>
              </a:rPr>
              <a:t>各種センサー</a:t>
            </a:r>
          </a:p>
        </p:txBody>
      </p:sp>
      <p:sp>
        <p:nvSpPr>
          <p:cNvPr id="50" name="テキスト ボックス 49">
            <a:extLst>
              <a:ext uri="{FF2B5EF4-FFF2-40B4-BE49-F238E27FC236}">
                <a16:creationId xmlns:a16="http://schemas.microsoft.com/office/drawing/2014/main" id="{AAE2EB18-C676-C699-5647-1F10EEB84669}"/>
              </a:ext>
            </a:extLst>
          </p:cNvPr>
          <p:cNvSpPr txBox="1"/>
          <p:nvPr/>
        </p:nvSpPr>
        <p:spPr>
          <a:xfrm>
            <a:off x="4552598" y="4450712"/>
            <a:ext cx="1734853" cy="1692771"/>
          </a:xfrm>
          <a:prstGeom prst="rect">
            <a:avLst/>
          </a:prstGeom>
          <a:noFill/>
        </p:spPr>
        <p:txBody>
          <a:bodyPr wrap="square">
            <a:spAutoFit/>
          </a:bodyPr>
          <a:lstStyle/>
          <a:p>
            <a:r>
              <a:rPr lang="ja-JP" altLang="en-US" sz="800" dirty="0">
                <a:latin typeface="BIZ UDPゴシック" panose="020B0400000000000000" pitchFamily="50" charset="-128"/>
                <a:ea typeface="BIZ UDPゴシック" panose="020B0400000000000000" pitchFamily="50" charset="-128"/>
              </a:rPr>
              <a:t>＜平常時＞</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地域マップ</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行動予測</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侵入予測 </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包囲計算</a:t>
            </a:r>
            <a:endParaRPr lang="en-US" altLang="ja-JP" sz="800" dirty="0">
              <a:latin typeface="BIZ UDPゴシック" panose="020B0400000000000000" pitchFamily="50" charset="-128"/>
              <a:ea typeface="BIZ UDPゴシック" panose="020B0400000000000000" pitchFamily="50" charset="-128"/>
            </a:endParaRPr>
          </a:p>
          <a:p>
            <a:endParaRPr lang="en-US" altLang="ja-JP" sz="800" dirty="0">
              <a:latin typeface="BIZ UDPゴシック" panose="020B0400000000000000" pitchFamily="50" charset="-128"/>
              <a:ea typeface="BIZ UDPゴシック" panose="020B0400000000000000" pitchFamily="50" charset="-128"/>
            </a:endParaRPr>
          </a:p>
          <a:p>
            <a:endParaRPr lang="en-US" altLang="ja-JP" sz="800" dirty="0">
              <a:latin typeface="BIZ UDPゴシック" panose="020B0400000000000000" pitchFamily="50" charset="-128"/>
              <a:ea typeface="BIZ UDPゴシック" panose="020B0400000000000000" pitchFamily="50" charset="-128"/>
            </a:endParaRPr>
          </a:p>
          <a:p>
            <a:endParaRPr lang="en-US" altLang="zh-TW"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＜害獣・追い込み計画＞</a:t>
            </a:r>
            <a:endParaRPr lang="en-US" altLang="zh-TW"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行動予知</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封鎖方針決定</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群制御・ドローン再配置</a:t>
            </a:r>
            <a:endParaRPr lang="en-US" altLang="ja-JP" sz="800" dirty="0">
              <a:latin typeface="BIZ UDPゴシック" panose="020B0400000000000000" pitchFamily="50" charset="-128"/>
              <a:ea typeface="BIZ UDPゴシック" panose="020B0400000000000000" pitchFamily="50" charset="-128"/>
            </a:endParaRPr>
          </a:p>
          <a:p>
            <a:endParaRPr lang="en-US" altLang="zh-TW" sz="800" dirty="0">
              <a:latin typeface="BIZ UDPゴシック" panose="020B0400000000000000" pitchFamily="50" charset="-128"/>
              <a:ea typeface="BIZ UDPゴシック" panose="020B0400000000000000" pitchFamily="50" charset="-128"/>
            </a:endParaRPr>
          </a:p>
        </p:txBody>
      </p:sp>
      <p:sp>
        <p:nvSpPr>
          <p:cNvPr id="51" name="テキスト ボックス 50">
            <a:extLst>
              <a:ext uri="{FF2B5EF4-FFF2-40B4-BE49-F238E27FC236}">
                <a16:creationId xmlns:a16="http://schemas.microsoft.com/office/drawing/2014/main" id="{409797E0-C50C-6617-9549-130D9874F82D}"/>
              </a:ext>
            </a:extLst>
          </p:cNvPr>
          <p:cNvSpPr txBox="1"/>
          <p:nvPr/>
        </p:nvSpPr>
        <p:spPr>
          <a:xfrm>
            <a:off x="7260581" y="5615799"/>
            <a:ext cx="1377581" cy="430887"/>
          </a:xfrm>
          <a:prstGeom prst="rect">
            <a:avLst/>
          </a:prstGeom>
          <a:noFill/>
        </p:spPr>
        <p:txBody>
          <a:bodyPr wrap="square">
            <a:spAutoFit/>
          </a:bodyPr>
          <a:lstStyle/>
          <a:p>
            <a:r>
              <a:rPr lang="en-US" altLang="ja-JP" sz="1100" b="1" dirty="0">
                <a:latin typeface="BIZ UDPゴシック" panose="020B0400000000000000" pitchFamily="50" charset="-128"/>
                <a:ea typeface="BIZ UDPゴシック" panose="020B0400000000000000" pitchFamily="50" charset="-128"/>
              </a:rPr>
              <a:t>AI</a:t>
            </a:r>
            <a:r>
              <a:rPr lang="ja-JP" altLang="en-US" sz="1100" b="1" dirty="0">
                <a:latin typeface="BIZ UDPゴシック" panose="020B0400000000000000" pitchFamily="50" charset="-128"/>
                <a:ea typeface="BIZ UDPゴシック" panose="020B0400000000000000" pitchFamily="50" charset="-128"/>
              </a:rPr>
              <a:t>シュミレーション</a:t>
            </a:r>
            <a:endParaRPr lang="en-US" altLang="ja-JP" sz="1100" b="1" dirty="0">
              <a:latin typeface="BIZ UDPゴシック" panose="020B0400000000000000" pitchFamily="50" charset="-128"/>
              <a:ea typeface="BIZ UDPゴシック" panose="020B0400000000000000" pitchFamily="50" charset="-128"/>
            </a:endParaRPr>
          </a:p>
          <a:p>
            <a:r>
              <a:rPr lang="ja-JP" altLang="en-US" sz="1100" b="1" dirty="0">
                <a:latin typeface="BIZ UDPゴシック" panose="020B0400000000000000" pitchFamily="50" charset="-128"/>
                <a:ea typeface="BIZ UDPゴシック" panose="020B0400000000000000" pitchFamily="50" charset="-128"/>
              </a:rPr>
              <a:t>（未来予測・予知）</a:t>
            </a:r>
            <a:endParaRPr lang="en-US" altLang="ja-JP" sz="1100" b="1" dirty="0">
              <a:latin typeface="BIZ UDPゴシック" panose="020B0400000000000000" pitchFamily="50" charset="-128"/>
              <a:ea typeface="BIZ UDPゴシック" panose="020B0400000000000000" pitchFamily="50" charset="-128"/>
            </a:endParaRPr>
          </a:p>
        </p:txBody>
      </p:sp>
      <p:sp>
        <p:nvSpPr>
          <p:cNvPr id="52" name="テキスト ボックス 51">
            <a:extLst>
              <a:ext uri="{FF2B5EF4-FFF2-40B4-BE49-F238E27FC236}">
                <a16:creationId xmlns:a16="http://schemas.microsoft.com/office/drawing/2014/main" id="{90F98AE4-66A6-74CB-51EE-219ACD64AD46}"/>
              </a:ext>
            </a:extLst>
          </p:cNvPr>
          <p:cNvSpPr txBox="1"/>
          <p:nvPr/>
        </p:nvSpPr>
        <p:spPr>
          <a:xfrm>
            <a:off x="7296684" y="4503368"/>
            <a:ext cx="2035439" cy="430887"/>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地域デジタルツイン</a:t>
            </a:r>
            <a:br>
              <a:rPr lang="en-US" altLang="ja-JP" sz="1100" b="1" dirty="0">
                <a:latin typeface="BIZ UDPゴシック" panose="020B0400000000000000" pitchFamily="50" charset="-128"/>
                <a:ea typeface="BIZ UDPゴシック" panose="020B0400000000000000" pitchFamily="50" charset="-128"/>
              </a:rPr>
            </a:br>
            <a:r>
              <a:rPr lang="ja-JP" altLang="en-US" sz="1100" b="1" dirty="0">
                <a:latin typeface="BIZ UDPゴシック" panose="020B0400000000000000" pitchFamily="50" charset="-128"/>
                <a:ea typeface="BIZ UDPゴシック" panose="020B0400000000000000" pitchFamily="50" charset="-128"/>
              </a:rPr>
              <a:t>（現実世界の再現）</a:t>
            </a:r>
            <a:endParaRPr lang="en-US" altLang="ja-JP" sz="1100" b="1" dirty="0">
              <a:latin typeface="BIZ UDPゴシック" panose="020B0400000000000000" pitchFamily="50" charset="-128"/>
              <a:ea typeface="BIZ UDPゴシック" panose="020B0400000000000000" pitchFamily="50" charset="-128"/>
            </a:endParaRPr>
          </a:p>
        </p:txBody>
      </p:sp>
      <p:sp>
        <p:nvSpPr>
          <p:cNvPr id="53" name="テキスト ボックス 52">
            <a:extLst>
              <a:ext uri="{FF2B5EF4-FFF2-40B4-BE49-F238E27FC236}">
                <a16:creationId xmlns:a16="http://schemas.microsoft.com/office/drawing/2014/main" id="{84FD6689-295F-7B9D-1177-F0512457011D}"/>
              </a:ext>
            </a:extLst>
          </p:cNvPr>
          <p:cNvSpPr txBox="1"/>
          <p:nvPr/>
        </p:nvSpPr>
        <p:spPr>
          <a:xfrm>
            <a:off x="1944222" y="4314376"/>
            <a:ext cx="1206723" cy="430887"/>
          </a:xfrm>
          <a:prstGeom prst="rect">
            <a:avLst/>
          </a:prstGeom>
          <a:noFill/>
        </p:spPr>
        <p:txBody>
          <a:bodyPr wrap="square">
            <a:spAutoFit/>
          </a:bodyPr>
          <a:lstStyle/>
          <a:p>
            <a:pPr algn="ctr"/>
            <a:r>
              <a:rPr lang="ja-JP" altLang="en-US" sz="1100" b="1" dirty="0">
                <a:latin typeface="BIZ UDPゴシック" panose="020B0400000000000000" pitchFamily="50" charset="-128"/>
                <a:ea typeface="BIZ UDPゴシック" panose="020B0400000000000000" pitchFamily="50" charset="-128"/>
              </a:rPr>
              <a:t>地域データ収集</a:t>
            </a:r>
            <a:endParaRPr lang="en-US" altLang="ja-JP" sz="1100" b="1" dirty="0">
              <a:latin typeface="BIZ UDPゴシック" panose="020B0400000000000000" pitchFamily="50" charset="-128"/>
              <a:ea typeface="BIZ UDPゴシック" panose="020B0400000000000000" pitchFamily="50" charset="-128"/>
            </a:endParaRPr>
          </a:p>
          <a:p>
            <a:pPr algn="ctr"/>
            <a:r>
              <a:rPr lang="ja-JP" altLang="en-US" sz="1100" b="1" dirty="0">
                <a:latin typeface="BIZ UDPゴシック" panose="020B0400000000000000" pitchFamily="50" charset="-128"/>
                <a:ea typeface="BIZ UDPゴシック" panose="020B0400000000000000" pitchFamily="50" charset="-128"/>
              </a:rPr>
              <a:t>（平常時）</a:t>
            </a:r>
            <a:endParaRPr lang="en-US" altLang="ja-JP" sz="1100" b="1" dirty="0">
              <a:latin typeface="BIZ UDPゴシック" panose="020B0400000000000000" pitchFamily="50" charset="-128"/>
              <a:ea typeface="BIZ UDPゴシック" panose="020B0400000000000000" pitchFamily="50" charset="-128"/>
            </a:endParaRPr>
          </a:p>
        </p:txBody>
      </p:sp>
      <p:grpSp>
        <p:nvGrpSpPr>
          <p:cNvPr id="54" name="グループ化 53">
            <a:extLst>
              <a:ext uri="{FF2B5EF4-FFF2-40B4-BE49-F238E27FC236}">
                <a16:creationId xmlns:a16="http://schemas.microsoft.com/office/drawing/2014/main" id="{43686969-634E-9996-1B34-4F58A7DDF83C}"/>
              </a:ext>
            </a:extLst>
          </p:cNvPr>
          <p:cNvGrpSpPr/>
          <p:nvPr/>
        </p:nvGrpSpPr>
        <p:grpSpPr>
          <a:xfrm>
            <a:off x="9419946" y="3408706"/>
            <a:ext cx="638976" cy="545947"/>
            <a:chOff x="9419946" y="3408706"/>
            <a:chExt cx="638976" cy="545947"/>
          </a:xfrm>
        </p:grpSpPr>
        <p:pic>
          <p:nvPicPr>
            <p:cNvPr id="55" name="グラフィックス 54" descr="世界 枠線">
              <a:extLst>
                <a:ext uri="{FF2B5EF4-FFF2-40B4-BE49-F238E27FC236}">
                  <a16:creationId xmlns:a16="http://schemas.microsoft.com/office/drawing/2014/main" id="{681D778E-885F-BAB4-03AD-9AB2625A4FE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76694" y="3408706"/>
              <a:ext cx="545947" cy="545947"/>
            </a:xfrm>
            <a:prstGeom prst="rect">
              <a:avLst/>
            </a:prstGeom>
          </p:spPr>
        </p:pic>
        <p:sp>
          <p:nvSpPr>
            <p:cNvPr id="56" name="円弧 55">
              <a:extLst>
                <a:ext uri="{FF2B5EF4-FFF2-40B4-BE49-F238E27FC236}">
                  <a16:creationId xmlns:a16="http://schemas.microsoft.com/office/drawing/2014/main" id="{00A2DDDC-99AF-E3D7-2DC7-F55DD5395925}"/>
                </a:ext>
              </a:extLst>
            </p:cNvPr>
            <p:cNvSpPr/>
            <p:nvPr/>
          </p:nvSpPr>
          <p:spPr>
            <a:xfrm rot="13569638">
              <a:off x="9672981" y="3329638"/>
              <a:ext cx="132905" cy="638976"/>
            </a:xfrm>
            <a:prstGeom prst="arc">
              <a:avLst>
                <a:gd name="adj1" fmla="val 15432489"/>
                <a:gd name="adj2" fmla="val 6381068"/>
              </a:avLst>
            </a:prstGeom>
            <a:noFill/>
            <a:ln w="3175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dirty="0"/>
            </a:p>
          </p:txBody>
        </p:sp>
      </p:grpSp>
      <p:sp>
        <p:nvSpPr>
          <p:cNvPr id="57" name="コンテンツ プレースホルダー 7">
            <a:extLst>
              <a:ext uri="{FF2B5EF4-FFF2-40B4-BE49-F238E27FC236}">
                <a16:creationId xmlns:a16="http://schemas.microsoft.com/office/drawing/2014/main" id="{3DFE7803-D34C-9108-75A0-6053C28ADD12}"/>
              </a:ext>
            </a:extLst>
          </p:cNvPr>
          <p:cNvSpPr txBox="1">
            <a:spLocks/>
          </p:cNvSpPr>
          <p:nvPr/>
        </p:nvSpPr>
        <p:spPr>
          <a:xfrm>
            <a:off x="9379751" y="3906192"/>
            <a:ext cx="735853"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800" dirty="0">
                <a:latin typeface="BIZ UDPゴシック" panose="020B0400000000000000" pitchFamily="50" charset="-128"/>
                <a:ea typeface="BIZ UDPゴシック" panose="020B0400000000000000" pitchFamily="50" charset="-128"/>
              </a:rPr>
              <a:t>Internet</a:t>
            </a:r>
          </a:p>
        </p:txBody>
      </p:sp>
      <p:sp>
        <p:nvSpPr>
          <p:cNvPr id="58" name="矢印: 右 57">
            <a:extLst>
              <a:ext uri="{FF2B5EF4-FFF2-40B4-BE49-F238E27FC236}">
                <a16:creationId xmlns:a16="http://schemas.microsoft.com/office/drawing/2014/main" id="{B996890B-4938-F2C2-E315-75630C179A37}"/>
              </a:ext>
            </a:extLst>
          </p:cNvPr>
          <p:cNvSpPr/>
          <p:nvPr/>
        </p:nvSpPr>
        <p:spPr bwMode="auto">
          <a:xfrm rot="20335403" flipH="1">
            <a:off x="4900471" y="3827647"/>
            <a:ext cx="586692"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59" name="コンテンツ プレースホルダー 7">
            <a:extLst>
              <a:ext uri="{FF2B5EF4-FFF2-40B4-BE49-F238E27FC236}">
                <a16:creationId xmlns:a16="http://schemas.microsoft.com/office/drawing/2014/main" id="{B53EBAEC-257F-85C0-148A-B75A87CE69A7}"/>
              </a:ext>
            </a:extLst>
          </p:cNvPr>
          <p:cNvSpPr txBox="1">
            <a:spLocks/>
          </p:cNvSpPr>
          <p:nvPr/>
        </p:nvSpPr>
        <p:spPr>
          <a:xfrm>
            <a:off x="4915256" y="3921209"/>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pic>
        <p:nvPicPr>
          <p:cNvPr id="60" name="グラフィックス 59" descr="基地局 単色塗りつぶし">
            <a:extLst>
              <a:ext uri="{FF2B5EF4-FFF2-40B4-BE49-F238E27FC236}">
                <a16:creationId xmlns:a16="http://schemas.microsoft.com/office/drawing/2014/main" id="{3624BB1F-97F8-564E-3912-216C9CEDC29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09678" y="6056478"/>
            <a:ext cx="491466" cy="491466"/>
          </a:xfrm>
          <a:prstGeom prst="rect">
            <a:avLst/>
          </a:prstGeom>
        </p:spPr>
      </p:pic>
      <p:sp>
        <p:nvSpPr>
          <p:cNvPr id="61" name="コンテンツ プレースホルダー 7">
            <a:extLst>
              <a:ext uri="{FF2B5EF4-FFF2-40B4-BE49-F238E27FC236}">
                <a16:creationId xmlns:a16="http://schemas.microsoft.com/office/drawing/2014/main" id="{3FE2CB60-3070-ACDD-94DB-6A445CF60BD0}"/>
              </a:ext>
            </a:extLst>
          </p:cNvPr>
          <p:cNvSpPr txBox="1">
            <a:spLocks/>
          </p:cNvSpPr>
          <p:nvPr/>
        </p:nvSpPr>
        <p:spPr>
          <a:xfrm>
            <a:off x="3839802" y="6513265"/>
            <a:ext cx="698143" cy="23080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800" dirty="0">
                <a:latin typeface="BIZ UDPゴシック" panose="020B0400000000000000" pitchFamily="50" charset="-128"/>
                <a:ea typeface="BIZ UDPゴシック" panose="020B0400000000000000" pitchFamily="50" charset="-128"/>
              </a:rPr>
              <a:t>5G</a:t>
            </a:r>
            <a:r>
              <a:rPr lang="ja-JP" altLang="en-US" sz="800" dirty="0">
                <a:latin typeface="BIZ UDPゴシック" panose="020B0400000000000000" pitchFamily="50" charset="-128"/>
                <a:ea typeface="BIZ UDPゴシック" panose="020B0400000000000000" pitchFamily="50" charset="-128"/>
              </a:rPr>
              <a:t> 基地局</a:t>
            </a:r>
            <a:br>
              <a:rPr lang="en-US" altLang="ja-JP" sz="800" dirty="0">
                <a:latin typeface="BIZ UDPゴシック" panose="020B0400000000000000" pitchFamily="50" charset="-128"/>
                <a:ea typeface="BIZ UDPゴシック" panose="020B0400000000000000" pitchFamily="50" charset="-128"/>
              </a:rPr>
            </a:br>
            <a:endParaRPr lang="en-US" altLang="ja-JP" sz="800" dirty="0">
              <a:latin typeface="BIZ UDPゴシック" panose="020B0400000000000000" pitchFamily="50" charset="-128"/>
              <a:ea typeface="BIZ UDPゴシック" panose="020B0400000000000000" pitchFamily="50" charset="-128"/>
            </a:endParaRPr>
          </a:p>
        </p:txBody>
      </p:sp>
      <p:sp>
        <p:nvSpPr>
          <p:cNvPr id="62" name="テキスト ボックス 61">
            <a:extLst>
              <a:ext uri="{FF2B5EF4-FFF2-40B4-BE49-F238E27FC236}">
                <a16:creationId xmlns:a16="http://schemas.microsoft.com/office/drawing/2014/main" id="{C45E42B9-26F2-E827-DFC6-ABBC0B0266CC}"/>
              </a:ext>
            </a:extLst>
          </p:cNvPr>
          <p:cNvSpPr txBox="1"/>
          <p:nvPr/>
        </p:nvSpPr>
        <p:spPr>
          <a:xfrm>
            <a:off x="1282287" y="4983601"/>
            <a:ext cx="902811" cy="215444"/>
          </a:xfrm>
          <a:prstGeom prst="rect">
            <a:avLst/>
          </a:prstGeom>
          <a:noFill/>
        </p:spPr>
        <p:txBody>
          <a:bodyPr wrap="none" rtlCol="0">
            <a:spAutoFit/>
          </a:bodyPr>
          <a:lstStyle/>
          <a:p>
            <a:r>
              <a:rPr lang="ja-JP" altLang="en-US" sz="800" dirty="0">
                <a:latin typeface="Meiryo UI" panose="020B0604030504040204" pitchFamily="50" charset="-128"/>
                <a:ea typeface="Meiryo UI" panose="020B0604030504040204" pitchFamily="50" charset="-128"/>
                <a:cs typeface="Meiryo UI" panose="020B0604030504040204" pitchFamily="50" charset="-128"/>
              </a:rPr>
              <a:t>排除・誘導・駆除</a:t>
            </a:r>
            <a:endParaRPr kumimoji="1" lang="ja-JP" altLang="en-US" sz="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コンテンツ プレースホルダー 7">
            <a:extLst>
              <a:ext uri="{FF2B5EF4-FFF2-40B4-BE49-F238E27FC236}">
                <a16:creationId xmlns:a16="http://schemas.microsoft.com/office/drawing/2014/main" id="{77B10FC1-763D-FC39-10FD-C3628CC2A92E}"/>
              </a:ext>
            </a:extLst>
          </p:cNvPr>
          <p:cNvSpPr txBox="1">
            <a:spLocks/>
          </p:cNvSpPr>
          <p:nvPr/>
        </p:nvSpPr>
        <p:spPr>
          <a:xfrm>
            <a:off x="5615539" y="6469267"/>
            <a:ext cx="2164041" cy="23081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100" dirty="0">
                <a:latin typeface="BIZ UDPゴシック" panose="020B0400000000000000" pitchFamily="50" charset="-128"/>
                <a:ea typeface="BIZ UDPゴシック" panose="020B0400000000000000" pitchFamily="50" charset="-128"/>
              </a:rPr>
              <a:t>（</a:t>
            </a:r>
            <a:r>
              <a:rPr lang="en-US" altLang="ja-JP" sz="1100" dirty="0">
                <a:latin typeface="BIZ UDPゴシック" panose="020B0400000000000000" pitchFamily="50" charset="-128"/>
                <a:ea typeface="BIZ UDPゴシック" panose="020B0400000000000000" pitchFamily="50" charset="-128"/>
              </a:rPr>
              <a:t>GPU</a:t>
            </a:r>
            <a:r>
              <a:rPr lang="ja-JP" altLang="en-US" sz="1100" dirty="0">
                <a:latin typeface="BIZ UDPゴシック" panose="020B0400000000000000" pitchFamily="50" charset="-128"/>
                <a:ea typeface="BIZ UDPゴシック" panose="020B0400000000000000" pitchFamily="50" charset="-128"/>
              </a:rPr>
              <a:t>＋</a:t>
            </a:r>
            <a:r>
              <a:rPr lang="en-US" altLang="ja-JP" sz="1100" dirty="0">
                <a:latin typeface="BIZ UDPゴシック" panose="020B0400000000000000" pitchFamily="50" charset="-128"/>
                <a:ea typeface="BIZ UDPゴシック" panose="020B0400000000000000" pitchFamily="50" charset="-128"/>
              </a:rPr>
              <a:t>NPU</a:t>
            </a:r>
            <a:r>
              <a:rPr lang="ja-JP" altLang="en-US" sz="1100" dirty="0">
                <a:latin typeface="BIZ UDPゴシック" panose="020B0400000000000000" pitchFamily="50" charset="-128"/>
                <a:ea typeface="BIZ UDPゴシック" panose="020B0400000000000000" pitchFamily="50" charset="-128"/>
              </a:rPr>
              <a:t>＋ストレージ）</a:t>
            </a:r>
            <a:endParaRPr lang="en-US" altLang="ja-JP" sz="1100" dirty="0">
              <a:latin typeface="BIZ UDPゴシック" panose="020B0400000000000000" pitchFamily="50" charset="-128"/>
              <a:ea typeface="BIZ UDPゴシック" panose="020B0400000000000000" pitchFamily="50" charset="-128"/>
            </a:endParaRPr>
          </a:p>
        </p:txBody>
      </p:sp>
      <p:sp>
        <p:nvSpPr>
          <p:cNvPr id="1024" name="テキスト ボックス 1023">
            <a:extLst>
              <a:ext uri="{FF2B5EF4-FFF2-40B4-BE49-F238E27FC236}">
                <a16:creationId xmlns:a16="http://schemas.microsoft.com/office/drawing/2014/main" id="{C0E59578-2537-BD21-4E40-EF54731DDA05}"/>
              </a:ext>
            </a:extLst>
          </p:cNvPr>
          <p:cNvSpPr txBox="1"/>
          <p:nvPr/>
        </p:nvSpPr>
        <p:spPr>
          <a:xfrm>
            <a:off x="9699614" y="4100749"/>
            <a:ext cx="1220923" cy="584775"/>
          </a:xfrm>
          <a:prstGeom prst="rect">
            <a:avLst/>
          </a:prstGeom>
          <a:noFill/>
        </p:spPr>
        <p:txBody>
          <a:bodyPr wrap="square">
            <a:spAutoFit/>
          </a:bodyPr>
          <a:lstStyle/>
          <a:p>
            <a:r>
              <a:rPr lang="ja-JP" altLang="en-US" sz="800" dirty="0">
                <a:latin typeface="BIZ UDPゴシック" panose="020B0400000000000000" pitchFamily="50" charset="-128"/>
                <a:ea typeface="BIZ UDPゴシック" panose="020B0400000000000000" pitchFamily="50" charset="-128"/>
              </a:rPr>
              <a:t>対象認識</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状況理解</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環境把握</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自律行動</a:t>
            </a:r>
          </a:p>
        </p:txBody>
      </p:sp>
      <p:sp>
        <p:nvSpPr>
          <p:cNvPr id="1025" name="円弧 1024">
            <a:extLst>
              <a:ext uri="{FF2B5EF4-FFF2-40B4-BE49-F238E27FC236}">
                <a16:creationId xmlns:a16="http://schemas.microsoft.com/office/drawing/2014/main" id="{354BAF14-BB0C-4468-74FF-146C330AE7A9}"/>
              </a:ext>
            </a:extLst>
          </p:cNvPr>
          <p:cNvSpPr/>
          <p:nvPr/>
        </p:nvSpPr>
        <p:spPr>
          <a:xfrm>
            <a:off x="6403828" y="3429000"/>
            <a:ext cx="1247810" cy="767416"/>
          </a:xfrm>
          <a:prstGeom prst="arc">
            <a:avLst>
              <a:gd name="adj1" fmla="val 19559132"/>
              <a:gd name="adj2" fmla="val 12716659"/>
            </a:avLst>
          </a:prstGeom>
          <a:ln>
            <a:headEnd w="lg" len="lg"/>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027" name="正方形/長方形 1026">
            <a:extLst>
              <a:ext uri="{FF2B5EF4-FFF2-40B4-BE49-F238E27FC236}">
                <a16:creationId xmlns:a16="http://schemas.microsoft.com/office/drawing/2014/main" id="{C47175A0-F774-2BD3-EC10-B4025905D6A1}"/>
              </a:ext>
            </a:extLst>
          </p:cNvPr>
          <p:cNvSpPr/>
          <p:nvPr/>
        </p:nvSpPr>
        <p:spPr bwMode="auto">
          <a:xfrm>
            <a:off x="6708937" y="3404515"/>
            <a:ext cx="635991" cy="282034"/>
          </a:xfrm>
          <a:prstGeom prst="rect">
            <a:avLst/>
          </a:prstGeom>
          <a:solidFill>
            <a:schemeClr val="accent1">
              <a:lumMod val="20000"/>
              <a:lumOff val="80000"/>
            </a:schemeClr>
          </a:solidFill>
          <a:ln w="9525">
            <a:noFill/>
            <a:miter lim="800000"/>
            <a:headEnd/>
            <a:tailEnd/>
          </a:ln>
          <a:effectLst/>
        </p:spPr>
        <p:txBody>
          <a:bodyPr wrap="none" rtlCol="0" anchor="ctr"/>
          <a:lstStyle/>
          <a:p>
            <a:pPr algn="ctr"/>
            <a:r>
              <a:rPr lang="ja-JP" altLang="en-US" sz="800" dirty="0">
                <a:latin typeface="BIZ UDPゴシック" panose="020B0400000000000000" pitchFamily="50" charset="-128"/>
                <a:ea typeface="BIZ UDPゴシック" panose="020B0400000000000000" pitchFamily="50" charset="-128"/>
              </a:rPr>
              <a:t>対象認識</a:t>
            </a:r>
            <a:br>
              <a:rPr lang="en-US" altLang="ja-JP" sz="800" dirty="0">
                <a:latin typeface="BIZ UDPゴシック" panose="020B0400000000000000" pitchFamily="50" charset="-128"/>
                <a:ea typeface="BIZ UDPゴシック" panose="020B0400000000000000" pitchFamily="50" charset="-128"/>
              </a:rPr>
            </a:br>
            <a:r>
              <a:rPr lang="ja-JP" altLang="en-US" sz="800" dirty="0">
                <a:latin typeface="BIZ UDPゴシック" panose="020B0400000000000000" pitchFamily="50" charset="-128"/>
                <a:ea typeface="BIZ UDPゴシック" panose="020B0400000000000000" pitchFamily="50" charset="-128"/>
              </a:rPr>
              <a:t>（害獣、被災者）</a:t>
            </a:r>
          </a:p>
        </p:txBody>
      </p:sp>
      <p:sp>
        <p:nvSpPr>
          <p:cNvPr id="1028" name="正方形/長方形 1027">
            <a:extLst>
              <a:ext uri="{FF2B5EF4-FFF2-40B4-BE49-F238E27FC236}">
                <a16:creationId xmlns:a16="http://schemas.microsoft.com/office/drawing/2014/main" id="{ADFD8ED3-AD57-2293-4256-33810E827207}"/>
              </a:ext>
            </a:extLst>
          </p:cNvPr>
          <p:cNvSpPr/>
          <p:nvPr/>
        </p:nvSpPr>
        <p:spPr bwMode="auto">
          <a:xfrm>
            <a:off x="7386956" y="3714648"/>
            <a:ext cx="635991" cy="282034"/>
          </a:xfrm>
          <a:prstGeom prst="rect">
            <a:avLst/>
          </a:prstGeom>
          <a:solidFill>
            <a:schemeClr val="accent1">
              <a:lumMod val="20000"/>
              <a:lumOff val="80000"/>
            </a:schemeClr>
          </a:solidFill>
          <a:ln w="9525">
            <a:noFill/>
            <a:miter lim="800000"/>
            <a:headEnd/>
            <a:tailEnd/>
          </a:ln>
          <a:effectLst/>
        </p:spPr>
        <p:txBody>
          <a:bodyPr wrap="none" rtlCol="0" anchor="ctr"/>
          <a:lstStyle/>
          <a:p>
            <a:pPr algn="ctr"/>
            <a:r>
              <a:rPr lang="ja-JP" altLang="en-US" sz="800" dirty="0">
                <a:latin typeface="BIZ UDPゴシック" panose="020B0400000000000000" pitchFamily="50" charset="-128"/>
                <a:ea typeface="BIZ UDPゴシック" panose="020B0400000000000000" pitchFamily="50" charset="-128"/>
              </a:rPr>
              <a:t>状況理解</a:t>
            </a:r>
            <a:endParaRPr lang="en-US" altLang="ja-JP" sz="800" dirty="0">
              <a:latin typeface="BIZ UDPゴシック" panose="020B0400000000000000" pitchFamily="50" charset="-128"/>
              <a:ea typeface="BIZ UDPゴシック" panose="020B0400000000000000" pitchFamily="50" charset="-128"/>
            </a:endParaRPr>
          </a:p>
          <a:p>
            <a:pPr algn="ctr"/>
            <a:r>
              <a:rPr lang="ja-JP" altLang="en-US" sz="800" dirty="0">
                <a:latin typeface="BIZ UDPゴシック" panose="020B0400000000000000" pitchFamily="50" charset="-128"/>
                <a:ea typeface="BIZ UDPゴシック" panose="020B0400000000000000" pitchFamily="50" charset="-128"/>
              </a:rPr>
              <a:t>（対象活動）</a:t>
            </a:r>
          </a:p>
        </p:txBody>
      </p:sp>
      <p:sp>
        <p:nvSpPr>
          <p:cNvPr id="1029" name="正方形/長方形 1028">
            <a:extLst>
              <a:ext uri="{FF2B5EF4-FFF2-40B4-BE49-F238E27FC236}">
                <a16:creationId xmlns:a16="http://schemas.microsoft.com/office/drawing/2014/main" id="{C6D689AE-2B90-E38D-3DFC-8F88728B52FC}"/>
              </a:ext>
            </a:extLst>
          </p:cNvPr>
          <p:cNvSpPr/>
          <p:nvPr/>
        </p:nvSpPr>
        <p:spPr bwMode="auto">
          <a:xfrm>
            <a:off x="6715815" y="4023163"/>
            <a:ext cx="635991" cy="282034"/>
          </a:xfrm>
          <a:prstGeom prst="rect">
            <a:avLst/>
          </a:prstGeom>
          <a:solidFill>
            <a:schemeClr val="accent1">
              <a:lumMod val="20000"/>
              <a:lumOff val="80000"/>
            </a:schemeClr>
          </a:solidFill>
          <a:ln w="9525">
            <a:noFill/>
            <a:miter lim="800000"/>
            <a:headEnd/>
            <a:tailEnd/>
          </a:ln>
          <a:effectLst/>
        </p:spPr>
        <p:txBody>
          <a:bodyPr wrap="none" rtlCol="0" anchor="ctr"/>
          <a:lstStyle/>
          <a:p>
            <a:pPr algn="ctr"/>
            <a:r>
              <a:rPr lang="ja-JP" altLang="en-US" sz="800" dirty="0">
                <a:latin typeface="BIZ UDPゴシック" panose="020B0400000000000000" pitchFamily="50" charset="-128"/>
                <a:ea typeface="BIZ UDPゴシック" panose="020B0400000000000000" pitchFamily="50" charset="-128"/>
              </a:rPr>
              <a:t>環境理解</a:t>
            </a:r>
            <a:br>
              <a:rPr lang="en-US" altLang="ja-JP" sz="800" dirty="0">
                <a:latin typeface="BIZ UDPゴシック" panose="020B0400000000000000" pitchFamily="50" charset="-128"/>
                <a:ea typeface="BIZ UDPゴシック" panose="020B0400000000000000" pitchFamily="50" charset="-128"/>
              </a:rPr>
            </a:br>
            <a:r>
              <a:rPr lang="ja-JP" altLang="en-US" sz="800" dirty="0">
                <a:latin typeface="BIZ UDPゴシック" panose="020B0400000000000000" pitchFamily="50" charset="-128"/>
                <a:ea typeface="BIZ UDPゴシック" panose="020B0400000000000000" pitchFamily="50" charset="-128"/>
              </a:rPr>
              <a:t>（周囲状況）</a:t>
            </a:r>
          </a:p>
        </p:txBody>
      </p:sp>
      <p:sp>
        <p:nvSpPr>
          <p:cNvPr id="1030" name="正方形/長方形 1029">
            <a:extLst>
              <a:ext uri="{FF2B5EF4-FFF2-40B4-BE49-F238E27FC236}">
                <a16:creationId xmlns:a16="http://schemas.microsoft.com/office/drawing/2014/main" id="{8324703D-76A0-70EE-4008-8EF0EA2B0493}"/>
              </a:ext>
            </a:extLst>
          </p:cNvPr>
          <p:cNvSpPr/>
          <p:nvPr/>
        </p:nvSpPr>
        <p:spPr bwMode="auto">
          <a:xfrm>
            <a:off x="6102507" y="3731879"/>
            <a:ext cx="582063" cy="282034"/>
          </a:xfrm>
          <a:prstGeom prst="rect">
            <a:avLst/>
          </a:prstGeom>
          <a:solidFill>
            <a:schemeClr val="accent1">
              <a:lumMod val="20000"/>
              <a:lumOff val="80000"/>
            </a:schemeClr>
          </a:solidFill>
          <a:ln w="9525">
            <a:noFill/>
            <a:miter lim="800000"/>
            <a:headEnd/>
            <a:tailEnd/>
          </a:ln>
          <a:effectLst/>
        </p:spPr>
        <p:txBody>
          <a:bodyPr wrap="none" rtlCol="0" anchor="ctr"/>
          <a:lstStyle/>
          <a:p>
            <a:pPr algn="ctr"/>
            <a:r>
              <a:rPr lang="ja-JP" altLang="en-US" sz="800" dirty="0">
                <a:latin typeface="BIZ UDPゴシック" panose="020B0400000000000000" pitchFamily="50" charset="-128"/>
                <a:ea typeface="BIZ UDPゴシック" panose="020B0400000000000000" pitchFamily="50" charset="-128"/>
              </a:rPr>
              <a:t>自律行動</a:t>
            </a:r>
            <a:endParaRPr lang="en-US" altLang="ja-JP" sz="800" dirty="0">
              <a:latin typeface="BIZ UDPゴシック" panose="020B0400000000000000" pitchFamily="50" charset="-128"/>
              <a:ea typeface="BIZ UDPゴシック" panose="020B0400000000000000" pitchFamily="50" charset="-128"/>
            </a:endParaRPr>
          </a:p>
          <a:p>
            <a:pPr algn="ctr"/>
            <a:r>
              <a:rPr lang="ja-JP" altLang="en-US" sz="800" dirty="0">
                <a:latin typeface="BIZ UDPゴシック" panose="020B0400000000000000" pitchFamily="50" charset="-128"/>
                <a:ea typeface="BIZ UDPゴシック" panose="020B0400000000000000" pitchFamily="50" charset="-128"/>
              </a:rPr>
              <a:t>（追随、補正）</a:t>
            </a:r>
          </a:p>
        </p:txBody>
      </p:sp>
      <p:sp>
        <p:nvSpPr>
          <p:cNvPr id="1031" name="テキスト ボックス 1030">
            <a:extLst>
              <a:ext uri="{FF2B5EF4-FFF2-40B4-BE49-F238E27FC236}">
                <a16:creationId xmlns:a16="http://schemas.microsoft.com/office/drawing/2014/main" id="{8639A8C5-DC24-59E7-0E37-3219554B65C7}"/>
              </a:ext>
            </a:extLst>
          </p:cNvPr>
          <p:cNvSpPr txBox="1"/>
          <p:nvPr/>
        </p:nvSpPr>
        <p:spPr>
          <a:xfrm>
            <a:off x="3048290" y="5850611"/>
            <a:ext cx="723275" cy="338554"/>
          </a:xfrm>
          <a:prstGeom prst="rect">
            <a:avLst/>
          </a:prstGeom>
          <a:noFill/>
        </p:spPr>
        <p:txBody>
          <a:bodyPr wrap="none" rtlCol="0">
            <a:spAutoFit/>
          </a:bodyPr>
          <a:lstStyle/>
          <a:p>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ユースケース</a:t>
            </a:r>
            <a:br>
              <a:rPr kumimoji="1" lang="en-US" altLang="ja-JP" sz="800" b="1" dirty="0">
                <a:latin typeface="Meiryo UI" panose="020B0604030504040204" pitchFamily="50" charset="-128"/>
                <a:ea typeface="Meiryo UI" panose="020B0604030504040204" pitchFamily="50" charset="-128"/>
                <a:cs typeface="Meiryo UI"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（防災）</a:t>
            </a:r>
          </a:p>
        </p:txBody>
      </p:sp>
      <p:sp>
        <p:nvSpPr>
          <p:cNvPr id="1032" name="テキスト ボックス 1031">
            <a:extLst>
              <a:ext uri="{FF2B5EF4-FFF2-40B4-BE49-F238E27FC236}">
                <a16:creationId xmlns:a16="http://schemas.microsoft.com/office/drawing/2014/main" id="{32D6110E-75F6-356F-AC85-B596FE6E5E9A}"/>
              </a:ext>
            </a:extLst>
          </p:cNvPr>
          <p:cNvSpPr txBox="1"/>
          <p:nvPr/>
        </p:nvSpPr>
        <p:spPr>
          <a:xfrm>
            <a:off x="6599667" y="3681818"/>
            <a:ext cx="844356" cy="338554"/>
          </a:xfrm>
          <a:prstGeom prst="rect">
            <a:avLst/>
          </a:prstGeom>
          <a:noFill/>
        </p:spPr>
        <p:txBody>
          <a:bodyPr wrap="square">
            <a:spAutoFit/>
          </a:bodyPr>
          <a:lstStyle/>
          <a:p>
            <a:pPr algn="ctr"/>
            <a:r>
              <a:rPr lang="ja-JP" altLang="en-US" sz="800" b="1" dirty="0">
                <a:latin typeface="BIZ UDPゴシック" panose="020B0400000000000000" pitchFamily="50" charset="-128"/>
                <a:ea typeface="BIZ UDPゴシック" panose="020B0400000000000000" pitchFamily="50" charset="-128"/>
              </a:rPr>
              <a:t>リアルタイム</a:t>
            </a:r>
            <a:endParaRPr lang="en-US" altLang="ja-JP" sz="800" b="1" dirty="0">
              <a:latin typeface="BIZ UDPゴシック" panose="020B0400000000000000" pitchFamily="50" charset="-128"/>
              <a:ea typeface="BIZ UDPゴシック" panose="020B0400000000000000" pitchFamily="50" charset="-128"/>
            </a:endParaRPr>
          </a:p>
          <a:p>
            <a:pPr algn="ctr"/>
            <a:r>
              <a:rPr lang="ja-JP" altLang="en-US" sz="800" b="1" dirty="0">
                <a:latin typeface="BIZ UDPゴシック" panose="020B0400000000000000" pitchFamily="50" charset="-128"/>
                <a:ea typeface="BIZ UDPゴシック" panose="020B0400000000000000" pitchFamily="50" charset="-128"/>
              </a:rPr>
              <a:t>（反射的行動）</a:t>
            </a:r>
            <a:endParaRPr lang="en-US" altLang="ja-JP" sz="800" b="1" dirty="0">
              <a:latin typeface="BIZ UDPゴシック" panose="020B0400000000000000" pitchFamily="50" charset="-128"/>
              <a:ea typeface="BIZ UDPゴシック" panose="020B0400000000000000" pitchFamily="50" charset="-128"/>
            </a:endParaRPr>
          </a:p>
        </p:txBody>
      </p:sp>
      <p:sp>
        <p:nvSpPr>
          <p:cNvPr id="1033" name="テキスト ボックス 1032">
            <a:extLst>
              <a:ext uri="{FF2B5EF4-FFF2-40B4-BE49-F238E27FC236}">
                <a16:creationId xmlns:a16="http://schemas.microsoft.com/office/drawing/2014/main" id="{10E6A64D-73C3-B88E-E948-79380564A96A}"/>
              </a:ext>
            </a:extLst>
          </p:cNvPr>
          <p:cNvSpPr txBox="1"/>
          <p:nvPr/>
        </p:nvSpPr>
        <p:spPr>
          <a:xfrm>
            <a:off x="3774423" y="5535286"/>
            <a:ext cx="595035" cy="461665"/>
          </a:xfrm>
          <a:prstGeom prst="rect">
            <a:avLst/>
          </a:prstGeom>
          <a:noFill/>
        </p:spPr>
        <p:txBody>
          <a:bodyPr wrap="none" rtlCol="0">
            <a:spAutoFit/>
          </a:bodyPr>
          <a:lstStyle/>
          <a:p>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群制御</a:t>
            </a:r>
            <a:endParaRPr kumimoji="1" lang="en-US" altLang="ja-JP" sz="800" b="1"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00" b="1" dirty="0">
                <a:latin typeface="Meiryo UI" panose="020B0604030504040204" pitchFamily="50" charset="-128"/>
                <a:ea typeface="Meiryo UI" panose="020B0604030504040204" pitchFamily="50" charset="-128"/>
                <a:cs typeface="Meiryo UI" panose="020B0604030504040204" pitchFamily="50" charset="-128"/>
              </a:rPr>
              <a:t>適正配置</a:t>
            </a:r>
            <a:endParaRPr lang="en-US" altLang="ja-JP" sz="800" b="1"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00" b="1" dirty="0">
                <a:latin typeface="Meiryo UI" panose="020B0604030504040204" pitchFamily="50" charset="-128"/>
                <a:ea typeface="Meiryo UI" panose="020B0604030504040204" pitchFamily="50" charset="-128"/>
                <a:cs typeface="Meiryo UI" panose="020B0604030504040204" pitchFamily="50" charset="-128"/>
              </a:rPr>
              <a:t>誘導支援</a:t>
            </a:r>
            <a:endParaRPr lang="en-US" altLang="ja-JP" sz="8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34" name="吹き出し: 角を丸めた四角形 1033">
            <a:extLst>
              <a:ext uri="{FF2B5EF4-FFF2-40B4-BE49-F238E27FC236}">
                <a16:creationId xmlns:a16="http://schemas.microsoft.com/office/drawing/2014/main" id="{8310B6C4-6AAC-B435-02DA-9240282529D9}"/>
              </a:ext>
            </a:extLst>
          </p:cNvPr>
          <p:cNvSpPr/>
          <p:nvPr/>
        </p:nvSpPr>
        <p:spPr bwMode="auto">
          <a:xfrm>
            <a:off x="2083935" y="6303813"/>
            <a:ext cx="664938" cy="294044"/>
          </a:xfrm>
          <a:prstGeom prst="wedgeRoundRectCallout">
            <a:avLst>
              <a:gd name="adj1" fmla="val 42071"/>
              <a:gd name="adj2" fmla="val -108535"/>
              <a:gd name="adj3" fmla="val 16667"/>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35" name="テキスト ボックス 1034">
            <a:extLst>
              <a:ext uri="{FF2B5EF4-FFF2-40B4-BE49-F238E27FC236}">
                <a16:creationId xmlns:a16="http://schemas.microsoft.com/office/drawing/2014/main" id="{8CE7241F-1A5B-FFFB-A83E-CCEB1C58C236}"/>
              </a:ext>
            </a:extLst>
          </p:cNvPr>
          <p:cNvSpPr txBox="1"/>
          <p:nvPr/>
        </p:nvSpPr>
        <p:spPr>
          <a:xfrm>
            <a:off x="2056638" y="6287876"/>
            <a:ext cx="866601" cy="338554"/>
          </a:xfrm>
          <a:prstGeom prst="rect">
            <a:avLst/>
          </a:prstGeom>
          <a:noFill/>
        </p:spPr>
        <p:txBody>
          <a:bodyPr wrap="square" rtlCol="0">
            <a:spAutoFit/>
          </a:bodyPr>
          <a:lstStyle/>
          <a:p>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この先で河川が</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氾濫、逃げて</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36" name="コンテンツ プレースホルダー 7">
            <a:extLst>
              <a:ext uri="{FF2B5EF4-FFF2-40B4-BE49-F238E27FC236}">
                <a16:creationId xmlns:a16="http://schemas.microsoft.com/office/drawing/2014/main" id="{4EA2377D-615E-44F6-FBD9-3CC6F6E8DAA7}"/>
              </a:ext>
            </a:extLst>
          </p:cNvPr>
          <p:cNvSpPr txBox="1">
            <a:spLocks/>
          </p:cNvSpPr>
          <p:nvPr/>
        </p:nvSpPr>
        <p:spPr>
          <a:xfrm>
            <a:off x="9471408" y="5410627"/>
            <a:ext cx="889184" cy="28482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900" b="0" dirty="0">
                <a:latin typeface="BIZ UDPゴシック" panose="020B0400000000000000" pitchFamily="50" charset="-128"/>
                <a:ea typeface="BIZ UDPゴシック" panose="020B0400000000000000" pitchFamily="50" charset="-128"/>
              </a:rPr>
              <a:t>地域防災情報</a:t>
            </a:r>
            <a:endParaRPr lang="en-US" altLang="ja-JP" sz="900" b="0" dirty="0">
              <a:latin typeface="BIZ UDPゴシック" panose="020B0400000000000000" pitchFamily="50" charset="-128"/>
              <a:ea typeface="BIZ UDPゴシック" panose="020B0400000000000000" pitchFamily="50" charset="-128"/>
            </a:endParaRPr>
          </a:p>
        </p:txBody>
      </p:sp>
      <p:pic>
        <p:nvPicPr>
          <p:cNvPr id="1037" name="グラフィックス 1036" descr="同期中のクラウド 単色塗りつぶし">
            <a:extLst>
              <a:ext uri="{FF2B5EF4-FFF2-40B4-BE49-F238E27FC236}">
                <a16:creationId xmlns:a16="http://schemas.microsoft.com/office/drawing/2014/main" id="{500F074F-6BA5-BEA9-81EF-869F8753828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21136" y="4964229"/>
            <a:ext cx="536250" cy="536250"/>
          </a:xfrm>
          <a:prstGeom prst="rect">
            <a:avLst/>
          </a:prstGeom>
        </p:spPr>
      </p:pic>
      <p:sp>
        <p:nvSpPr>
          <p:cNvPr id="1038" name="矢印: 右 1037">
            <a:extLst>
              <a:ext uri="{FF2B5EF4-FFF2-40B4-BE49-F238E27FC236}">
                <a16:creationId xmlns:a16="http://schemas.microsoft.com/office/drawing/2014/main" id="{5781782B-1E9B-00BC-A195-3C5EBE5DDF5F}"/>
              </a:ext>
            </a:extLst>
          </p:cNvPr>
          <p:cNvSpPr/>
          <p:nvPr/>
        </p:nvSpPr>
        <p:spPr bwMode="auto">
          <a:xfrm rot="964070" flipH="1">
            <a:off x="8635763" y="4880961"/>
            <a:ext cx="851515"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1039" name="コンテンツ プレースホルダー 7">
            <a:extLst>
              <a:ext uri="{FF2B5EF4-FFF2-40B4-BE49-F238E27FC236}">
                <a16:creationId xmlns:a16="http://schemas.microsoft.com/office/drawing/2014/main" id="{C44130DD-6A80-68E0-C607-57A1EA05DAFE}"/>
              </a:ext>
            </a:extLst>
          </p:cNvPr>
          <p:cNvSpPr txBox="1">
            <a:spLocks/>
          </p:cNvSpPr>
          <p:nvPr/>
        </p:nvSpPr>
        <p:spPr>
          <a:xfrm flipH="1">
            <a:off x="8780776" y="4999668"/>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sp>
        <p:nvSpPr>
          <p:cNvPr id="1040" name="矢印: 右 1039">
            <a:extLst>
              <a:ext uri="{FF2B5EF4-FFF2-40B4-BE49-F238E27FC236}">
                <a16:creationId xmlns:a16="http://schemas.microsoft.com/office/drawing/2014/main" id="{2AAC9168-2187-43F9-2DE4-3F2CA349E980}"/>
              </a:ext>
            </a:extLst>
          </p:cNvPr>
          <p:cNvSpPr/>
          <p:nvPr/>
        </p:nvSpPr>
        <p:spPr bwMode="auto">
          <a:xfrm rot="20467270" flipH="1">
            <a:off x="8630853" y="5447539"/>
            <a:ext cx="851515"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1041" name="コンテンツ プレースホルダー 7">
            <a:extLst>
              <a:ext uri="{FF2B5EF4-FFF2-40B4-BE49-F238E27FC236}">
                <a16:creationId xmlns:a16="http://schemas.microsoft.com/office/drawing/2014/main" id="{35ADA269-8EA2-1E55-FA7E-B80A382612D3}"/>
              </a:ext>
            </a:extLst>
          </p:cNvPr>
          <p:cNvSpPr txBox="1">
            <a:spLocks/>
          </p:cNvSpPr>
          <p:nvPr/>
        </p:nvSpPr>
        <p:spPr>
          <a:xfrm flipH="1">
            <a:off x="8775866" y="5566246"/>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sp>
        <p:nvSpPr>
          <p:cNvPr id="1042" name="テキスト ボックス 1041">
            <a:extLst>
              <a:ext uri="{FF2B5EF4-FFF2-40B4-BE49-F238E27FC236}">
                <a16:creationId xmlns:a16="http://schemas.microsoft.com/office/drawing/2014/main" id="{71D9765E-8B2A-CFAF-E98D-A43088E031B2}"/>
              </a:ext>
            </a:extLst>
          </p:cNvPr>
          <p:cNvSpPr txBox="1"/>
          <p:nvPr/>
        </p:nvSpPr>
        <p:spPr>
          <a:xfrm>
            <a:off x="2667661" y="5536026"/>
            <a:ext cx="844356" cy="338554"/>
          </a:xfrm>
          <a:prstGeom prst="rect">
            <a:avLst/>
          </a:prstGeom>
          <a:noFill/>
        </p:spPr>
        <p:txBody>
          <a:bodyPr wrap="square">
            <a:spAutoFit/>
          </a:bodyPr>
          <a:lstStyle/>
          <a:p>
            <a:pPr algn="ctr"/>
            <a:r>
              <a:rPr lang="ja-JP" altLang="en-US" sz="800" b="1" dirty="0">
                <a:latin typeface="BIZ UDPゴシック" panose="020B0400000000000000" pitchFamily="50" charset="-128"/>
                <a:ea typeface="BIZ UDPゴシック" panose="020B0400000000000000" pitchFamily="50" charset="-128"/>
              </a:rPr>
              <a:t>リアルタイム</a:t>
            </a:r>
            <a:endParaRPr lang="en-US" altLang="ja-JP" sz="800" b="1" dirty="0">
              <a:latin typeface="BIZ UDPゴシック" panose="020B0400000000000000" pitchFamily="50" charset="-128"/>
              <a:ea typeface="BIZ UDPゴシック" panose="020B0400000000000000" pitchFamily="50" charset="-128"/>
            </a:endParaRPr>
          </a:p>
          <a:p>
            <a:pPr algn="ctr"/>
            <a:r>
              <a:rPr lang="ja-JP" altLang="en-US" sz="800" b="1" dirty="0">
                <a:latin typeface="BIZ UDPゴシック" panose="020B0400000000000000" pitchFamily="50" charset="-128"/>
                <a:ea typeface="BIZ UDPゴシック" panose="020B0400000000000000" pitchFamily="50" charset="-128"/>
              </a:rPr>
              <a:t>（反射的行動）</a:t>
            </a:r>
            <a:endParaRPr lang="en-US" altLang="ja-JP" sz="800" b="1" dirty="0">
              <a:latin typeface="BIZ UDPゴシック" panose="020B0400000000000000" pitchFamily="50" charset="-128"/>
              <a:ea typeface="BIZ UDPゴシック" panose="020B0400000000000000" pitchFamily="50" charset="-128"/>
            </a:endParaRPr>
          </a:p>
        </p:txBody>
      </p:sp>
      <p:grpSp>
        <p:nvGrpSpPr>
          <p:cNvPr id="1043" name="グループ化 1042">
            <a:extLst>
              <a:ext uri="{FF2B5EF4-FFF2-40B4-BE49-F238E27FC236}">
                <a16:creationId xmlns:a16="http://schemas.microsoft.com/office/drawing/2014/main" id="{762C6F8D-09B9-B63D-3487-ED9F5708081C}"/>
              </a:ext>
            </a:extLst>
          </p:cNvPr>
          <p:cNvGrpSpPr/>
          <p:nvPr/>
        </p:nvGrpSpPr>
        <p:grpSpPr>
          <a:xfrm>
            <a:off x="2574342" y="5275361"/>
            <a:ext cx="326392" cy="223156"/>
            <a:chOff x="2574342" y="5275361"/>
            <a:chExt cx="326392" cy="223156"/>
          </a:xfrm>
        </p:grpSpPr>
        <p:grpSp>
          <p:nvGrpSpPr>
            <p:cNvPr id="1044" name="グループ化 1043">
              <a:extLst>
                <a:ext uri="{FF2B5EF4-FFF2-40B4-BE49-F238E27FC236}">
                  <a16:creationId xmlns:a16="http://schemas.microsoft.com/office/drawing/2014/main" id="{3C7A7AE9-BC1F-9DCE-2DA7-D8A9D9DFEA09}"/>
                </a:ext>
              </a:extLst>
            </p:cNvPr>
            <p:cNvGrpSpPr/>
            <p:nvPr/>
          </p:nvGrpSpPr>
          <p:grpSpPr>
            <a:xfrm rot="19937645">
              <a:off x="2774822" y="5369464"/>
              <a:ext cx="125912" cy="124424"/>
              <a:chOff x="2259857" y="4675281"/>
              <a:chExt cx="777059" cy="767873"/>
            </a:xfrm>
          </p:grpSpPr>
          <p:sp>
            <p:nvSpPr>
              <p:cNvPr id="1056" name="四角形: 角を丸くする 1055">
                <a:extLst>
                  <a:ext uri="{FF2B5EF4-FFF2-40B4-BE49-F238E27FC236}">
                    <a16:creationId xmlns:a16="http://schemas.microsoft.com/office/drawing/2014/main" id="{C1D7A291-B783-5735-2C49-E7971A79B699}"/>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57" name="四角形: 角を丸くする 1056">
                <a:extLst>
                  <a:ext uri="{FF2B5EF4-FFF2-40B4-BE49-F238E27FC236}">
                    <a16:creationId xmlns:a16="http://schemas.microsoft.com/office/drawing/2014/main" id="{B70FA3A9-BCF3-192E-B0AB-98FBAC7D4F6D}"/>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grpSp>
          <p:nvGrpSpPr>
            <p:cNvPr id="1045" name="グループ化 1044">
              <a:extLst>
                <a:ext uri="{FF2B5EF4-FFF2-40B4-BE49-F238E27FC236}">
                  <a16:creationId xmlns:a16="http://schemas.microsoft.com/office/drawing/2014/main" id="{78966ED9-1CCC-6049-36C1-7DEE13C6A120}"/>
                </a:ext>
              </a:extLst>
            </p:cNvPr>
            <p:cNvGrpSpPr/>
            <p:nvPr/>
          </p:nvGrpSpPr>
          <p:grpSpPr>
            <a:xfrm rot="19937645">
              <a:off x="2603075" y="5374093"/>
              <a:ext cx="125912" cy="124424"/>
              <a:chOff x="2259857" y="4675281"/>
              <a:chExt cx="777059" cy="767873"/>
            </a:xfrm>
          </p:grpSpPr>
          <p:sp>
            <p:nvSpPr>
              <p:cNvPr id="1054" name="四角形: 角を丸くする 1053">
                <a:extLst>
                  <a:ext uri="{FF2B5EF4-FFF2-40B4-BE49-F238E27FC236}">
                    <a16:creationId xmlns:a16="http://schemas.microsoft.com/office/drawing/2014/main" id="{26559D9B-9E63-AE42-6EC6-77C1CB5C177E}"/>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55" name="四角形: 角を丸くする 1054">
                <a:extLst>
                  <a:ext uri="{FF2B5EF4-FFF2-40B4-BE49-F238E27FC236}">
                    <a16:creationId xmlns:a16="http://schemas.microsoft.com/office/drawing/2014/main" id="{7B2E816F-725A-4AE6-B654-A3EE86499BE5}"/>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
          <p:nvSpPr>
            <p:cNvPr id="1046" name="正方形/長方形 1045">
              <a:extLst>
                <a:ext uri="{FF2B5EF4-FFF2-40B4-BE49-F238E27FC236}">
                  <a16:creationId xmlns:a16="http://schemas.microsoft.com/office/drawing/2014/main" id="{E06ECB8F-F679-FD8F-A2A1-9314615A9B16}"/>
                </a:ext>
              </a:extLst>
            </p:cNvPr>
            <p:cNvSpPr/>
            <p:nvPr/>
          </p:nvSpPr>
          <p:spPr bwMode="auto">
            <a:xfrm>
              <a:off x="2619397" y="5319312"/>
              <a:ext cx="227042" cy="82111"/>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47" name="四角形: 角を丸くする 1046">
              <a:extLst>
                <a:ext uri="{FF2B5EF4-FFF2-40B4-BE49-F238E27FC236}">
                  <a16:creationId xmlns:a16="http://schemas.microsoft.com/office/drawing/2014/main" id="{531F7FA0-E098-2907-9C08-BE20C42B7AAD}"/>
                </a:ext>
              </a:extLst>
            </p:cNvPr>
            <p:cNvSpPr/>
            <p:nvPr/>
          </p:nvSpPr>
          <p:spPr bwMode="auto">
            <a:xfrm rot="14600000">
              <a:off x="2784072" y="5398977"/>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48" name="四角形: 角を丸くする 1047">
              <a:extLst>
                <a:ext uri="{FF2B5EF4-FFF2-40B4-BE49-F238E27FC236}">
                  <a16:creationId xmlns:a16="http://schemas.microsoft.com/office/drawing/2014/main" id="{1AF53404-D355-6767-08B0-893042462F09}"/>
                </a:ext>
              </a:extLst>
            </p:cNvPr>
            <p:cNvSpPr/>
            <p:nvPr/>
          </p:nvSpPr>
          <p:spPr bwMode="auto">
            <a:xfrm rot="8391530">
              <a:off x="2732129" y="5470601"/>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49" name="正方形/長方形 1048">
              <a:extLst>
                <a:ext uri="{FF2B5EF4-FFF2-40B4-BE49-F238E27FC236}">
                  <a16:creationId xmlns:a16="http://schemas.microsoft.com/office/drawing/2014/main" id="{74DEBDDA-C027-3C90-D1CD-73CC43F8DD44}"/>
                </a:ext>
              </a:extLst>
            </p:cNvPr>
            <p:cNvSpPr/>
            <p:nvPr/>
          </p:nvSpPr>
          <p:spPr bwMode="auto">
            <a:xfrm>
              <a:off x="2574342" y="5275361"/>
              <a:ext cx="68980" cy="109875"/>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50" name="正方形/長方形 1049">
              <a:extLst>
                <a:ext uri="{FF2B5EF4-FFF2-40B4-BE49-F238E27FC236}">
                  <a16:creationId xmlns:a16="http://schemas.microsoft.com/office/drawing/2014/main" id="{128C66A5-4AD5-46BE-ACD1-76E98BE62C36}"/>
                </a:ext>
              </a:extLst>
            </p:cNvPr>
            <p:cNvSpPr/>
            <p:nvPr/>
          </p:nvSpPr>
          <p:spPr bwMode="auto">
            <a:xfrm>
              <a:off x="2695799" y="5369513"/>
              <a:ext cx="82172" cy="21256"/>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51" name="正方形/長方形 1050">
              <a:extLst>
                <a:ext uri="{FF2B5EF4-FFF2-40B4-BE49-F238E27FC236}">
                  <a16:creationId xmlns:a16="http://schemas.microsoft.com/office/drawing/2014/main" id="{D81EAA82-50EC-D4F9-35E7-1B98ABE1D2CB}"/>
                </a:ext>
              </a:extLst>
            </p:cNvPr>
            <p:cNvSpPr/>
            <p:nvPr/>
          </p:nvSpPr>
          <p:spPr bwMode="auto">
            <a:xfrm>
              <a:off x="2586696" y="5287177"/>
              <a:ext cx="45343" cy="32135"/>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52" name="四角形: 角を丸くする 1051">
              <a:extLst>
                <a:ext uri="{FF2B5EF4-FFF2-40B4-BE49-F238E27FC236}">
                  <a16:creationId xmlns:a16="http://schemas.microsoft.com/office/drawing/2014/main" id="{3A91D266-2209-1773-5A96-329C12727EF4}"/>
                </a:ext>
              </a:extLst>
            </p:cNvPr>
            <p:cNvSpPr/>
            <p:nvPr/>
          </p:nvSpPr>
          <p:spPr bwMode="auto">
            <a:xfrm rot="14600000">
              <a:off x="2631928" y="5398977"/>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53" name="四角形: 角を丸くする 1052">
              <a:extLst>
                <a:ext uri="{FF2B5EF4-FFF2-40B4-BE49-F238E27FC236}">
                  <a16:creationId xmlns:a16="http://schemas.microsoft.com/office/drawing/2014/main" id="{14143391-02B9-6DA0-9C9B-720732E75D33}"/>
                </a:ext>
              </a:extLst>
            </p:cNvPr>
            <p:cNvSpPr/>
            <p:nvPr/>
          </p:nvSpPr>
          <p:spPr bwMode="auto">
            <a:xfrm rot="8391530">
              <a:off x="2579986" y="5470601"/>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grpSp>
        <p:nvGrpSpPr>
          <p:cNvPr id="1058" name="グループ化 1057">
            <a:extLst>
              <a:ext uri="{FF2B5EF4-FFF2-40B4-BE49-F238E27FC236}">
                <a16:creationId xmlns:a16="http://schemas.microsoft.com/office/drawing/2014/main" id="{82A7FD4F-1F5F-D491-56EB-CB9A4D7939A1}"/>
              </a:ext>
            </a:extLst>
          </p:cNvPr>
          <p:cNvGrpSpPr/>
          <p:nvPr/>
        </p:nvGrpSpPr>
        <p:grpSpPr>
          <a:xfrm>
            <a:off x="2688577" y="5923756"/>
            <a:ext cx="326392" cy="223156"/>
            <a:chOff x="2688577" y="5923756"/>
            <a:chExt cx="326392" cy="223156"/>
          </a:xfrm>
        </p:grpSpPr>
        <p:grpSp>
          <p:nvGrpSpPr>
            <p:cNvPr id="1059" name="グループ化 1058">
              <a:extLst>
                <a:ext uri="{FF2B5EF4-FFF2-40B4-BE49-F238E27FC236}">
                  <a16:creationId xmlns:a16="http://schemas.microsoft.com/office/drawing/2014/main" id="{1999146C-E4B9-8BE0-D9A7-DE453E4D1D07}"/>
                </a:ext>
              </a:extLst>
            </p:cNvPr>
            <p:cNvGrpSpPr/>
            <p:nvPr/>
          </p:nvGrpSpPr>
          <p:grpSpPr>
            <a:xfrm rot="19937645">
              <a:off x="2889057" y="6017859"/>
              <a:ext cx="125912" cy="124424"/>
              <a:chOff x="2259857" y="4675281"/>
              <a:chExt cx="777059" cy="767873"/>
            </a:xfrm>
          </p:grpSpPr>
          <p:sp>
            <p:nvSpPr>
              <p:cNvPr id="1071" name="四角形: 角を丸くする 1070">
                <a:extLst>
                  <a:ext uri="{FF2B5EF4-FFF2-40B4-BE49-F238E27FC236}">
                    <a16:creationId xmlns:a16="http://schemas.microsoft.com/office/drawing/2014/main" id="{4BE88EA2-35F6-BD8C-ADD8-15E3DCA61C96}"/>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72" name="四角形: 角を丸くする 1071">
                <a:extLst>
                  <a:ext uri="{FF2B5EF4-FFF2-40B4-BE49-F238E27FC236}">
                    <a16:creationId xmlns:a16="http://schemas.microsoft.com/office/drawing/2014/main" id="{77DAF678-D143-1887-60F8-58469544A9BB}"/>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grpSp>
          <p:nvGrpSpPr>
            <p:cNvPr id="1060" name="グループ化 1059">
              <a:extLst>
                <a:ext uri="{FF2B5EF4-FFF2-40B4-BE49-F238E27FC236}">
                  <a16:creationId xmlns:a16="http://schemas.microsoft.com/office/drawing/2014/main" id="{2C9DA09C-D5DF-F02C-6F96-6836EC9F8AC2}"/>
                </a:ext>
              </a:extLst>
            </p:cNvPr>
            <p:cNvGrpSpPr/>
            <p:nvPr/>
          </p:nvGrpSpPr>
          <p:grpSpPr>
            <a:xfrm rot="19937645">
              <a:off x="2717310" y="6022488"/>
              <a:ext cx="125912" cy="124424"/>
              <a:chOff x="2259857" y="4675281"/>
              <a:chExt cx="777059" cy="767873"/>
            </a:xfrm>
          </p:grpSpPr>
          <p:sp>
            <p:nvSpPr>
              <p:cNvPr id="1069" name="四角形: 角を丸くする 1068">
                <a:extLst>
                  <a:ext uri="{FF2B5EF4-FFF2-40B4-BE49-F238E27FC236}">
                    <a16:creationId xmlns:a16="http://schemas.microsoft.com/office/drawing/2014/main" id="{02520108-E7F9-680F-AE88-4ED5623C8CCC}"/>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70" name="四角形: 角を丸くする 1069">
                <a:extLst>
                  <a:ext uri="{FF2B5EF4-FFF2-40B4-BE49-F238E27FC236}">
                    <a16:creationId xmlns:a16="http://schemas.microsoft.com/office/drawing/2014/main" id="{C3506E5B-BDA2-0670-012E-4D4537E672E0}"/>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
          <p:nvSpPr>
            <p:cNvPr id="1061" name="正方形/長方形 1060">
              <a:extLst>
                <a:ext uri="{FF2B5EF4-FFF2-40B4-BE49-F238E27FC236}">
                  <a16:creationId xmlns:a16="http://schemas.microsoft.com/office/drawing/2014/main" id="{4961E43E-C4D9-CE1B-9629-F01DCD251810}"/>
                </a:ext>
              </a:extLst>
            </p:cNvPr>
            <p:cNvSpPr/>
            <p:nvPr/>
          </p:nvSpPr>
          <p:spPr bwMode="auto">
            <a:xfrm>
              <a:off x="2733632" y="5967707"/>
              <a:ext cx="227042" cy="82111"/>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2" name="四角形: 角を丸くする 1061">
              <a:extLst>
                <a:ext uri="{FF2B5EF4-FFF2-40B4-BE49-F238E27FC236}">
                  <a16:creationId xmlns:a16="http://schemas.microsoft.com/office/drawing/2014/main" id="{E36E3C8F-56B5-95C8-4FDF-7FE9F32BEA5E}"/>
                </a:ext>
              </a:extLst>
            </p:cNvPr>
            <p:cNvSpPr/>
            <p:nvPr/>
          </p:nvSpPr>
          <p:spPr bwMode="auto">
            <a:xfrm rot="14600000">
              <a:off x="2898307" y="6047372"/>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3" name="四角形: 角を丸くする 1062">
              <a:extLst>
                <a:ext uri="{FF2B5EF4-FFF2-40B4-BE49-F238E27FC236}">
                  <a16:creationId xmlns:a16="http://schemas.microsoft.com/office/drawing/2014/main" id="{CC9D2534-3B17-E03D-D760-E60C6206155D}"/>
                </a:ext>
              </a:extLst>
            </p:cNvPr>
            <p:cNvSpPr/>
            <p:nvPr/>
          </p:nvSpPr>
          <p:spPr bwMode="auto">
            <a:xfrm rot="8391530">
              <a:off x="2846364" y="6118996"/>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4" name="正方形/長方形 1063">
              <a:extLst>
                <a:ext uri="{FF2B5EF4-FFF2-40B4-BE49-F238E27FC236}">
                  <a16:creationId xmlns:a16="http://schemas.microsoft.com/office/drawing/2014/main" id="{D87D30EB-7952-5FF4-0158-89D4C962EDB8}"/>
                </a:ext>
              </a:extLst>
            </p:cNvPr>
            <p:cNvSpPr/>
            <p:nvPr/>
          </p:nvSpPr>
          <p:spPr bwMode="auto">
            <a:xfrm>
              <a:off x="2688577" y="5923756"/>
              <a:ext cx="68980" cy="109875"/>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5" name="正方形/長方形 1064">
              <a:extLst>
                <a:ext uri="{FF2B5EF4-FFF2-40B4-BE49-F238E27FC236}">
                  <a16:creationId xmlns:a16="http://schemas.microsoft.com/office/drawing/2014/main" id="{BBACDF0D-65E2-D2CF-A43B-E7794BD0F725}"/>
                </a:ext>
              </a:extLst>
            </p:cNvPr>
            <p:cNvSpPr/>
            <p:nvPr/>
          </p:nvSpPr>
          <p:spPr bwMode="auto">
            <a:xfrm>
              <a:off x="2810034" y="6017908"/>
              <a:ext cx="82172" cy="21256"/>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66" name="正方形/長方形 1065">
              <a:extLst>
                <a:ext uri="{FF2B5EF4-FFF2-40B4-BE49-F238E27FC236}">
                  <a16:creationId xmlns:a16="http://schemas.microsoft.com/office/drawing/2014/main" id="{A3B49A0D-FAA5-839F-EE19-DF17D3EE8B78}"/>
                </a:ext>
              </a:extLst>
            </p:cNvPr>
            <p:cNvSpPr/>
            <p:nvPr/>
          </p:nvSpPr>
          <p:spPr bwMode="auto">
            <a:xfrm>
              <a:off x="2700931" y="5935572"/>
              <a:ext cx="45343" cy="32135"/>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67" name="四角形: 角を丸くする 1066">
              <a:extLst>
                <a:ext uri="{FF2B5EF4-FFF2-40B4-BE49-F238E27FC236}">
                  <a16:creationId xmlns:a16="http://schemas.microsoft.com/office/drawing/2014/main" id="{8EA601BC-FF79-1243-19D4-E82DD361B1AA}"/>
                </a:ext>
              </a:extLst>
            </p:cNvPr>
            <p:cNvSpPr/>
            <p:nvPr/>
          </p:nvSpPr>
          <p:spPr bwMode="auto">
            <a:xfrm rot="14600000">
              <a:off x="2746163" y="6047372"/>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8" name="四角形: 角を丸くする 1067">
              <a:extLst>
                <a:ext uri="{FF2B5EF4-FFF2-40B4-BE49-F238E27FC236}">
                  <a16:creationId xmlns:a16="http://schemas.microsoft.com/office/drawing/2014/main" id="{ECBC3758-EED5-EB8A-707F-855649DCC985}"/>
                </a:ext>
              </a:extLst>
            </p:cNvPr>
            <p:cNvSpPr/>
            <p:nvPr/>
          </p:nvSpPr>
          <p:spPr bwMode="auto">
            <a:xfrm rot="8391530">
              <a:off x="2694221" y="6118996"/>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
        <p:nvSpPr>
          <p:cNvPr id="1073" name="部分円 1072">
            <a:extLst>
              <a:ext uri="{FF2B5EF4-FFF2-40B4-BE49-F238E27FC236}">
                <a16:creationId xmlns:a16="http://schemas.microsoft.com/office/drawing/2014/main" id="{D654F212-AC9C-E47A-58BA-6A0E2563F1B9}"/>
              </a:ext>
            </a:extLst>
          </p:cNvPr>
          <p:cNvSpPr/>
          <p:nvPr/>
        </p:nvSpPr>
        <p:spPr bwMode="auto">
          <a:xfrm rot="19135846">
            <a:off x="2157380" y="5176309"/>
            <a:ext cx="661669" cy="556710"/>
          </a:xfrm>
          <a:prstGeom prst="pie">
            <a:avLst>
              <a:gd name="adj1" fmla="val 11079339"/>
              <a:gd name="adj2" fmla="val 16200000"/>
            </a:avLst>
          </a:prstGeom>
          <a:solidFill>
            <a:schemeClr val="tx2">
              <a:lumMod val="20000"/>
              <a:lumOff val="80000"/>
            </a:schemeClr>
          </a:solidFill>
          <a:ln w="9525">
            <a:solidFill>
              <a:srgbClr val="B2B2B2"/>
            </a:solidFill>
            <a:miter lim="800000"/>
            <a:headEnd/>
            <a:tailEnd/>
          </a:ln>
          <a:effectLst/>
        </p:spPr>
        <p:txBody>
          <a:bodyPr wrap="none" rtlCol="0" anchor="ctr"/>
          <a:lstStyle/>
          <a:p>
            <a:pPr algn="l"/>
            <a:endParaRPr lang="ja-JP" altLang="en-US" dirty="0"/>
          </a:p>
        </p:txBody>
      </p:sp>
      <p:sp>
        <p:nvSpPr>
          <p:cNvPr id="1074" name="テキスト ボックス 1073">
            <a:extLst>
              <a:ext uri="{FF2B5EF4-FFF2-40B4-BE49-F238E27FC236}">
                <a16:creationId xmlns:a16="http://schemas.microsoft.com/office/drawing/2014/main" id="{A4F0839D-AF54-EF45-F3C3-0F676D7D2CA5}"/>
              </a:ext>
            </a:extLst>
          </p:cNvPr>
          <p:cNvSpPr txBox="1"/>
          <p:nvPr/>
        </p:nvSpPr>
        <p:spPr>
          <a:xfrm>
            <a:off x="2095439" y="5336275"/>
            <a:ext cx="441146"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音・光</a:t>
            </a:r>
          </a:p>
        </p:txBody>
      </p:sp>
      <p:sp>
        <p:nvSpPr>
          <p:cNvPr id="1075" name="テキスト ボックス 1074">
            <a:extLst>
              <a:ext uri="{FF2B5EF4-FFF2-40B4-BE49-F238E27FC236}">
                <a16:creationId xmlns:a16="http://schemas.microsoft.com/office/drawing/2014/main" id="{11A6868D-F7B5-FF16-9426-B43C095CB3AC}"/>
              </a:ext>
            </a:extLst>
          </p:cNvPr>
          <p:cNvSpPr txBox="1"/>
          <p:nvPr/>
        </p:nvSpPr>
        <p:spPr>
          <a:xfrm>
            <a:off x="2315137" y="3231775"/>
            <a:ext cx="1216202" cy="261610"/>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エッジ端末</a:t>
            </a:r>
            <a:r>
              <a:rPr lang="en-US" altLang="ja-JP" sz="1100" b="1" dirty="0">
                <a:latin typeface="BIZ UDPゴシック" panose="020B0400000000000000" pitchFamily="50" charset="-128"/>
                <a:ea typeface="BIZ UDPゴシック" panose="020B0400000000000000" pitchFamily="50" charset="-128"/>
              </a:rPr>
              <a:t>AI</a:t>
            </a:r>
            <a:endParaRPr lang="ja-JP" altLang="en-US" sz="1100" b="1" dirty="0">
              <a:latin typeface="BIZ UDPゴシック" panose="020B0400000000000000" pitchFamily="50" charset="-128"/>
              <a:ea typeface="BIZ UDPゴシック" panose="020B0400000000000000" pitchFamily="50" charset="-128"/>
            </a:endParaRPr>
          </a:p>
        </p:txBody>
      </p:sp>
      <p:sp>
        <p:nvSpPr>
          <p:cNvPr id="1076" name="テキスト ボックス 1075">
            <a:extLst>
              <a:ext uri="{FF2B5EF4-FFF2-40B4-BE49-F238E27FC236}">
                <a16:creationId xmlns:a16="http://schemas.microsoft.com/office/drawing/2014/main" id="{12926051-F1BF-7D27-E951-D7AFABFD8CC4}"/>
              </a:ext>
            </a:extLst>
          </p:cNvPr>
          <p:cNvSpPr txBox="1"/>
          <p:nvPr/>
        </p:nvSpPr>
        <p:spPr>
          <a:xfrm>
            <a:off x="5179636" y="3091618"/>
            <a:ext cx="1216202" cy="261610"/>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エッジ端末</a:t>
            </a:r>
            <a:r>
              <a:rPr lang="en-US" altLang="ja-JP" sz="1100" b="1" dirty="0">
                <a:latin typeface="BIZ UDPゴシック" panose="020B0400000000000000" pitchFamily="50" charset="-128"/>
                <a:ea typeface="BIZ UDPゴシック" panose="020B0400000000000000" pitchFamily="50" charset="-128"/>
              </a:rPr>
              <a:t>AI</a:t>
            </a:r>
            <a:endParaRPr lang="ja-JP" altLang="en-US" sz="1100" b="1" dirty="0">
              <a:latin typeface="BIZ UDPゴシック" panose="020B0400000000000000" pitchFamily="50" charset="-128"/>
              <a:ea typeface="BIZ UDPゴシック" panose="020B0400000000000000" pitchFamily="50" charset="-128"/>
            </a:endParaRPr>
          </a:p>
        </p:txBody>
      </p:sp>
      <p:sp>
        <p:nvSpPr>
          <p:cNvPr id="1077" name="部分円 1076">
            <a:extLst>
              <a:ext uri="{FF2B5EF4-FFF2-40B4-BE49-F238E27FC236}">
                <a16:creationId xmlns:a16="http://schemas.microsoft.com/office/drawing/2014/main" id="{927839FA-B72A-E721-EC8A-97CB707EFFC4}"/>
              </a:ext>
            </a:extLst>
          </p:cNvPr>
          <p:cNvSpPr/>
          <p:nvPr/>
        </p:nvSpPr>
        <p:spPr bwMode="auto">
          <a:xfrm rot="1262271">
            <a:off x="1711435" y="5583097"/>
            <a:ext cx="661669" cy="556710"/>
          </a:xfrm>
          <a:prstGeom prst="pie">
            <a:avLst>
              <a:gd name="adj1" fmla="val 11079339"/>
              <a:gd name="adj2" fmla="val 16200000"/>
            </a:avLst>
          </a:prstGeom>
          <a:solidFill>
            <a:schemeClr val="tx2">
              <a:lumMod val="20000"/>
              <a:lumOff val="80000"/>
            </a:schemeClr>
          </a:solidFill>
          <a:ln w="9525">
            <a:solidFill>
              <a:srgbClr val="B2B2B2"/>
            </a:solidFill>
            <a:miter lim="800000"/>
            <a:headEnd/>
            <a:tailEnd/>
          </a:ln>
          <a:effectLst/>
        </p:spPr>
        <p:txBody>
          <a:bodyPr wrap="none" rtlCol="0" anchor="ctr"/>
          <a:lstStyle/>
          <a:p>
            <a:pPr algn="l"/>
            <a:endParaRPr lang="ja-JP" altLang="en-US" dirty="0"/>
          </a:p>
        </p:txBody>
      </p:sp>
      <p:sp>
        <p:nvSpPr>
          <p:cNvPr id="1078" name="テキスト ボックス 1077">
            <a:extLst>
              <a:ext uri="{FF2B5EF4-FFF2-40B4-BE49-F238E27FC236}">
                <a16:creationId xmlns:a16="http://schemas.microsoft.com/office/drawing/2014/main" id="{9D0F8C78-B8B8-093B-6B5A-8E03886E32FC}"/>
              </a:ext>
            </a:extLst>
          </p:cNvPr>
          <p:cNvSpPr txBox="1"/>
          <p:nvPr/>
        </p:nvSpPr>
        <p:spPr>
          <a:xfrm>
            <a:off x="1725925" y="5577882"/>
            <a:ext cx="441146"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音・光</a:t>
            </a:r>
          </a:p>
        </p:txBody>
      </p:sp>
      <p:grpSp>
        <p:nvGrpSpPr>
          <p:cNvPr id="1079" name="グループ化 1078">
            <a:extLst>
              <a:ext uri="{FF2B5EF4-FFF2-40B4-BE49-F238E27FC236}">
                <a16:creationId xmlns:a16="http://schemas.microsoft.com/office/drawing/2014/main" id="{F90B6B8E-6524-0570-2A6B-FD459C764434}"/>
              </a:ext>
            </a:extLst>
          </p:cNvPr>
          <p:cNvGrpSpPr/>
          <p:nvPr/>
        </p:nvGrpSpPr>
        <p:grpSpPr>
          <a:xfrm>
            <a:off x="1888650" y="5756012"/>
            <a:ext cx="326392" cy="223156"/>
            <a:chOff x="1888650" y="5756012"/>
            <a:chExt cx="326392" cy="223156"/>
          </a:xfrm>
        </p:grpSpPr>
        <p:grpSp>
          <p:nvGrpSpPr>
            <p:cNvPr id="1080" name="グループ化 1079">
              <a:extLst>
                <a:ext uri="{FF2B5EF4-FFF2-40B4-BE49-F238E27FC236}">
                  <a16:creationId xmlns:a16="http://schemas.microsoft.com/office/drawing/2014/main" id="{DF805A88-38B9-EBE1-905A-F2435CE8A7A7}"/>
                </a:ext>
              </a:extLst>
            </p:cNvPr>
            <p:cNvGrpSpPr/>
            <p:nvPr/>
          </p:nvGrpSpPr>
          <p:grpSpPr>
            <a:xfrm rot="19937645">
              <a:off x="2089130" y="5850115"/>
              <a:ext cx="125912" cy="124424"/>
              <a:chOff x="2259857" y="4675281"/>
              <a:chExt cx="777059" cy="767873"/>
            </a:xfrm>
          </p:grpSpPr>
          <p:sp>
            <p:nvSpPr>
              <p:cNvPr id="1092" name="四角形: 角を丸くする 1091">
                <a:extLst>
                  <a:ext uri="{FF2B5EF4-FFF2-40B4-BE49-F238E27FC236}">
                    <a16:creationId xmlns:a16="http://schemas.microsoft.com/office/drawing/2014/main" id="{D2295603-4854-684A-ADCF-BD59E892A6A1}"/>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93" name="四角形: 角を丸くする 1092">
                <a:extLst>
                  <a:ext uri="{FF2B5EF4-FFF2-40B4-BE49-F238E27FC236}">
                    <a16:creationId xmlns:a16="http://schemas.microsoft.com/office/drawing/2014/main" id="{79D6B060-9A16-D033-6DD8-3D21D44F2A79}"/>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grpSp>
          <p:nvGrpSpPr>
            <p:cNvPr id="1081" name="グループ化 1080">
              <a:extLst>
                <a:ext uri="{FF2B5EF4-FFF2-40B4-BE49-F238E27FC236}">
                  <a16:creationId xmlns:a16="http://schemas.microsoft.com/office/drawing/2014/main" id="{70D09A44-C5DE-0956-C95E-D4B04AFD3024}"/>
                </a:ext>
              </a:extLst>
            </p:cNvPr>
            <p:cNvGrpSpPr/>
            <p:nvPr/>
          </p:nvGrpSpPr>
          <p:grpSpPr>
            <a:xfrm rot="19937645">
              <a:off x="1917383" y="5854744"/>
              <a:ext cx="125912" cy="124424"/>
              <a:chOff x="2259857" y="4675281"/>
              <a:chExt cx="777059" cy="767873"/>
            </a:xfrm>
          </p:grpSpPr>
          <p:sp>
            <p:nvSpPr>
              <p:cNvPr id="1090" name="四角形: 角を丸くする 1089">
                <a:extLst>
                  <a:ext uri="{FF2B5EF4-FFF2-40B4-BE49-F238E27FC236}">
                    <a16:creationId xmlns:a16="http://schemas.microsoft.com/office/drawing/2014/main" id="{D2E7EC71-0EF1-5ACB-5536-3278B5D4932F}"/>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91" name="四角形: 角を丸くする 1090">
                <a:extLst>
                  <a:ext uri="{FF2B5EF4-FFF2-40B4-BE49-F238E27FC236}">
                    <a16:creationId xmlns:a16="http://schemas.microsoft.com/office/drawing/2014/main" id="{97C5D496-35C4-9A13-3FDD-3E93465C6445}"/>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
          <p:nvSpPr>
            <p:cNvPr id="1082" name="正方形/長方形 1081">
              <a:extLst>
                <a:ext uri="{FF2B5EF4-FFF2-40B4-BE49-F238E27FC236}">
                  <a16:creationId xmlns:a16="http://schemas.microsoft.com/office/drawing/2014/main" id="{CDFA542C-768E-428B-CB3D-C202357180CA}"/>
                </a:ext>
              </a:extLst>
            </p:cNvPr>
            <p:cNvSpPr/>
            <p:nvPr/>
          </p:nvSpPr>
          <p:spPr bwMode="auto">
            <a:xfrm>
              <a:off x="1933705" y="5799963"/>
              <a:ext cx="227042" cy="82111"/>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3" name="四角形: 角を丸くする 1082">
              <a:extLst>
                <a:ext uri="{FF2B5EF4-FFF2-40B4-BE49-F238E27FC236}">
                  <a16:creationId xmlns:a16="http://schemas.microsoft.com/office/drawing/2014/main" id="{235313A2-6A59-5DF1-766D-3662BA7ECE8F}"/>
                </a:ext>
              </a:extLst>
            </p:cNvPr>
            <p:cNvSpPr/>
            <p:nvPr/>
          </p:nvSpPr>
          <p:spPr bwMode="auto">
            <a:xfrm rot="14600000">
              <a:off x="2098380" y="5879628"/>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4" name="四角形: 角を丸くする 1083">
              <a:extLst>
                <a:ext uri="{FF2B5EF4-FFF2-40B4-BE49-F238E27FC236}">
                  <a16:creationId xmlns:a16="http://schemas.microsoft.com/office/drawing/2014/main" id="{68676F28-4082-C7EF-C857-61DC7044F54A}"/>
                </a:ext>
              </a:extLst>
            </p:cNvPr>
            <p:cNvSpPr/>
            <p:nvPr/>
          </p:nvSpPr>
          <p:spPr bwMode="auto">
            <a:xfrm rot="8391530">
              <a:off x="2046437" y="5951252"/>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5" name="正方形/長方形 1084">
              <a:extLst>
                <a:ext uri="{FF2B5EF4-FFF2-40B4-BE49-F238E27FC236}">
                  <a16:creationId xmlns:a16="http://schemas.microsoft.com/office/drawing/2014/main" id="{5020AABF-91B3-873C-AA42-0A8E786D69DA}"/>
                </a:ext>
              </a:extLst>
            </p:cNvPr>
            <p:cNvSpPr/>
            <p:nvPr/>
          </p:nvSpPr>
          <p:spPr bwMode="auto">
            <a:xfrm>
              <a:off x="1888650" y="5756012"/>
              <a:ext cx="68980" cy="109875"/>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6" name="正方形/長方形 1085">
              <a:extLst>
                <a:ext uri="{FF2B5EF4-FFF2-40B4-BE49-F238E27FC236}">
                  <a16:creationId xmlns:a16="http://schemas.microsoft.com/office/drawing/2014/main" id="{E1E927CC-A404-53D2-4495-4DCA364967AD}"/>
                </a:ext>
              </a:extLst>
            </p:cNvPr>
            <p:cNvSpPr/>
            <p:nvPr/>
          </p:nvSpPr>
          <p:spPr bwMode="auto">
            <a:xfrm>
              <a:off x="2010107" y="5850164"/>
              <a:ext cx="82172" cy="21256"/>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87" name="正方形/長方形 1086">
              <a:extLst>
                <a:ext uri="{FF2B5EF4-FFF2-40B4-BE49-F238E27FC236}">
                  <a16:creationId xmlns:a16="http://schemas.microsoft.com/office/drawing/2014/main" id="{4C05BA47-0ABF-4392-FC85-DDB7923B4CEA}"/>
                </a:ext>
              </a:extLst>
            </p:cNvPr>
            <p:cNvSpPr/>
            <p:nvPr/>
          </p:nvSpPr>
          <p:spPr bwMode="auto">
            <a:xfrm>
              <a:off x="1901004" y="5767828"/>
              <a:ext cx="45343" cy="32135"/>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88" name="四角形: 角を丸くする 1087">
              <a:extLst>
                <a:ext uri="{FF2B5EF4-FFF2-40B4-BE49-F238E27FC236}">
                  <a16:creationId xmlns:a16="http://schemas.microsoft.com/office/drawing/2014/main" id="{96DCA141-7EFE-922E-734E-2FE75E8C6698}"/>
                </a:ext>
              </a:extLst>
            </p:cNvPr>
            <p:cNvSpPr/>
            <p:nvPr/>
          </p:nvSpPr>
          <p:spPr bwMode="auto">
            <a:xfrm rot="14600000">
              <a:off x="1946236" y="5879628"/>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9" name="四角形: 角を丸くする 1088">
              <a:extLst>
                <a:ext uri="{FF2B5EF4-FFF2-40B4-BE49-F238E27FC236}">
                  <a16:creationId xmlns:a16="http://schemas.microsoft.com/office/drawing/2014/main" id="{38BDAB1C-B4AA-6762-720E-4623DC379F12}"/>
                </a:ext>
              </a:extLst>
            </p:cNvPr>
            <p:cNvSpPr/>
            <p:nvPr/>
          </p:nvSpPr>
          <p:spPr bwMode="auto">
            <a:xfrm rot="8391530">
              <a:off x="1894294" y="5951252"/>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Tree>
    <p:extLst>
      <p:ext uri="{BB962C8B-B14F-4D97-AF65-F5344CB8AC3E}">
        <p14:creationId xmlns:p14="http://schemas.microsoft.com/office/powerpoint/2010/main" val="28179695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9460D-8A63-0BC1-261E-7E681682A50D}"/>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DAC9466-002E-70ED-BDDE-431B946DE0A7}"/>
              </a:ext>
            </a:extLst>
          </p:cNvPr>
          <p:cNvSpPr>
            <a:spLocks noGrp="1"/>
          </p:cNvSpPr>
          <p:nvPr>
            <p:ph type="title"/>
          </p:nvPr>
        </p:nvSpPr>
        <p:spPr/>
        <p:txBody>
          <a:bodyPr>
            <a:normAutofit/>
          </a:bodyPr>
          <a:lstStyle/>
          <a:p>
            <a:pPr algn="l"/>
            <a:r>
              <a:rPr lang="ja-JP" altLang="en-US" dirty="0">
                <a:solidFill>
                  <a:srgbClr val="00209B"/>
                </a:solidFill>
                <a:latin typeface="+mn-ea"/>
                <a:ea typeface="+mn-ea"/>
              </a:rPr>
              <a:t>エッジソリューション</a:t>
            </a:r>
          </a:p>
        </p:txBody>
      </p:sp>
      <p:sp>
        <p:nvSpPr>
          <p:cNvPr id="2" name="吹き出し: 角を丸めた四角形 1">
            <a:extLst>
              <a:ext uri="{FF2B5EF4-FFF2-40B4-BE49-F238E27FC236}">
                <a16:creationId xmlns:a16="http://schemas.microsoft.com/office/drawing/2014/main" id="{32188677-EDC7-C148-79CF-44DC0739BE6D}"/>
              </a:ext>
            </a:extLst>
          </p:cNvPr>
          <p:cNvSpPr/>
          <p:nvPr/>
        </p:nvSpPr>
        <p:spPr>
          <a:xfrm>
            <a:off x="2513679" y="2021107"/>
            <a:ext cx="2399369" cy="891530"/>
          </a:xfrm>
          <a:prstGeom prst="wedgeRoundRectCallout">
            <a:avLst>
              <a:gd name="adj1" fmla="val -65165"/>
              <a:gd name="adj2" fmla="val -4869"/>
              <a:gd name="adj3" fmla="val 16667"/>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35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3" name="四角形: 角を丸くする 2">
            <a:extLst>
              <a:ext uri="{FF2B5EF4-FFF2-40B4-BE49-F238E27FC236}">
                <a16:creationId xmlns:a16="http://schemas.microsoft.com/office/drawing/2014/main" id="{BC38D4D6-0297-339B-D582-FB12E86D8623}"/>
              </a:ext>
            </a:extLst>
          </p:cNvPr>
          <p:cNvSpPr/>
          <p:nvPr/>
        </p:nvSpPr>
        <p:spPr>
          <a:xfrm>
            <a:off x="1360819" y="6152161"/>
            <a:ext cx="2211493" cy="238865"/>
          </a:xfrm>
          <a:prstGeom prst="roundRect">
            <a:avLst/>
          </a:prstGeom>
          <a:solidFill>
            <a:srgbClr val="FFC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pic>
        <p:nvPicPr>
          <p:cNvPr id="4" name="グラフィックス 3" descr="同期中のクラウド 単色塗りつぶし">
            <a:extLst>
              <a:ext uri="{FF2B5EF4-FFF2-40B4-BE49-F238E27FC236}">
                <a16:creationId xmlns:a16="http://schemas.microsoft.com/office/drawing/2014/main" id="{0843E238-2EBD-0392-09D2-996AFD4588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28895" y="4118624"/>
            <a:ext cx="1028868" cy="1028868"/>
          </a:xfrm>
          <a:prstGeom prst="rect">
            <a:avLst/>
          </a:prstGeom>
        </p:spPr>
      </p:pic>
      <p:sp>
        <p:nvSpPr>
          <p:cNvPr id="5" name="四角形: 角を丸くする 4">
            <a:extLst>
              <a:ext uri="{FF2B5EF4-FFF2-40B4-BE49-F238E27FC236}">
                <a16:creationId xmlns:a16="http://schemas.microsoft.com/office/drawing/2014/main" id="{3F8D751A-2304-455A-664F-5F1822B1DB3A}"/>
              </a:ext>
            </a:extLst>
          </p:cNvPr>
          <p:cNvSpPr/>
          <p:nvPr/>
        </p:nvSpPr>
        <p:spPr>
          <a:xfrm>
            <a:off x="1138955" y="1429894"/>
            <a:ext cx="8433434" cy="1532723"/>
          </a:xfrm>
          <a:prstGeom prst="roundRect">
            <a:avLst>
              <a:gd name="adj" fmla="val 8911"/>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ｖ</a:t>
            </a:r>
          </a:p>
        </p:txBody>
      </p:sp>
      <p:grpSp>
        <p:nvGrpSpPr>
          <p:cNvPr id="7" name="グループ化 6">
            <a:extLst>
              <a:ext uri="{FF2B5EF4-FFF2-40B4-BE49-F238E27FC236}">
                <a16:creationId xmlns:a16="http://schemas.microsoft.com/office/drawing/2014/main" id="{8332A4A3-D644-0D98-B5C2-BE0622041708}"/>
              </a:ext>
            </a:extLst>
          </p:cNvPr>
          <p:cNvGrpSpPr/>
          <p:nvPr/>
        </p:nvGrpSpPr>
        <p:grpSpPr>
          <a:xfrm>
            <a:off x="7234387" y="2478800"/>
            <a:ext cx="767727" cy="218349"/>
            <a:chOff x="6715125" y="2654271"/>
            <a:chExt cx="3895724" cy="1107980"/>
          </a:xfrm>
        </p:grpSpPr>
        <p:sp>
          <p:nvSpPr>
            <p:cNvPr id="8" name="四角形: 角を丸くする 7">
              <a:extLst>
                <a:ext uri="{FF2B5EF4-FFF2-40B4-BE49-F238E27FC236}">
                  <a16:creationId xmlns:a16="http://schemas.microsoft.com/office/drawing/2014/main" id="{FBD511A3-E7AA-4B17-4836-5A6D65538D05}"/>
                </a:ext>
              </a:extLst>
            </p:cNvPr>
            <p:cNvSpPr/>
            <p:nvPr/>
          </p:nvSpPr>
          <p:spPr>
            <a:xfrm>
              <a:off x="6715125" y="2654271"/>
              <a:ext cx="3895724" cy="1107980"/>
            </a:xfrm>
            <a:prstGeom prst="roundRect">
              <a:avLst/>
            </a:prstGeom>
            <a:noFill/>
            <a:ln w="127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nvGrpSpPr>
            <p:cNvPr id="9" name="グループ化 8">
              <a:extLst>
                <a:ext uri="{FF2B5EF4-FFF2-40B4-BE49-F238E27FC236}">
                  <a16:creationId xmlns:a16="http://schemas.microsoft.com/office/drawing/2014/main" id="{B249D840-7774-DCF8-69D5-B70B244F1158}"/>
                </a:ext>
              </a:extLst>
            </p:cNvPr>
            <p:cNvGrpSpPr/>
            <p:nvPr/>
          </p:nvGrpSpPr>
          <p:grpSpPr>
            <a:xfrm>
              <a:off x="7627545" y="2971465"/>
              <a:ext cx="2692172" cy="638295"/>
              <a:chOff x="6991350" y="2832256"/>
              <a:chExt cx="3279319" cy="777504"/>
            </a:xfrm>
          </p:grpSpPr>
          <p:sp>
            <p:nvSpPr>
              <p:cNvPr id="1124" name="正方形/長方形 1123">
                <a:extLst>
                  <a:ext uri="{FF2B5EF4-FFF2-40B4-BE49-F238E27FC236}">
                    <a16:creationId xmlns:a16="http://schemas.microsoft.com/office/drawing/2014/main" id="{632CE17D-C3CA-0E2B-2B21-755C786DA3A2}"/>
                  </a:ext>
                </a:extLst>
              </p:cNvPr>
              <p:cNvSpPr/>
              <p:nvPr/>
            </p:nvSpPr>
            <p:spPr>
              <a:xfrm>
                <a:off x="6991350"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5" name="正方形/長方形 1124">
                <a:extLst>
                  <a:ext uri="{FF2B5EF4-FFF2-40B4-BE49-F238E27FC236}">
                    <a16:creationId xmlns:a16="http://schemas.microsoft.com/office/drawing/2014/main" id="{E807BE4F-BD1F-11E1-2E3A-38E584CC7F5F}"/>
                  </a:ext>
                </a:extLst>
              </p:cNvPr>
              <p:cNvSpPr/>
              <p:nvPr/>
            </p:nvSpPr>
            <p:spPr>
              <a:xfrm>
                <a:off x="7588159"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6" name="正方形/長方形 1125">
                <a:extLst>
                  <a:ext uri="{FF2B5EF4-FFF2-40B4-BE49-F238E27FC236}">
                    <a16:creationId xmlns:a16="http://schemas.microsoft.com/office/drawing/2014/main" id="{BFB60660-D261-6ED5-F54E-C895EE94CA66}"/>
                  </a:ext>
                </a:extLst>
              </p:cNvPr>
              <p:cNvSpPr/>
              <p:nvPr/>
            </p:nvSpPr>
            <p:spPr>
              <a:xfrm>
                <a:off x="8184968"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7" name="正方形/長方形 1126">
                <a:extLst>
                  <a:ext uri="{FF2B5EF4-FFF2-40B4-BE49-F238E27FC236}">
                    <a16:creationId xmlns:a16="http://schemas.microsoft.com/office/drawing/2014/main" id="{B04A3E07-FE33-D9AA-399C-C8F46A78D3E9}"/>
                  </a:ext>
                </a:extLst>
              </p:cNvPr>
              <p:cNvSpPr/>
              <p:nvPr/>
            </p:nvSpPr>
            <p:spPr>
              <a:xfrm>
                <a:off x="8781777"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8" name="正方形/長方形 1127">
                <a:extLst>
                  <a:ext uri="{FF2B5EF4-FFF2-40B4-BE49-F238E27FC236}">
                    <a16:creationId xmlns:a16="http://schemas.microsoft.com/office/drawing/2014/main" id="{F6E04BCD-270A-0A3F-BE5D-C5D72AE69A7A}"/>
                  </a:ext>
                </a:extLst>
              </p:cNvPr>
              <p:cNvSpPr/>
              <p:nvPr/>
            </p:nvSpPr>
            <p:spPr>
              <a:xfrm>
                <a:off x="9378586"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9" name="正方形/長方形 1128">
                <a:extLst>
                  <a:ext uri="{FF2B5EF4-FFF2-40B4-BE49-F238E27FC236}">
                    <a16:creationId xmlns:a16="http://schemas.microsoft.com/office/drawing/2014/main" id="{9549CF54-E8EC-A0DA-44E2-5668A38C5DA0}"/>
                  </a:ext>
                </a:extLst>
              </p:cNvPr>
              <p:cNvSpPr/>
              <p:nvPr/>
            </p:nvSpPr>
            <p:spPr>
              <a:xfrm>
                <a:off x="9975394"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0" name="正方形/長方形 1129">
                <a:extLst>
                  <a:ext uri="{FF2B5EF4-FFF2-40B4-BE49-F238E27FC236}">
                    <a16:creationId xmlns:a16="http://schemas.microsoft.com/office/drawing/2014/main" id="{57929A77-5952-C9C3-9AB6-C792C9C64489}"/>
                  </a:ext>
                </a:extLst>
              </p:cNvPr>
              <p:cNvSpPr/>
              <p:nvPr/>
            </p:nvSpPr>
            <p:spPr>
              <a:xfrm>
                <a:off x="6991350"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1" name="正方形/長方形 1130">
                <a:extLst>
                  <a:ext uri="{FF2B5EF4-FFF2-40B4-BE49-F238E27FC236}">
                    <a16:creationId xmlns:a16="http://schemas.microsoft.com/office/drawing/2014/main" id="{55EDE3A0-2816-59E9-0C14-CFDF5272E8A8}"/>
                  </a:ext>
                </a:extLst>
              </p:cNvPr>
              <p:cNvSpPr/>
              <p:nvPr/>
            </p:nvSpPr>
            <p:spPr>
              <a:xfrm>
                <a:off x="7588159"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2" name="正方形/長方形 1131">
                <a:extLst>
                  <a:ext uri="{FF2B5EF4-FFF2-40B4-BE49-F238E27FC236}">
                    <a16:creationId xmlns:a16="http://schemas.microsoft.com/office/drawing/2014/main" id="{95B5D0D0-FBD6-9DEB-2257-3693042F95B1}"/>
                  </a:ext>
                </a:extLst>
              </p:cNvPr>
              <p:cNvSpPr/>
              <p:nvPr/>
            </p:nvSpPr>
            <p:spPr>
              <a:xfrm>
                <a:off x="8184968"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3" name="正方形/長方形 1132">
                <a:extLst>
                  <a:ext uri="{FF2B5EF4-FFF2-40B4-BE49-F238E27FC236}">
                    <a16:creationId xmlns:a16="http://schemas.microsoft.com/office/drawing/2014/main" id="{A0B6FF60-5FC5-B0CB-A6C1-C2D5A6695DA2}"/>
                  </a:ext>
                </a:extLst>
              </p:cNvPr>
              <p:cNvSpPr/>
              <p:nvPr/>
            </p:nvSpPr>
            <p:spPr>
              <a:xfrm>
                <a:off x="8781777"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4" name="正方形/長方形 1133">
                <a:extLst>
                  <a:ext uri="{FF2B5EF4-FFF2-40B4-BE49-F238E27FC236}">
                    <a16:creationId xmlns:a16="http://schemas.microsoft.com/office/drawing/2014/main" id="{4D890CF0-C527-176A-4B05-0118669072BE}"/>
                  </a:ext>
                </a:extLst>
              </p:cNvPr>
              <p:cNvSpPr/>
              <p:nvPr/>
            </p:nvSpPr>
            <p:spPr>
              <a:xfrm>
                <a:off x="9378586"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5" name="正方形/長方形 1134">
                <a:extLst>
                  <a:ext uri="{FF2B5EF4-FFF2-40B4-BE49-F238E27FC236}">
                    <a16:creationId xmlns:a16="http://schemas.microsoft.com/office/drawing/2014/main" id="{F517004B-E682-622B-EE8D-23096E163077}"/>
                  </a:ext>
                </a:extLst>
              </p:cNvPr>
              <p:cNvSpPr/>
              <p:nvPr/>
            </p:nvSpPr>
            <p:spPr>
              <a:xfrm>
                <a:off x="9975394"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 name="グループ化 9">
              <a:extLst>
                <a:ext uri="{FF2B5EF4-FFF2-40B4-BE49-F238E27FC236}">
                  <a16:creationId xmlns:a16="http://schemas.microsoft.com/office/drawing/2014/main" id="{388E4B8F-5CC2-5B1E-6AB7-7D47D7A1692E}"/>
                </a:ext>
              </a:extLst>
            </p:cNvPr>
            <p:cNvGrpSpPr/>
            <p:nvPr/>
          </p:nvGrpSpPr>
          <p:grpSpPr>
            <a:xfrm flipV="1">
              <a:off x="7599707" y="2837615"/>
              <a:ext cx="278705" cy="59659"/>
              <a:chOff x="6483888" y="3986231"/>
              <a:chExt cx="1968076" cy="421282"/>
            </a:xfrm>
          </p:grpSpPr>
          <p:sp>
            <p:nvSpPr>
              <p:cNvPr id="1120" name="楕円 1119">
                <a:extLst>
                  <a:ext uri="{FF2B5EF4-FFF2-40B4-BE49-F238E27FC236}">
                    <a16:creationId xmlns:a16="http://schemas.microsoft.com/office/drawing/2014/main" id="{80B79939-B70C-93B3-A747-76FD61F4994C}"/>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1" name="楕円 1120">
                <a:extLst>
                  <a:ext uri="{FF2B5EF4-FFF2-40B4-BE49-F238E27FC236}">
                    <a16:creationId xmlns:a16="http://schemas.microsoft.com/office/drawing/2014/main" id="{7C28720E-9A11-85CF-7C33-D727AC5E914A}"/>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2" name="楕円 1121">
                <a:extLst>
                  <a:ext uri="{FF2B5EF4-FFF2-40B4-BE49-F238E27FC236}">
                    <a16:creationId xmlns:a16="http://schemas.microsoft.com/office/drawing/2014/main" id="{53D9A36E-3ADD-184E-9C02-1094C43DEF96}"/>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3" name="楕円 1122">
                <a:extLst>
                  <a:ext uri="{FF2B5EF4-FFF2-40B4-BE49-F238E27FC236}">
                    <a16:creationId xmlns:a16="http://schemas.microsoft.com/office/drawing/2014/main" id="{6B178B2F-C74A-76BE-AA8F-BD4264B2E134}"/>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sp>
          <p:nvSpPr>
            <p:cNvPr id="1026" name="正方形/長方形 1025">
              <a:extLst>
                <a:ext uri="{FF2B5EF4-FFF2-40B4-BE49-F238E27FC236}">
                  <a16:creationId xmlns:a16="http://schemas.microsoft.com/office/drawing/2014/main" id="{B1F890BE-733B-7298-159D-9B25D3A0D6E6}"/>
                </a:ext>
              </a:extLst>
            </p:cNvPr>
            <p:cNvSpPr/>
            <p:nvPr/>
          </p:nvSpPr>
          <p:spPr>
            <a:xfrm>
              <a:off x="6915353" y="3405024"/>
              <a:ext cx="554410" cy="176102"/>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nvGrpSpPr>
            <p:cNvPr id="1095" name="グループ化 1094">
              <a:extLst>
                <a:ext uri="{FF2B5EF4-FFF2-40B4-BE49-F238E27FC236}">
                  <a16:creationId xmlns:a16="http://schemas.microsoft.com/office/drawing/2014/main" id="{29753E5E-CD05-9160-6308-AF719474E096}"/>
                </a:ext>
              </a:extLst>
            </p:cNvPr>
            <p:cNvGrpSpPr/>
            <p:nvPr/>
          </p:nvGrpSpPr>
          <p:grpSpPr>
            <a:xfrm flipV="1">
              <a:off x="8084679" y="2837615"/>
              <a:ext cx="278705" cy="59659"/>
              <a:chOff x="6483888" y="3986231"/>
              <a:chExt cx="1968076" cy="421282"/>
            </a:xfrm>
          </p:grpSpPr>
          <p:sp>
            <p:nvSpPr>
              <p:cNvPr id="1116" name="楕円 1115">
                <a:extLst>
                  <a:ext uri="{FF2B5EF4-FFF2-40B4-BE49-F238E27FC236}">
                    <a16:creationId xmlns:a16="http://schemas.microsoft.com/office/drawing/2014/main" id="{0596A22F-5D31-6072-5DB4-60226B4022F7}"/>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7" name="楕円 1116">
                <a:extLst>
                  <a:ext uri="{FF2B5EF4-FFF2-40B4-BE49-F238E27FC236}">
                    <a16:creationId xmlns:a16="http://schemas.microsoft.com/office/drawing/2014/main" id="{063D7259-9CB0-4A82-5F14-39AA5869101C}"/>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8" name="楕円 1117">
                <a:extLst>
                  <a:ext uri="{FF2B5EF4-FFF2-40B4-BE49-F238E27FC236}">
                    <a16:creationId xmlns:a16="http://schemas.microsoft.com/office/drawing/2014/main" id="{5F2DA9C7-19CD-E47D-DD21-12B7993C56D2}"/>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9" name="楕円 1118">
                <a:extLst>
                  <a:ext uri="{FF2B5EF4-FFF2-40B4-BE49-F238E27FC236}">
                    <a16:creationId xmlns:a16="http://schemas.microsoft.com/office/drawing/2014/main" id="{ED520315-4768-B606-0939-62FA79D998E4}"/>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96" name="グループ化 1095">
              <a:extLst>
                <a:ext uri="{FF2B5EF4-FFF2-40B4-BE49-F238E27FC236}">
                  <a16:creationId xmlns:a16="http://schemas.microsoft.com/office/drawing/2014/main" id="{71EC6314-8FD3-F93C-815A-0A9C50490D37}"/>
                </a:ext>
              </a:extLst>
            </p:cNvPr>
            <p:cNvGrpSpPr/>
            <p:nvPr/>
          </p:nvGrpSpPr>
          <p:grpSpPr>
            <a:xfrm flipV="1">
              <a:off x="8569651" y="2837615"/>
              <a:ext cx="278705" cy="59659"/>
              <a:chOff x="6483888" y="3986231"/>
              <a:chExt cx="1968076" cy="421282"/>
            </a:xfrm>
          </p:grpSpPr>
          <p:sp>
            <p:nvSpPr>
              <p:cNvPr id="1112" name="楕円 1111">
                <a:extLst>
                  <a:ext uri="{FF2B5EF4-FFF2-40B4-BE49-F238E27FC236}">
                    <a16:creationId xmlns:a16="http://schemas.microsoft.com/office/drawing/2014/main" id="{9D3B1D2F-5BB5-4210-E4F9-A8C90AAD284A}"/>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3" name="楕円 1112">
                <a:extLst>
                  <a:ext uri="{FF2B5EF4-FFF2-40B4-BE49-F238E27FC236}">
                    <a16:creationId xmlns:a16="http://schemas.microsoft.com/office/drawing/2014/main" id="{2E85C2A0-F181-5F5C-4F50-B621C31A9759}"/>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4" name="楕円 1113">
                <a:extLst>
                  <a:ext uri="{FF2B5EF4-FFF2-40B4-BE49-F238E27FC236}">
                    <a16:creationId xmlns:a16="http://schemas.microsoft.com/office/drawing/2014/main" id="{5515532D-6A19-2B7C-D7BF-0EE09769FCEE}"/>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5" name="楕円 1114">
                <a:extLst>
                  <a:ext uri="{FF2B5EF4-FFF2-40B4-BE49-F238E27FC236}">
                    <a16:creationId xmlns:a16="http://schemas.microsoft.com/office/drawing/2014/main" id="{D38F0CF7-974E-3B06-208D-FEE3076512DE}"/>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97" name="グループ化 1096">
              <a:extLst>
                <a:ext uri="{FF2B5EF4-FFF2-40B4-BE49-F238E27FC236}">
                  <a16:creationId xmlns:a16="http://schemas.microsoft.com/office/drawing/2014/main" id="{67C53ACA-A0EF-43AC-B48E-1C0CB1A63174}"/>
                </a:ext>
              </a:extLst>
            </p:cNvPr>
            <p:cNvGrpSpPr/>
            <p:nvPr/>
          </p:nvGrpSpPr>
          <p:grpSpPr>
            <a:xfrm flipV="1">
              <a:off x="9054623" y="2837615"/>
              <a:ext cx="278705" cy="59659"/>
              <a:chOff x="6483888" y="3986231"/>
              <a:chExt cx="1968076" cy="421282"/>
            </a:xfrm>
          </p:grpSpPr>
          <p:sp>
            <p:nvSpPr>
              <p:cNvPr id="1108" name="楕円 1107">
                <a:extLst>
                  <a:ext uri="{FF2B5EF4-FFF2-40B4-BE49-F238E27FC236}">
                    <a16:creationId xmlns:a16="http://schemas.microsoft.com/office/drawing/2014/main" id="{D1F69DB6-D978-B905-2ABB-10318D78457F}"/>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9" name="楕円 1108">
                <a:extLst>
                  <a:ext uri="{FF2B5EF4-FFF2-40B4-BE49-F238E27FC236}">
                    <a16:creationId xmlns:a16="http://schemas.microsoft.com/office/drawing/2014/main" id="{4F7BCB65-3B2E-9F0D-1CF1-786C16D8289B}"/>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0" name="楕円 1109">
                <a:extLst>
                  <a:ext uri="{FF2B5EF4-FFF2-40B4-BE49-F238E27FC236}">
                    <a16:creationId xmlns:a16="http://schemas.microsoft.com/office/drawing/2014/main" id="{BE0DABB9-7417-35C8-BC92-DAC15C5A3804}"/>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1" name="楕円 1110">
                <a:extLst>
                  <a:ext uri="{FF2B5EF4-FFF2-40B4-BE49-F238E27FC236}">
                    <a16:creationId xmlns:a16="http://schemas.microsoft.com/office/drawing/2014/main" id="{43F8A137-7DC9-E262-1E49-22E964C9B601}"/>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98" name="グループ化 1097">
              <a:extLst>
                <a:ext uri="{FF2B5EF4-FFF2-40B4-BE49-F238E27FC236}">
                  <a16:creationId xmlns:a16="http://schemas.microsoft.com/office/drawing/2014/main" id="{048D1FD9-6A0B-6DF6-BD74-16E2C57511DF}"/>
                </a:ext>
              </a:extLst>
            </p:cNvPr>
            <p:cNvGrpSpPr/>
            <p:nvPr/>
          </p:nvGrpSpPr>
          <p:grpSpPr>
            <a:xfrm flipV="1">
              <a:off x="9539595" y="2837615"/>
              <a:ext cx="278705" cy="59659"/>
              <a:chOff x="6483888" y="3986231"/>
              <a:chExt cx="1968076" cy="421282"/>
            </a:xfrm>
          </p:grpSpPr>
          <p:sp>
            <p:nvSpPr>
              <p:cNvPr id="1104" name="楕円 1103">
                <a:extLst>
                  <a:ext uri="{FF2B5EF4-FFF2-40B4-BE49-F238E27FC236}">
                    <a16:creationId xmlns:a16="http://schemas.microsoft.com/office/drawing/2014/main" id="{CBF2242F-AB83-5C65-31A0-AEB4E9019C3C}"/>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5" name="楕円 1104">
                <a:extLst>
                  <a:ext uri="{FF2B5EF4-FFF2-40B4-BE49-F238E27FC236}">
                    <a16:creationId xmlns:a16="http://schemas.microsoft.com/office/drawing/2014/main" id="{62D1453D-3D97-4016-B18B-E3B14D48A68C}"/>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6" name="楕円 1105">
                <a:extLst>
                  <a:ext uri="{FF2B5EF4-FFF2-40B4-BE49-F238E27FC236}">
                    <a16:creationId xmlns:a16="http://schemas.microsoft.com/office/drawing/2014/main" id="{7E188940-ECFD-F651-65A8-C8559EA6A572}"/>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7" name="楕円 1106">
                <a:extLst>
                  <a:ext uri="{FF2B5EF4-FFF2-40B4-BE49-F238E27FC236}">
                    <a16:creationId xmlns:a16="http://schemas.microsoft.com/office/drawing/2014/main" id="{6832F1A7-0ED8-6CCC-347D-22A926DADC59}"/>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99" name="グループ化 1098">
              <a:extLst>
                <a:ext uri="{FF2B5EF4-FFF2-40B4-BE49-F238E27FC236}">
                  <a16:creationId xmlns:a16="http://schemas.microsoft.com/office/drawing/2014/main" id="{2FAAFEF2-4841-7E58-EFA7-0FB9EC614C7C}"/>
                </a:ext>
              </a:extLst>
            </p:cNvPr>
            <p:cNvGrpSpPr/>
            <p:nvPr/>
          </p:nvGrpSpPr>
          <p:grpSpPr>
            <a:xfrm flipV="1">
              <a:off x="10024565" y="2837615"/>
              <a:ext cx="278705" cy="59659"/>
              <a:chOff x="6483888" y="3986231"/>
              <a:chExt cx="1968076" cy="421282"/>
            </a:xfrm>
          </p:grpSpPr>
          <p:sp>
            <p:nvSpPr>
              <p:cNvPr id="1100" name="楕円 1099">
                <a:extLst>
                  <a:ext uri="{FF2B5EF4-FFF2-40B4-BE49-F238E27FC236}">
                    <a16:creationId xmlns:a16="http://schemas.microsoft.com/office/drawing/2014/main" id="{99823363-F4FD-DF38-C0E4-662E529A2D03}"/>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1" name="楕円 1100">
                <a:extLst>
                  <a:ext uri="{FF2B5EF4-FFF2-40B4-BE49-F238E27FC236}">
                    <a16:creationId xmlns:a16="http://schemas.microsoft.com/office/drawing/2014/main" id="{B8B2286D-3752-B880-D92D-1676F3B0BE3E}"/>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2" name="楕円 1101">
                <a:extLst>
                  <a:ext uri="{FF2B5EF4-FFF2-40B4-BE49-F238E27FC236}">
                    <a16:creationId xmlns:a16="http://schemas.microsoft.com/office/drawing/2014/main" id="{CF1E82D6-1DDE-2A09-0528-76E685AB7EFD}"/>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3" name="楕円 1102">
                <a:extLst>
                  <a:ext uri="{FF2B5EF4-FFF2-40B4-BE49-F238E27FC236}">
                    <a16:creationId xmlns:a16="http://schemas.microsoft.com/office/drawing/2014/main" id="{F9FCF011-1D9C-BE1F-411D-C50064B88851}"/>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pic>
        <p:nvPicPr>
          <p:cNvPr id="1136" name="図 1135">
            <a:extLst>
              <a:ext uri="{FF2B5EF4-FFF2-40B4-BE49-F238E27FC236}">
                <a16:creationId xmlns:a16="http://schemas.microsoft.com/office/drawing/2014/main" id="{D81B5AE6-5B41-DC60-2D52-665680BAB13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64320" y="3838354"/>
            <a:ext cx="1310165" cy="398257"/>
          </a:xfrm>
          <a:prstGeom prst="rect">
            <a:avLst/>
          </a:prstGeom>
        </p:spPr>
      </p:pic>
      <p:sp>
        <p:nvSpPr>
          <p:cNvPr id="1137" name="テキスト ボックス 1136">
            <a:extLst>
              <a:ext uri="{FF2B5EF4-FFF2-40B4-BE49-F238E27FC236}">
                <a16:creationId xmlns:a16="http://schemas.microsoft.com/office/drawing/2014/main" id="{9F292E18-935A-F0F8-0371-35467C04365C}"/>
              </a:ext>
            </a:extLst>
          </p:cNvPr>
          <p:cNvSpPr txBox="1"/>
          <p:nvPr/>
        </p:nvSpPr>
        <p:spPr>
          <a:xfrm>
            <a:off x="4241254" y="3911613"/>
            <a:ext cx="423514" cy="230832"/>
          </a:xfrm>
          <a:prstGeom prst="rect">
            <a:avLst/>
          </a:prstGeom>
          <a:noFill/>
        </p:spPr>
        <p:txBody>
          <a:bodyPr wrap="none" rtlCol="0">
            <a:spAutoFit/>
          </a:bodyPr>
          <a:lstStyle/>
          <a:p>
            <a:r>
              <a:rPr kumimoji="1" lang="en-US" altLang="ja-JP" sz="900" dirty="0" err="1">
                <a:solidFill>
                  <a:prstClr val="black"/>
                </a:solidFill>
                <a:latin typeface="Meiryo UI" panose="020B0604030504040204" pitchFamily="50" charset="-128"/>
                <a:ea typeface="Meiryo UI" panose="020B0604030504040204" pitchFamily="50" charset="-128"/>
                <a:cs typeface="Meiryo UI" panose="020B0604030504040204" pitchFamily="50" charset="-128"/>
              </a:rPr>
              <a:t>WiFi</a:t>
            </a:r>
            <a:endParaRPr kumimoji="1"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138" name="グラフィックス 1137" descr="熊 単色塗りつぶし">
            <a:extLst>
              <a:ext uri="{FF2B5EF4-FFF2-40B4-BE49-F238E27FC236}">
                <a16:creationId xmlns:a16="http://schemas.microsoft.com/office/drawing/2014/main" id="{211830F9-E5EA-908A-4E93-DB50CC9836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9443" y="5696328"/>
            <a:ext cx="722732" cy="722732"/>
          </a:xfrm>
          <a:prstGeom prst="rect">
            <a:avLst/>
          </a:prstGeom>
        </p:spPr>
      </p:pic>
      <p:grpSp>
        <p:nvGrpSpPr>
          <p:cNvPr id="1139" name="グループ化 1138">
            <a:extLst>
              <a:ext uri="{FF2B5EF4-FFF2-40B4-BE49-F238E27FC236}">
                <a16:creationId xmlns:a16="http://schemas.microsoft.com/office/drawing/2014/main" id="{10E5091D-F8A6-6D45-3DDE-12CA52B1C14A}"/>
              </a:ext>
            </a:extLst>
          </p:cNvPr>
          <p:cNvGrpSpPr/>
          <p:nvPr/>
        </p:nvGrpSpPr>
        <p:grpSpPr>
          <a:xfrm>
            <a:off x="1437813" y="4778077"/>
            <a:ext cx="753042" cy="514859"/>
            <a:chOff x="2216696" y="3284984"/>
            <a:chExt cx="2014307" cy="1377191"/>
          </a:xfrm>
        </p:grpSpPr>
        <p:grpSp>
          <p:nvGrpSpPr>
            <p:cNvPr id="1140" name="グループ化 1139">
              <a:extLst>
                <a:ext uri="{FF2B5EF4-FFF2-40B4-BE49-F238E27FC236}">
                  <a16:creationId xmlns:a16="http://schemas.microsoft.com/office/drawing/2014/main" id="{A95E8AE8-9D98-EDF3-956A-75FCEBC19B74}"/>
                </a:ext>
              </a:extLst>
            </p:cNvPr>
            <p:cNvGrpSpPr/>
            <p:nvPr/>
          </p:nvGrpSpPr>
          <p:grpSpPr>
            <a:xfrm rot="19937645">
              <a:off x="3453944" y="3865732"/>
              <a:ext cx="777059" cy="767873"/>
              <a:chOff x="2259857" y="4675281"/>
              <a:chExt cx="777059" cy="767873"/>
            </a:xfrm>
          </p:grpSpPr>
          <p:sp>
            <p:nvSpPr>
              <p:cNvPr id="1152" name="四角形: 角を丸くする 1151">
                <a:extLst>
                  <a:ext uri="{FF2B5EF4-FFF2-40B4-BE49-F238E27FC236}">
                    <a16:creationId xmlns:a16="http://schemas.microsoft.com/office/drawing/2014/main" id="{EDE752C0-FA26-0549-6E63-7869C5619CBD}"/>
                  </a:ext>
                </a:extLst>
              </p:cNvPr>
              <p:cNvSpPr/>
              <p:nvPr/>
            </p:nvSpPr>
            <p:spPr bwMode="auto">
              <a:xfrm rot="14600000">
                <a:off x="2580415" y="4845681"/>
                <a:ext cx="576000" cy="235199"/>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53" name="四角形: 角を丸くする 1152">
                <a:extLst>
                  <a:ext uri="{FF2B5EF4-FFF2-40B4-BE49-F238E27FC236}">
                    <a16:creationId xmlns:a16="http://schemas.microsoft.com/office/drawing/2014/main" id="{BFC43211-584B-3A48-CB1E-65A34C92A453}"/>
                  </a:ext>
                </a:extLst>
              </p:cNvPr>
              <p:cNvSpPr/>
              <p:nvPr/>
            </p:nvSpPr>
            <p:spPr bwMode="auto">
              <a:xfrm rot="8391530">
                <a:off x="2259857" y="5287703"/>
                <a:ext cx="777059" cy="155451"/>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grpSp>
          <p:nvGrpSpPr>
            <p:cNvPr id="1141" name="グループ化 1140">
              <a:extLst>
                <a:ext uri="{FF2B5EF4-FFF2-40B4-BE49-F238E27FC236}">
                  <a16:creationId xmlns:a16="http://schemas.microsoft.com/office/drawing/2014/main" id="{547D16BD-CFA6-94D6-BCE2-0B7BAF742C18}"/>
                </a:ext>
              </a:extLst>
            </p:cNvPr>
            <p:cNvGrpSpPr/>
            <p:nvPr/>
          </p:nvGrpSpPr>
          <p:grpSpPr>
            <a:xfrm rot="19937645">
              <a:off x="2394019" y="3894302"/>
              <a:ext cx="777059" cy="767873"/>
              <a:chOff x="2259857" y="4675281"/>
              <a:chExt cx="777059" cy="767873"/>
            </a:xfrm>
          </p:grpSpPr>
          <p:sp>
            <p:nvSpPr>
              <p:cNvPr id="1150" name="四角形: 角を丸くする 1149">
                <a:extLst>
                  <a:ext uri="{FF2B5EF4-FFF2-40B4-BE49-F238E27FC236}">
                    <a16:creationId xmlns:a16="http://schemas.microsoft.com/office/drawing/2014/main" id="{C8F5B950-C4F1-840B-C2B9-026E70F98D9D}"/>
                  </a:ext>
                </a:extLst>
              </p:cNvPr>
              <p:cNvSpPr/>
              <p:nvPr/>
            </p:nvSpPr>
            <p:spPr bwMode="auto">
              <a:xfrm rot="14600000">
                <a:off x="2580415" y="4845681"/>
                <a:ext cx="576000" cy="235199"/>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51" name="四角形: 角を丸くする 1150">
                <a:extLst>
                  <a:ext uri="{FF2B5EF4-FFF2-40B4-BE49-F238E27FC236}">
                    <a16:creationId xmlns:a16="http://schemas.microsoft.com/office/drawing/2014/main" id="{D864B066-84E1-D2A4-F831-FBF9842F0B3D}"/>
                  </a:ext>
                </a:extLst>
              </p:cNvPr>
              <p:cNvSpPr/>
              <p:nvPr/>
            </p:nvSpPr>
            <p:spPr bwMode="auto">
              <a:xfrm rot="8391530">
                <a:off x="2259857" y="5287703"/>
                <a:ext cx="777059" cy="155451"/>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sp>
          <p:nvSpPr>
            <p:cNvPr id="1142" name="正方形/長方形 1141">
              <a:extLst>
                <a:ext uri="{FF2B5EF4-FFF2-40B4-BE49-F238E27FC236}">
                  <a16:creationId xmlns:a16="http://schemas.microsoft.com/office/drawing/2014/main" id="{686DBEFF-C9DD-59DE-C2B1-1B7A843FB965}"/>
                </a:ext>
              </a:extLst>
            </p:cNvPr>
            <p:cNvSpPr/>
            <p:nvPr/>
          </p:nvSpPr>
          <p:spPr bwMode="auto">
            <a:xfrm>
              <a:off x="2494748" y="3556227"/>
              <a:ext cx="1401178" cy="506740"/>
            </a:xfrm>
            <a:prstGeom prst="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3" name="四角形: 角を丸くする 1142">
              <a:extLst>
                <a:ext uri="{FF2B5EF4-FFF2-40B4-BE49-F238E27FC236}">
                  <a16:creationId xmlns:a16="http://schemas.microsoft.com/office/drawing/2014/main" id="{BBB4EE41-8A74-9440-D5DE-519A784995B6}"/>
                </a:ext>
              </a:extLst>
            </p:cNvPr>
            <p:cNvSpPr/>
            <p:nvPr/>
          </p:nvSpPr>
          <p:spPr bwMode="auto">
            <a:xfrm rot="14600000">
              <a:off x="3511029" y="4047872"/>
              <a:ext cx="576000" cy="235199"/>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4" name="四角形: 角を丸くする 1143">
              <a:extLst>
                <a:ext uri="{FF2B5EF4-FFF2-40B4-BE49-F238E27FC236}">
                  <a16:creationId xmlns:a16="http://schemas.microsoft.com/office/drawing/2014/main" id="{6208A29B-1B53-1D43-3DAD-7625B36439F8}"/>
                </a:ext>
              </a:extLst>
            </p:cNvPr>
            <p:cNvSpPr/>
            <p:nvPr/>
          </p:nvSpPr>
          <p:spPr bwMode="auto">
            <a:xfrm rot="8391530">
              <a:off x="3190471" y="4489894"/>
              <a:ext cx="777059" cy="155451"/>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5" name="正方形/長方形 1144">
              <a:extLst>
                <a:ext uri="{FF2B5EF4-FFF2-40B4-BE49-F238E27FC236}">
                  <a16:creationId xmlns:a16="http://schemas.microsoft.com/office/drawing/2014/main" id="{E50C8DF0-0A08-A07B-85DE-A14FAD457981}"/>
                </a:ext>
              </a:extLst>
            </p:cNvPr>
            <p:cNvSpPr/>
            <p:nvPr/>
          </p:nvSpPr>
          <p:spPr bwMode="auto">
            <a:xfrm>
              <a:off x="2216696" y="3284984"/>
              <a:ext cx="425707" cy="678084"/>
            </a:xfrm>
            <a:prstGeom prst="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6" name="正方形/長方形 1145">
              <a:extLst>
                <a:ext uri="{FF2B5EF4-FFF2-40B4-BE49-F238E27FC236}">
                  <a16:creationId xmlns:a16="http://schemas.microsoft.com/office/drawing/2014/main" id="{1CD78886-F70E-E095-EBA2-0A306E9A1AB3}"/>
                </a:ext>
              </a:extLst>
            </p:cNvPr>
            <p:cNvSpPr/>
            <p:nvPr/>
          </p:nvSpPr>
          <p:spPr bwMode="auto">
            <a:xfrm>
              <a:off x="2966260" y="3866039"/>
              <a:ext cx="507120" cy="131177"/>
            </a:xfrm>
            <a:prstGeom prst="rect">
              <a:avLst/>
            </a:prstGeom>
            <a:solidFill>
              <a:sysClr val="window" lastClr="FFFFFF"/>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7" name="正方形/長方形 1146">
              <a:extLst>
                <a:ext uri="{FF2B5EF4-FFF2-40B4-BE49-F238E27FC236}">
                  <a16:creationId xmlns:a16="http://schemas.microsoft.com/office/drawing/2014/main" id="{F826725D-261B-0B0C-A8C5-6D7C5774DEA2}"/>
                </a:ext>
              </a:extLst>
            </p:cNvPr>
            <p:cNvSpPr/>
            <p:nvPr/>
          </p:nvSpPr>
          <p:spPr bwMode="auto">
            <a:xfrm>
              <a:off x="2292935" y="3357906"/>
              <a:ext cx="279834" cy="198321"/>
            </a:xfrm>
            <a:prstGeom prst="rect">
              <a:avLst/>
            </a:prstGeom>
            <a:solidFill>
              <a:sysClr val="window" lastClr="FFFFFF"/>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8" name="四角形: 角を丸くする 1147">
              <a:extLst>
                <a:ext uri="{FF2B5EF4-FFF2-40B4-BE49-F238E27FC236}">
                  <a16:creationId xmlns:a16="http://schemas.microsoft.com/office/drawing/2014/main" id="{7692EAD2-1FE2-69CF-31D2-56D68DCA71BA}"/>
                </a:ext>
              </a:extLst>
            </p:cNvPr>
            <p:cNvSpPr/>
            <p:nvPr/>
          </p:nvSpPr>
          <p:spPr bwMode="auto">
            <a:xfrm rot="14600000">
              <a:off x="2572085" y="4047872"/>
              <a:ext cx="576000" cy="235199"/>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9" name="四角形: 角を丸くする 1148">
              <a:extLst>
                <a:ext uri="{FF2B5EF4-FFF2-40B4-BE49-F238E27FC236}">
                  <a16:creationId xmlns:a16="http://schemas.microsoft.com/office/drawing/2014/main" id="{AC4BD12B-3859-03C5-2648-981888B6FA03}"/>
                </a:ext>
              </a:extLst>
            </p:cNvPr>
            <p:cNvSpPr/>
            <p:nvPr/>
          </p:nvSpPr>
          <p:spPr bwMode="auto">
            <a:xfrm rot="8391530">
              <a:off x="2251527" y="4489894"/>
              <a:ext cx="777059" cy="155451"/>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pic>
        <p:nvPicPr>
          <p:cNvPr id="1154" name="グラフィックス 1153" descr="杖を持った男性 単色塗りつぶし">
            <a:extLst>
              <a:ext uri="{FF2B5EF4-FFF2-40B4-BE49-F238E27FC236}">
                <a16:creationId xmlns:a16="http://schemas.microsoft.com/office/drawing/2014/main" id="{F362D973-6555-3396-E1A0-B27FFE053C1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32553" y="5815287"/>
            <a:ext cx="531738" cy="531738"/>
          </a:xfrm>
          <a:prstGeom prst="rect">
            <a:avLst/>
          </a:prstGeom>
        </p:spPr>
      </p:pic>
      <p:pic>
        <p:nvPicPr>
          <p:cNvPr id="1155" name="グラフィックス 1154" descr="サーバー 単色塗りつぶし">
            <a:extLst>
              <a:ext uri="{FF2B5EF4-FFF2-40B4-BE49-F238E27FC236}">
                <a16:creationId xmlns:a16="http://schemas.microsoft.com/office/drawing/2014/main" id="{90A743EC-FD76-3A18-8AE2-A71D28BE2F6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157339" y="1790701"/>
            <a:ext cx="990239" cy="990239"/>
          </a:xfrm>
          <a:prstGeom prst="rect">
            <a:avLst/>
          </a:prstGeom>
        </p:spPr>
      </p:pic>
      <p:pic>
        <p:nvPicPr>
          <p:cNvPr id="1156" name="図 1155">
            <a:extLst>
              <a:ext uri="{FF2B5EF4-FFF2-40B4-BE49-F238E27FC236}">
                <a16:creationId xmlns:a16="http://schemas.microsoft.com/office/drawing/2014/main" id="{75F914B9-B709-0AE0-8F89-24C39087CA70}"/>
              </a:ext>
            </a:extLst>
          </p:cNvPr>
          <p:cNvPicPr>
            <a:picLocks noChangeAspect="1"/>
          </p:cNvPicPr>
          <p:nvPr/>
        </p:nvPicPr>
        <p:blipFill>
          <a:blip r:embed="rId8"/>
          <a:stretch>
            <a:fillRect/>
          </a:stretch>
        </p:blipFill>
        <p:spPr>
          <a:xfrm>
            <a:off x="7358291" y="5024503"/>
            <a:ext cx="1159392" cy="925480"/>
          </a:xfrm>
          <a:prstGeom prst="rect">
            <a:avLst/>
          </a:prstGeom>
        </p:spPr>
      </p:pic>
      <p:sp>
        <p:nvSpPr>
          <p:cNvPr id="1157" name="テキスト ボックス 1156">
            <a:extLst>
              <a:ext uri="{FF2B5EF4-FFF2-40B4-BE49-F238E27FC236}">
                <a16:creationId xmlns:a16="http://schemas.microsoft.com/office/drawing/2014/main" id="{1D1A9FA4-B907-71FA-0025-0582DBA30AF3}"/>
              </a:ext>
            </a:extLst>
          </p:cNvPr>
          <p:cNvSpPr txBox="1"/>
          <p:nvPr/>
        </p:nvSpPr>
        <p:spPr>
          <a:xfrm>
            <a:off x="8060834" y="3930775"/>
            <a:ext cx="559769" cy="230832"/>
          </a:xfrm>
          <a:prstGeom prst="rect">
            <a:avLst/>
          </a:prstGeom>
          <a:noFill/>
        </p:spPr>
        <p:txBody>
          <a:bodyPr wrap="none" rtlCol="0">
            <a:spAutoFit/>
          </a:bodyPr>
          <a:lstStyle/>
          <a:p>
            <a:r>
              <a:rPr kumimoji="1" lang="en-US" altLang="ja-JP" sz="900" b="1" dirty="0">
                <a:solidFill>
                  <a:prstClr val="black"/>
                </a:solidFill>
                <a:latin typeface="Meiryo UI" panose="020B0604030504040204" pitchFamily="50" charset="-128"/>
                <a:ea typeface="Meiryo UI" panose="020B0604030504040204" pitchFamily="50" charset="-128"/>
              </a:rPr>
              <a:t>MEC</a:t>
            </a:r>
            <a:r>
              <a:rPr kumimoji="1" lang="ja-JP" altLang="en-US" sz="900" b="1" dirty="0">
                <a:solidFill>
                  <a:prstClr val="black"/>
                </a:solidFill>
                <a:latin typeface="Meiryo UI" panose="020B0604030504040204" pitchFamily="50" charset="-128"/>
                <a:ea typeface="Meiryo UI" panose="020B0604030504040204" pitchFamily="50" charset="-128"/>
              </a:rPr>
              <a:t>上</a:t>
            </a:r>
          </a:p>
        </p:txBody>
      </p:sp>
      <p:sp>
        <p:nvSpPr>
          <p:cNvPr id="1158" name="テキスト ボックス 1157">
            <a:extLst>
              <a:ext uri="{FF2B5EF4-FFF2-40B4-BE49-F238E27FC236}">
                <a16:creationId xmlns:a16="http://schemas.microsoft.com/office/drawing/2014/main" id="{A4424BFD-18A8-F27D-6AD6-07E7FB36D7D0}"/>
              </a:ext>
            </a:extLst>
          </p:cNvPr>
          <p:cNvSpPr txBox="1"/>
          <p:nvPr/>
        </p:nvSpPr>
        <p:spPr>
          <a:xfrm>
            <a:off x="1278390" y="1437849"/>
            <a:ext cx="2141933" cy="276999"/>
          </a:xfrm>
          <a:prstGeom prst="rect">
            <a:avLst/>
          </a:prstGeom>
          <a:noFill/>
        </p:spPr>
        <p:txBody>
          <a:bodyPr wrap="none" rtlCol="0">
            <a:spAutoFit/>
          </a:bodyPr>
          <a:lstStyle/>
          <a:p>
            <a:r>
              <a:rPr kumimoji="1" lang="ja-JP" altLang="en-US" sz="1200" b="1" dirty="0">
                <a:solidFill>
                  <a:srgbClr val="1F497D"/>
                </a:solidFill>
                <a:latin typeface="Meiryo UI" panose="020B0604030504040204" pitchFamily="50" charset="-128"/>
                <a:ea typeface="Meiryo UI" panose="020B0604030504040204" pitchFamily="50" charset="-128"/>
              </a:rPr>
              <a:t>エッジ</a:t>
            </a:r>
            <a:r>
              <a:rPr kumimoji="1" lang="en-US" altLang="ja-JP" sz="1200" b="1" dirty="0">
                <a:solidFill>
                  <a:srgbClr val="1F497D"/>
                </a:solidFill>
                <a:latin typeface="Meiryo UI" panose="020B0604030504040204" pitchFamily="50" charset="-128"/>
                <a:ea typeface="Meiryo UI" panose="020B0604030504040204" pitchFamily="50" charset="-128"/>
              </a:rPr>
              <a:t>AI</a:t>
            </a:r>
            <a:r>
              <a:rPr kumimoji="1" lang="ja-JP" altLang="en-US" sz="1200" b="1" dirty="0">
                <a:solidFill>
                  <a:srgbClr val="1F497D"/>
                </a:solidFill>
                <a:latin typeface="Meiryo UI" panose="020B0604030504040204" pitchFamily="50" charset="-128"/>
                <a:ea typeface="Meiryo UI" panose="020B0604030504040204" pitchFamily="50" charset="-128"/>
              </a:rPr>
              <a:t>開発</a:t>
            </a:r>
            <a:r>
              <a:rPr kumimoji="1" lang="en-US" altLang="ja-JP" sz="1200" b="1" dirty="0">
                <a:solidFill>
                  <a:srgbClr val="1F497D"/>
                </a:solidFill>
                <a:latin typeface="Meiryo UI" panose="020B0604030504040204" pitchFamily="50" charset="-128"/>
                <a:ea typeface="Meiryo UI" panose="020B0604030504040204" pitchFamily="50" charset="-128"/>
              </a:rPr>
              <a:t>(</a:t>
            </a:r>
            <a:r>
              <a:rPr kumimoji="1" lang="en-US" altLang="ja-JP" sz="1200" b="1" dirty="0" err="1">
                <a:solidFill>
                  <a:srgbClr val="1F497D"/>
                </a:solidFill>
                <a:latin typeface="Meiryo UI" panose="020B0604030504040204" pitchFamily="50" charset="-128"/>
                <a:ea typeface="Meiryo UI" panose="020B0604030504040204" pitchFamily="50" charset="-128"/>
              </a:rPr>
              <a:t>PierOne</a:t>
            </a:r>
            <a:r>
              <a:rPr kumimoji="1" lang="ja-JP" altLang="en-US" sz="1200" b="1" dirty="0">
                <a:solidFill>
                  <a:srgbClr val="1F497D"/>
                </a:solidFill>
                <a:latin typeface="Meiryo UI" panose="020B0604030504040204" pitchFamily="50" charset="-128"/>
                <a:ea typeface="Meiryo UI" panose="020B0604030504040204" pitchFamily="50" charset="-128"/>
              </a:rPr>
              <a:t>想定</a:t>
            </a:r>
            <a:r>
              <a:rPr kumimoji="1" lang="en-US" altLang="ja-JP" sz="1200" b="1" dirty="0">
                <a:solidFill>
                  <a:srgbClr val="1F497D"/>
                </a:solidFill>
                <a:latin typeface="Meiryo UI" panose="020B0604030504040204" pitchFamily="50" charset="-128"/>
                <a:ea typeface="Meiryo UI" panose="020B0604030504040204" pitchFamily="50" charset="-128"/>
              </a:rPr>
              <a:t>)</a:t>
            </a:r>
            <a:endParaRPr kumimoji="1" lang="ja-JP" altLang="en-US" sz="1200" b="1" dirty="0">
              <a:solidFill>
                <a:srgbClr val="1F497D"/>
              </a:solidFill>
              <a:latin typeface="Meiryo UI" panose="020B0604030504040204" pitchFamily="50" charset="-128"/>
              <a:ea typeface="Meiryo UI" panose="020B0604030504040204" pitchFamily="50" charset="-128"/>
            </a:endParaRPr>
          </a:p>
        </p:txBody>
      </p:sp>
      <p:sp>
        <p:nvSpPr>
          <p:cNvPr id="1159" name="テキスト ボックス 1158">
            <a:extLst>
              <a:ext uri="{FF2B5EF4-FFF2-40B4-BE49-F238E27FC236}">
                <a16:creationId xmlns:a16="http://schemas.microsoft.com/office/drawing/2014/main" id="{6EE46741-B07C-7B00-90A6-A55D0EC32DBE}"/>
              </a:ext>
            </a:extLst>
          </p:cNvPr>
          <p:cNvSpPr txBox="1"/>
          <p:nvPr/>
        </p:nvSpPr>
        <p:spPr>
          <a:xfrm>
            <a:off x="4298975" y="4408469"/>
            <a:ext cx="1236871"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５</a:t>
            </a:r>
            <a:r>
              <a:rPr lang="en-US" altLang="ja-JP" sz="900" dirty="0">
                <a:solidFill>
                  <a:prstClr val="black"/>
                </a:solidFill>
                <a:latin typeface="Meiryo UI" panose="020B0604030504040204" pitchFamily="50" charset="-128"/>
                <a:ea typeface="Meiryo UI" panose="020B0604030504040204" pitchFamily="50" charset="-128"/>
              </a:rPr>
              <a:t>G</a:t>
            </a:r>
            <a:r>
              <a:rPr lang="ja-JP" altLang="en-US" sz="900" dirty="0">
                <a:solidFill>
                  <a:prstClr val="black"/>
                </a:solidFill>
                <a:latin typeface="Meiryo UI" panose="020B0604030504040204" pitchFamily="50" charset="-128"/>
                <a:ea typeface="Meiryo UI" panose="020B0604030504040204" pitchFamily="50" charset="-128"/>
              </a:rPr>
              <a:t>  </a:t>
            </a:r>
            <a:r>
              <a:rPr lang="en-US" altLang="ja-JP" sz="900" dirty="0">
                <a:solidFill>
                  <a:prstClr val="black"/>
                </a:solidFill>
                <a:latin typeface="Meiryo UI" panose="020B0604030504040204" pitchFamily="50" charset="-128"/>
                <a:ea typeface="Meiryo UI" panose="020B0604030504040204" pitchFamily="50" charset="-128"/>
              </a:rPr>
              <a:t>GW</a:t>
            </a:r>
            <a:r>
              <a:rPr lang="ja-JP" altLang="en-US" sz="900" dirty="0">
                <a:solidFill>
                  <a:prstClr val="black"/>
                </a:solidFill>
                <a:latin typeface="Meiryo UI" panose="020B0604030504040204" pitchFamily="50" charset="-128"/>
                <a:ea typeface="Meiryo UI" panose="020B0604030504040204" pitchFamily="50" charset="-128"/>
              </a:rPr>
              <a:t>ルーター</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60" name="コンテンツ プレースホルダー 7">
            <a:extLst>
              <a:ext uri="{FF2B5EF4-FFF2-40B4-BE49-F238E27FC236}">
                <a16:creationId xmlns:a16="http://schemas.microsoft.com/office/drawing/2014/main" id="{2FB3762E-D92E-7504-AE34-05E0BEEB53A7}"/>
              </a:ext>
            </a:extLst>
          </p:cNvPr>
          <p:cNvSpPr txBox="1">
            <a:spLocks/>
          </p:cNvSpPr>
          <p:nvPr/>
        </p:nvSpPr>
        <p:spPr>
          <a:xfrm>
            <a:off x="7336779" y="3803406"/>
            <a:ext cx="950621" cy="309692"/>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Clr>
                <a:srgbClr val="1F497D"/>
              </a:buClr>
            </a:pPr>
            <a:r>
              <a:rPr lang="en-US" altLang="ja-JP" sz="900" dirty="0">
                <a:solidFill>
                  <a:prstClr val="black"/>
                </a:solidFill>
                <a:latin typeface="Meiryo UI" panose="020B0604030504040204" pitchFamily="50" charset="-128"/>
                <a:ea typeface="Meiryo UI" panose="020B0604030504040204" pitchFamily="50" charset="-128"/>
              </a:rPr>
              <a:t>5G</a:t>
            </a:r>
            <a:r>
              <a:rPr lang="ja-JP" altLang="en-US" sz="900" dirty="0">
                <a:solidFill>
                  <a:prstClr val="black"/>
                </a:solidFill>
                <a:latin typeface="Meiryo UI" panose="020B0604030504040204" pitchFamily="50" charset="-128"/>
                <a:ea typeface="Meiryo UI" panose="020B0604030504040204" pitchFamily="50" charset="-128"/>
              </a:rPr>
              <a:t> 基地局</a:t>
            </a:r>
            <a:br>
              <a:rPr lang="en-US" altLang="ja-JP" sz="900" dirty="0">
                <a:solidFill>
                  <a:prstClr val="black"/>
                </a:solidFill>
                <a:latin typeface="Meiryo UI" panose="020B0604030504040204" pitchFamily="50" charset="-128"/>
                <a:ea typeface="Meiryo UI" panose="020B0604030504040204" pitchFamily="50" charset="-128"/>
              </a:rPr>
            </a:br>
            <a:endParaRPr lang="en-US" altLang="ja-JP" sz="900" dirty="0">
              <a:solidFill>
                <a:prstClr val="black"/>
              </a:solidFill>
              <a:latin typeface="Meiryo UI" panose="020B0604030504040204" pitchFamily="50" charset="-128"/>
              <a:ea typeface="Meiryo UI" panose="020B0604030504040204" pitchFamily="50" charset="-128"/>
            </a:endParaRPr>
          </a:p>
        </p:txBody>
      </p:sp>
      <p:pic>
        <p:nvPicPr>
          <p:cNvPr id="1161" name="図 1160">
            <a:extLst>
              <a:ext uri="{FF2B5EF4-FFF2-40B4-BE49-F238E27FC236}">
                <a16:creationId xmlns:a16="http://schemas.microsoft.com/office/drawing/2014/main" id="{3D8A271C-3389-130E-56AC-E870C4C9B728}"/>
              </a:ext>
            </a:extLst>
          </p:cNvPr>
          <p:cNvPicPr>
            <a:picLocks noChangeAspect="1"/>
          </p:cNvPicPr>
          <p:nvPr/>
        </p:nvPicPr>
        <p:blipFill>
          <a:blip r:embed="rId9"/>
          <a:stretch>
            <a:fillRect/>
          </a:stretch>
        </p:blipFill>
        <p:spPr>
          <a:xfrm rot="11203358">
            <a:off x="4010924" y="3794120"/>
            <a:ext cx="225942" cy="447539"/>
          </a:xfrm>
          <a:prstGeom prst="rect">
            <a:avLst/>
          </a:prstGeom>
        </p:spPr>
      </p:pic>
      <p:sp>
        <p:nvSpPr>
          <p:cNvPr id="1162" name="四角形: 角を丸くする 1161">
            <a:extLst>
              <a:ext uri="{FF2B5EF4-FFF2-40B4-BE49-F238E27FC236}">
                <a16:creationId xmlns:a16="http://schemas.microsoft.com/office/drawing/2014/main" id="{C284B700-D37F-E1AB-701E-050DB4678C44}"/>
              </a:ext>
            </a:extLst>
          </p:cNvPr>
          <p:cNvSpPr/>
          <p:nvPr/>
        </p:nvSpPr>
        <p:spPr>
          <a:xfrm>
            <a:off x="7039138" y="4131311"/>
            <a:ext cx="2331505" cy="2237605"/>
          </a:xfrm>
          <a:prstGeom prst="roundRect">
            <a:avLst>
              <a:gd name="adj" fmla="val 6753"/>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nvGrpSpPr>
          <p:cNvPr id="1163" name="グループ化 1162">
            <a:extLst>
              <a:ext uri="{FF2B5EF4-FFF2-40B4-BE49-F238E27FC236}">
                <a16:creationId xmlns:a16="http://schemas.microsoft.com/office/drawing/2014/main" id="{719D36A9-152B-1E48-1813-D8C9E23C9E2F}"/>
              </a:ext>
            </a:extLst>
          </p:cNvPr>
          <p:cNvGrpSpPr/>
          <p:nvPr/>
        </p:nvGrpSpPr>
        <p:grpSpPr>
          <a:xfrm>
            <a:off x="4523819" y="3709220"/>
            <a:ext cx="777077" cy="777077"/>
            <a:chOff x="1474385" y="2566044"/>
            <a:chExt cx="3583235" cy="3583235"/>
          </a:xfrm>
        </p:grpSpPr>
        <p:pic>
          <p:nvPicPr>
            <p:cNvPr id="1164" name="グラフィックス 1163" descr="無線ルーター 枠線">
              <a:extLst>
                <a:ext uri="{FF2B5EF4-FFF2-40B4-BE49-F238E27FC236}">
                  <a16:creationId xmlns:a16="http://schemas.microsoft.com/office/drawing/2014/main" id="{5C757F7C-22DE-DEFF-9B92-6D9D3327114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74385" y="2566044"/>
              <a:ext cx="3583235" cy="3583235"/>
            </a:xfrm>
            <a:prstGeom prst="rect">
              <a:avLst/>
            </a:prstGeom>
          </p:spPr>
        </p:pic>
        <p:sp>
          <p:nvSpPr>
            <p:cNvPr id="1165" name="正方形/長方形 1164">
              <a:extLst>
                <a:ext uri="{FF2B5EF4-FFF2-40B4-BE49-F238E27FC236}">
                  <a16:creationId xmlns:a16="http://schemas.microsoft.com/office/drawing/2014/main" id="{F03D1565-B254-A271-9F35-BDD012D65D89}"/>
                </a:ext>
              </a:extLst>
            </p:cNvPr>
            <p:cNvSpPr/>
            <p:nvPr/>
          </p:nvSpPr>
          <p:spPr>
            <a:xfrm>
              <a:off x="2178578" y="3119444"/>
              <a:ext cx="956650" cy="1536531"/>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sp>
        <p:nvSpPr>
          <p:cNvPr id="1166" name="テキスト ボックス 1165">
            <a:extLst>
              <a:ext uri="{FF2B5EF4-FFF2-40B4-BE49-F238E27FC236}">
                <a16:creationId xmlns:a16="http://schemas.microsoft.com/office/drawing/2014/main" id="{5F2CFF7B-30B8-F802-1487-BA10B3C8BAF9}"/>
              </a:ext>
            </a:extLst>
          </p:cNvPr>
          <p:cNvSpPr txBox="1"/>
          <p:nvPr/>
        </p:nvSpPr>
        <p:spPr>
          <a:xfrm>
            <a:off x="1556176" y="4415497"/>
            <a:ext cx="530915" cy="230832"/>
          </a:xfrm>
          <a:prstGeom prst="rect">
            <a:avLst/>
          </a:prstGeom>
          <a:noFill/>
        </p:spPr>
        <p:txBody>
          <a:bodyPr wrap="none" rtlCol="0">
            <a:spAutoFit/>
          </a:bodyPr>
          <a:lstStyle/>
          <a:p>
            <a:r>
              <a:rPr kumimoji="1"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ドローン</a:t>
            </a:r>
          </a:p>
        </p:txBody>
      </p:sp>
      <p:pic>
        <p:nvPicPr>
          <p:cNvPr id="1167" name="図 1166">
            <a:extLst>
              <a:ext uri="{FF2B5EF4-FFF2-40B4-BE49-F238E27FC236}">
                <a16:creationId xmlns:a16="http://schemas.microsoft.com/office/drawing/2014/main" id="{ECAA5E7D-0D37-B1A0-FC94-CAFD8E08CAE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64320" y="4839784"/>
            <a:ext cx="1310165" cy="398257"/>
          </a:xfrm>
          <a:prstGeom prst="rect">
            <a:avLst/>
          </a:prstGeom>
        </p:spPr>
      </p:pic>
      <p:sp>
        <p:nvSpPr>
          <p:cNvPr id="1168" name="テキスト ボックス 1167">
            <a:extLst>
              <a:ext uri="{FF2B5EF4-FFF2-40B4-BE49-F238E27FC236}">
                <a16:creationId xmlns:a16="http://schemas.microsoft.com/office/drawing/2014/main" id="{783A6F2E-9C79-EAF8-A9D3-898C30D89670}"/>
              </a:ext>
            </a:extLst>
          </p:cNvPr>
          <p:cNvSpPr txBox="1"/>
          <p:nvPr/>
        </p:nvSpPr>
        <p:spPr>
          <a:xfrm>
            <a:off x="1513782" y="5408610"/>
            <a:ext cx="511679" cy="230832"/>
          </a:xfrm>
          <a:prstGeom prst="rect">
            <a:avLst/>
          </a:prstGeom>
          <a:noFill/>
        </p:spPr>
        <p:txBody>
          <a:bodyPr wrap="none" rtlCol="0">
            <a:spAutoFit/>
          </a:bodyPr>
          <a:lstStyle/>
          <a:p>
            <a:r>
              <a:rPr kumimoji="1"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ロボット</a:t>
            </a:r>
          </a:p>
        </p:txBody>
      </p:sp>
      <p:sp>
        <p:nvSpPr>
          <p:cNvPr id="1169" name="テキスト ボックス 1168">
            <a:extLst>
              <a:ext uri="{FF2B5EF4-FFF2-40B4-BE49-F238E27FC236}">
                <a16:creationId xmlns:a16="http://schemas.microsoft.com/office/drawing/2014/main" id="{0E09D3FD-1463-4218-1015-65FD7247D4E9}"/>
              </a:ext>
            </a:extLst>
          </p:cNvPr>
          <p:cNvSpPr txBox="1"/>
          <p:nvPr/>
        </p:nvSpPr>
        <p:spPr>
          <a:xfrm>
            <a:off x="2171316" y="5865134"/>
            <a:ext cx="1053719" cy="230832"/>
          </a:xfrm>
          <a:prstGeom prst="rect">
            <a:avLst/>
          </a:prstGeom>
          <a:noFill/>
        </p:spPr>
        <p:txBody>
          <a:bodyPr wrap="square" rtlCol="0">
            <a:spAutoFit/>
          </a:bodyPr>
          <a:lstStyle/>
          <a:p>
            <a:r>
              <a:rPr kumimoji="1" lang="ja-JP" altLang="en-US" sz="900" dirty="0">
                <a:solidFill>
                  <a:prstClr val="black"/>
                </a:solidFill>
                <a:latin typeface="Meiryo UI" panose="020B0604030504040204" pitchFamily="50" charset="-128"/>
                <a:ea typeface="Meiryo UI" panose="020B0604030504040204" pitchFamily="50" charset="-128"/>
              </a:rPr>
              <a:t>模擬害獣</a:t>
            </a:r>
          </a:p>
        </p:txBody>
      </p:sp>
      <p:pic>
        <p:nvPicPr>
          <p:cNvPr id="1170" name="グラフィックス 1169" descr="DVD プレーヤー 単色塗りつぶし">
            <a:extLst>
              <a:ext uri="{FF2B5EF4-FFF2-40B4-BE49-F238E27FC236}">
                <a16:creationId xmlns:a16="http://schemas.microsoft.com/office/drawing/2014/main" id="{E9ACF702-14F0-CF96-FFD6-D148C78617D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425223" y="4069404"/>
            <a:ext cx="491870" cy="491870"/>
          </a:xfrm>
          <a:prstGeom prst="rect">
            <a:avLst/>
          </a:prstGeom>
        </p:spPr>
      </p:pic>
      <p:pic>
        <p:nvPicPr>
          <p:cNvPr id="1171" name="グラフィックス 1170" descr="DVD プレーヤー 単色塗りつぶし">
            <a:extLst>
              <a:ext uri="{FF2B5EF4-FFF2-40B4-BE49-F238E27FC236}">
                <a16:creationId xmlns:a16="http://schemas.microsoft.com/office/drawing/2014/main" id="{83ED2329-FC10-79F1-5F68-FEF75C62E01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391230" y="5092770"/>
            <a:ext cx="491870" cy="491870"/>
          </a:xfrm>
          <a:prstGeom prst="rect">
            <a:avLst/>
          </a:prstGeom>
        </p:spPr>
      </p:pic>
      <p:pic>
        <p:nvPicPr>
          <p:cNvPr id="1172" name="グラフィックス 1171" descr="DVD プレーヤー 単色塗りつぶし">
            <a:extLst>
              <a:ext uri="{FF2B5EF4-FFF2-40B4-BE49-F238E27FC236}">
                <a16:creationId xmlns:a16="http://schemas.microsoft.com/office/drawing/2014/main" id="{32B9C62D-D56D-20FA-B650-4E2C38E0083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220655" y="4069404"/>
            <a:ext cx="491870" cy="491870"/>
          </a:xfrm>
          <a:prstGeom prst="rect">
            <a:avLst/>
          </a:prstGeom>
        </p:spPr>
      </p:pic>
      <p:pic>
        <p:nvPicPr>
          <p:cNvPr id="1173" name="グラフィックス 1172" descr="DVD プレーヤー 単色塗りつぶし">
            <a:extLst>
              <a:ext uri="{FF2B5EF4-FFF2-40B4-BE49-F238E27FC236}">
                <a16:creationId xmlns:a16="http://schemas.microsoft.com/office/drawing/2014/main" id="{4452A744-3A9C-7842-0FAC-B3413F7D83C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220655" y="5084083"/>
            <a:ext cx="491870" cy="491870"/>
          </a:xfrm>
          <a:prstGeom prst="rect">
            <a:avLst/>
          </a:prstGeom>
        </p:spPr>
      </p:pic>
      <p:pic>
        <p:nvPicPr>
          <p:cNvPr id="1174" name="グラフィックス 1173" descr="稲妻 枠線">
            <a:extLst>
              <a:ext uri="{FF2B5EF4-FFF2-40B4-BE49-F238E27FC236}">
                <a16:creationId xmlns:a16="http://schemas.microsoft.com/office/drawing/2014/main" id="{76A06085-8FFA-9CE6-C645-35DD8DA1969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15863093">
            <a:off x="6062986" y="3652942"/>
            <a:ext cx="685800" cy="685800"/>
          </a:xfrm>
          <a:prstGeom prst="rect">
            <a:avLst/>
          </a:prstGeom>
        </p:spPr>
      </p:pic>
      <p:pic>
        <p:nvPicPr>
          <p:cNvPr id="1175" name="グラフィックス 1174" descr="稲妻 枠線">
            <a:extLst>
              <a:ext uri="{FF2B5EF4-FFF2-40B4-BE49-F238E27FC236}">
                <a16:creationId xmlns:a16="http://schemas.microsoft.com/office/drawing/2014/main" id="{D5FE9AFE-94CF-9903-B775-CF0DE778B15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4489228">
            <a:off x="5131710" y="3725658"/>
            <a:ext cx="685800" cy="685800"/>
          </a:xfrm>
          <a:prstGeom prst="rect">
            <a:avLst/>
          </a:prstGeom>
        </p:spPr>
      </p:pic>
      <p:sp>
        <p:nvSpPr>
          <p:cNvPr id="1176" name="テキスト ボックス 1175">
            <a:extLst>
              <a:ext uri="{FF2B5EF4-FFF2-40B4-BE49-F238E27FC236}">
                <a16:creationId xmlns:a16="http://schemas.microsoft.com/office/drawing/2014/main" id="{60EDC987-BFA7-C646-5E6B-F16D3DEC65F1}"/>
              </a:ext>
            </a:extLst>
          </p:cNvPr>
          <p:cNvSpPr txBox="1"/>
          <p:nvPr/>
        </p:nvSpPr>
        <p:spPr>
          <a:xfrm>
            <a:off x="5779079" y="3895972"/>
            <a:ext cx="1110408" cy="230832"/>
          </a:xfrm>
          <a:prstGeom prst="rect">
            <a:avLst/>
          </a:prstGeom>
          <a:noFill/>
        </p:spPr>
        <p:txBody>
          <a:bodyPr wrap="square">
            <a:spAutoFit/>
          </a:bodyPr>
          <a:lstStyle/>
          <a:p>
            <a:r>
              <a:rPr lang="ja-JP" altLang="en-US" sz="900" dirty="0">
                <a:solidFill>
                  <a:prstClr val="black"/>
                </a:solidFill>
                <a:latin typeface="Meiryo UI" panose="020B0604030504040204" pitchFamily="50" charset="-128"/>
                <a:ea typeface="Meiryo UI" panose="020B0604030504040204" pitchFamily="50" charset="-128"/>
              </a:rPr>
              <a:t>５</a:t>
            </a:r>
            <a:r>
              <a:rPr lang="en-US" altLang="ja-JP" sz="900" dirty="0">
                <a:solidFill>
                  <a:prstClr val="black"/>
                </a:solidFill>
                <a:latin typeface="Meiryo UI" panose="020B0604030504040204" pitchFamily="50" charset="-128"/>
                <a:ea typeface="Meiryo UI" panose="020B0604030504040204" pitchFamily="50" charset="-128"/>
              </a:rPr>
              <a:t>G</a:t>
            </a:r>
            <a:r>
              <a:rPr lang="ja-JP" altLang="en-US" sz="900" dirty="0">
                <a:solidFill>
                  <a:prstClr val="black"/>
                </a:solidFill>
                <a:latin typeface="Meiryo UI" panose="020B0604030504040204" pitchFamily="50" charset="-128"/>
                <a:ea typeface="Meiryo UI" panose="020B0604030504040204" pitchFamily="50" charset="-128"/>
              </a:rPr>
              <a:t> </a:t>
            </a:r>
          </a:p>
        </p:txBody>
      </p:sp>
      <p:sp>
        <p:nvSpPr>
          <p:cNvPr id="1177" name="矢印: 右 1176">
            <a:extLst>
              <a:ext uri="{FF2B5EF4-FFF2-40B4-BE49-F238E27FC236}">
                <a16:creationId xmlns:a16="http://schemas.microsoft.com/office/drawing/2014/main" id="{F93EB182-1513-543A-FB76-13B27BD85221}"/>
              </a:ext>
            </a:extLst>
          </p:cNvPr>
          <p:cNvSpPr/>
          <p:nvPr/>
        </p:nvSpPr>
        <p:spPr>
          <a:xfrm>
            <a:off x="6229074" y="4611480"/>
            <a:ext cx="1508146" cy="342796"/>
          </a:xfrm>
          <a:prstGeom prst="rightArrow">
            <a:avLst/>
          </a:prstGeom>
          <a:solidFill>
            <a:srgbClr val="EEECE1">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78" name="矢印: 右 1177">
            <a:extLst>
              <a:ext uri="{FF2B5EF4-FFF2-40B4-BE49-F238E27FC236}">
                <a16:creationId xmlns:a16="http://schemas.microsoft.com/office/drawing/2014/main" id="{C3D7A3AC-EB98-07DE-48C9-D584E6906AB5}"/>
              </a:ext>
            </a:extLst>
          </p:cNvPr>
          <p:cNvSpPr/>
          <p:nvPr/>
        </p:nvSpPr>
        <p:spPr>
          <a:xfrm flipH="1">
            <a:off x="4072007" y="4611480"/>
            <a:ext cx="1235151" cy="342796"/>
          </a:xfrm>
          <a:prstGeom prst="rightArrow">
            <a:avLst/>
          </a:prstGeom>
          <a:solidFill>
            <a:srgbClr val="EEECE1">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79" name="テキスト ボックス 1178">
            <a:extLst>
              <a:ext uri="{FF2B5EF4-FFF2-40B4-BE49-F238E27FC236}">
                <a16:creationId xmlns:a16="http://schemas.microsoft.com/office/drawing/2014/main" id="{4EBD3376-B835-3024-4A0A-1082D7A7767D}"/>
              </a:ext>
            </a:extLst>
          </p:cNvPr>
          <p:cNvSpPr txBox="1"/>
          <p:nvPr/>
        </p:nvSpPr>
        <p:spPr>
          <a:xfrm>
            <a:off x="5539314" y="4644378"/>
            <a:ext cx="548548" cy="230832"/>
          </a:xfrm>
          <a:prstGeom prst="rect">
            <a:avLst/>
          </a:prstGeom>
          <a:noFill/>
        </p:spPr>
        <p:txBody>
          <a:bodyPr wrap="none" rtlCol="0">
            <a:spAutoFit/>
          </a:bodyPr>
          <a:lstStyle/>
          <a:p>
            <a:r>
              <a:rPr kumimoji="1" lang="en-US" altLang="ja-JP" sz="900" dirty="0">
                <a:solidFill>
                  <a:prstClr val="black"/>
                </a:solidFill>
                <a:latin typeface="Meiryo UI" panose="020B0604030504040204" pitchFamily="50" charset="-128"/>
                <a:ea typeface="Meiryo UI" panose="020B0604030504040204" pitchFamily="50" charset="-128"/>
              </a:rPr>
              <a:t>IP</a:t>
            </a:r>
            <a:r>
              <a:rPr kumimoji="1" lang="ja-JP" altLang="en-US" sz="900" dirty="0">
                <a:solidFill>
                  <a:prstClr val="black"/>
                </a:solidFill>
                <a:latin typeface="Meiryo UI" panose="020B0604030504040204" pitchFamily="50" charset="-128"/>
                <a:ea typeface="Meiryo UI" panose="020B0604030504040204" pitchFamily="50" charset="-128"/>
              </a:rPr>
              <a:t>通信</a:t>
            </a:r>
          </a:p>
        </p:txBody>
      </p:sp>
      <p:sp>
        <p:nvSpPr>
          <p:cNvPr id="1180" name="テキスト ボックス 1179">
            <a:extLst>
              <a:ext uri="{FF2B5EF4-FFF2-40B4-BE49-F238E27FC236}">
                <a16:creationId xmlns:a16="http://schemas.microsoft.com/office/drawing/2014/main" id="{6BD0ED1B-2DB5-4A71-27D1-0E5A64095E09}"/>
              </a:ext>
            </a:extLst>
          </p:cNvPr>
          <p:cNvSpPr txBox="1"/>
          <p:nvPr/>
        </p:nvSpPr>
        <p:spPr>
          <a:xfrm>
            <a:off x="3156079" y="4354156"/>
            <a:ext cx="656522" cy="230832"/>
          </a:xfrm>
          <a:prstGeom prst="rect">
            <a:avLst/>
          </a:prstGeom>
          <a:noFill/>
        </p:spPr>
        <p:txBody>
          <a:bodyPr wrap="square" rtlCol="0">
            <a:spAutoFit/>
          </a:bodyPr>
          <a:lstStyle/>
          <a:p>
            <a:r>
              <a:rPr lang="en-US" altLang="ja-JP" sz="900" dirty="0" err="1">
                <a:solidFill>
                  <a:prstClr val="black"/>
                </a:solidFill>
                <a:latin typeface="Meiryo UI" panose="020B0604030504040204" pitchFamily="50" charset="-128"/>
                <a:ea typeface="Meiryo UI" panose="020B0604030504040204" pitchFamily="50" charset="-128"/>
              </a:rPr>
              <a:t>WiFiGW</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1" name="テキスト ボックス 1180">
            <a:extLst>
              <a:ext uri="{FF2B5EF4-FFF2-40B4-BE49-F238E27FC236}">
                <a16:creationId xmlns:a16="http://schemas.microsoft.com/office/drawing/2014/main" id="{AC761F0C-1309-68AB-050C-232ADBDFE510}"/>
              </a:ext>
            </a:extLst>
          </p:cNvPr>
          <p:cNvSpPr txBox="1"/>
          <p:nvPr/>
        </p:nvSpPr>
        <p:spPr>
          <a:xfrm>
            <a:off x="3112106" y="5358001"/>
            <a:ext cx="784924" cy="230832"/>
          </a:xfrm>
          <a:prstGeom prst="rect">
            <a:avLst/>
          </a:prstGeom>
          <a:noFill/>
        </p:spPr>
        <p:txBody>
          <a:bodyPr wrap="square" rtlCol="0">
            <a:spAutoFit/>
          </a:bodyPr>
          <a:lstStyle/>
          <a:p>
            <a:r>
              <a:rPr lang="en-US" altLang="ja-JP" sz="900" dirty="0">
                <a:solidFill>
                  <a:prstClr val="black"/>
                </a:solidFill>
                <a:latin typeface="Meiryo UI" panose="020B0604030504040204" pitchFamily="50" charset="-128"/>
                <a:ea typeface="Meiryo UI" panose="020B0604030504040204" pitchFamily="50" charset="-128"/>
              </a:rPr>
              <a:t>L5G</a:t>
            </a:r>
            <a:r>
              <a:rPr lang="ja-JP" altLang="en-US" sz="900" dirty="0">
                <a:solidFill>
                  <a:prstClr val="black"/>
                </a:solidFill>
                <a:latin typeface="Meiryo UI" panose="020B0604030504040204" pitchFamily="50" charset="-128"/>
                <a:ea typeface="Meiryo UI" panose="020B0604030504040204" pitchFamily="50" charset="-128"/>
              </a:rPr>
              <a:t> </a:t>
            </a:r>
            <a:r>
              <a:rPr lang="en-US" altLang="ja-JP" sz="900" dirty="0">
                <a:solidFill>
                  <a:prstClr val="black"/>
                </a:solidFill>
                <a:latin typeface="Meiryo UI" panose="020B0604030504040204" pitchFamily="50" charset="-128"/>
                <a:ea typeface="Meiryo UI" panose="020B0604030504040204" pitchFamily="50" charset="-128"/>
              </a:rPr>
              <a:t>GW</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2" name="テキスト ボックス 1181">
            <a:extLst>
              <a:ext uri="{FF2B5EF4-FFF2-40B4-BE49-F238E27FC236}">
                <a16:creationId xmlns:a16="http://schemas.microsoft.com/office/drawing/2014/main" id="{428EA4BE-5F9A-4F99-127B-2EE62BC8ABC0}"/>
              </a:ext>
            </a:extLst>
          </p:cNvPr>
          <p:cNvSpPr txBox="1"/>
          <p:nvPr/>
        </p:nvSpPr>
        <p:spPr>
          <a:xfrm>
            <a:off x="2248686" y="5402414"/>
            <a:ext cx="1098322"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エッジ</a:t>
            </a:r>
            <a:r>
              <a:rPr lang="en-US" altLang="ja-JP" sz="900" dirty="0">
                <a:solidFill>
                  <a:prstClr val="black"/>
                </a:solidFill>
                <a:latin typeface="Meiryo UI" panose="020B0604030504040204" pitchFamily="50" charset="-128"/>
                <a:ea typeface="Meiryo UI" panose="020B0604030504040204" pitchFamily="50" charset="-128"/>
              </a:rPr>
              <a:t>AI</a:t>
            </a:r>
            <a:r>
              <a:rPr lang="ja-JP" altLang="en-US" sz="900" dirty="0">
                <a:solidFill>
                  <a:prstClr val="black"/>
                </a:solidFill>
                <a:latin typeface="Meiryo UI" panose="020B0604030504040204" pitchFamily="50" charset="-128"/>
                <a:ea typeface="Meiryo UI" panose="020B0604030504040204" pitchFamily="50" charset="-128"/>
              </a:rPr>
              <a:t>端末</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3" name="テキスト ボックス 1182">
            <a:extLst>
              <a:ext uri="{FF2B5EF4-FFF2-40B4-BE49-F238E27FC236}">
                <a16:creationId xmlns:a16="http://schemas.microsoft.com/office/drawing/2014/main" id="{774FD752-9F24-4E1D-2D04-90EE3564BBD3}"/>
              </a:ext>
            </a:extLst>
          </p:cNvPr>
          <p:cNvSpPr txBox="1"/>
          <p:nvPr/>
        </p:nvSpPr>
        <p:spPr>
          <a:xfrm>
            <a:off x="2280298" y="4363996"/>
            <a:ext cx="1083993"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エッジ</a:t>
            </a:r>
            <a:r>
              <a:rPr lang="en-US" altLang="ja-JP" sz="900" dirty="0">
                <a:solidFill>
                  <a:prstClr val="black"/>
                </a:solidFill>
                <a:latin typeface="Meiryo UI" panose="020B0604030504040204" pitchFamily="50" charset="-128"/>
                <a:ea typeface="Meiryo UI" panose="020B0604030504040204" pitchFamily="50" charset="-128"/>
              </a:rPr>
              <a:t>AI</a:t>
            </a:r>
            <a:r>
              <a:rPr lang="ja-JP" altLang="en-US" sz="900" dirty="0">
                <a:solidFill>
                  <a:prstClr val="black"/>
                </a:solidFill>
                <a:latin typeface="Meiryo UI" panose="020B0604030504040204" pitchFamily="50" charset="-128"/>
                <a:ea typeface="Meiryo UI" panose="020B0604030504040204" pitchFamily="50" charset="-128"/>
              </a:rPr>
              <a:t>端末</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4" name="テキスト ボックス 1183">
            <a:extLst>
              <a:ext uri="{FF2B5EF4-FFF2-40B4-BE49-F238E27FC236}">
                <a16:creationId xmlns:a16="http://schemas.microsoft.com/office/drawing/2014/main" id="{019BE4AA-79FA-3D5C-B3C6-9308943AF83D}"/>
              </a:ext>
            </a:extLst>
          </p:cNvPr>
          <p:cNvSpPr txBox="1"/>
          <p:nvPr/>
        </p:nvSpPr>
        <p:spPr>
          <a:xfrm>
            <a:off x="2508024" y="3644187"/>
            <a:ext cx="1075514"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専用推論チップ</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5" name="テキスト ボックス 1184">
            <a:extLst>
              <a:ext uri="{FF2B5EF4-FFF2-40B4-BE49-F238E27FC236}">
                <a16:creationId xmlns:a16="http://schemas.microsoft.com/office/drawing/2014/main" id="{97DA98D5-A094-DD6F-94D5-0F057BBA6D9E}"/>
              </a:ext>
            </a:extLst>
          </p:cNvPr>
          <p:cNvSpPr txBox="1"/>
          <p:nvPr/>
        </p:nvSpPr>
        <p:spPr>
          <a:xfrm>
            <a:off x="2606228" y="4681711"/>
            <a:ext cx="1075514"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専用推論チップ</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6" name="テキスト ボックス 1185">
            <a:extLst>
              <a:ext uri="{FF2B5EF4-FFF2-40B4-BE49-F238E27FC236}">
                <a16:creationId xmlns:a16="http://schemas.microsoft.com/office/drawing/2014/main" id="{C2EE185A-A7CE-740D-B23C-7F16DBC1EB0A}"/>
              </a:ext>
            </a:extLst>
          </p:cNvPr>
          <p:cNvSpPr txBox="1"/>
          <p:nvPr/>
        </p:nvSpPr>
        <p:spPr>
          <a:xfrm>
            <a:off x="4124450" y="2560210"/>
            <a:ext cx="841447" cy="369332"/>
          </a:xfrm>
          <a:prstGeom prst="rect">
            <a:avLst/>
          </a:prstGeom>
          <a:noFill/>
        </p:spPr>
        <p:txBody>
          <a:bodyPr wrap="square" rtlCol="0">
            <a:spAutoFit/>
          </a:bodyPr>
          <a:lstStyle/>
          <a:p>
            <a:pPr algn="ctr"/>
            <a:r>
              <a:rPr lang="en-US" altLang="ja-JP" sz="900" dirty="0">
                <a:solidFill>
                  <a:prstClr val="black"/>
                </a:solidFill>
                <a:latin typeface="Meiryo UI" panose="020B0604030504040204" pitchFamily="50" charset="-128"/>
                <a:ea typeface="Meiryo UI" panose="020B0604030504040204" pitchFamily="50" charset="-128"/>
              </a:rPr>
              <a:t>L</a:t>
            </a:r>
            <a:r>
              <a:rPr lang="ja-JP" altLang="en-US" sz="900" dirty="0">
                <a:solidFill>
                  <a:prstClr val="black"/>
                </a:solidFill>
                <a:latin typeface="Meiryo UI" panose="020B0604030504040204" pitchFamily="50" charset="-128"/>
                <a:ea typeface="Meiryo UI" panose="020B0604030504040204" pitchFamily="50" charset="-128"/>
              </a:rPr>
              <a:t>５</a:t>
            </a:r>
            <a:r>
              <a:rPr lang="en-US" altLang="ja-JP" sz="900" dirty="0">
                <a:solidFill>
                  <a:prstClr val="black"/>
                </a:solidFill>
                <a:latin typeface="Meiryo UI" panose="020B0604030504040204" pitchFamily="50" charset="-128"/>
                <a:ea typeface="Meiryo UI" panose="020B0604030504040204" pitchFamily="50" charset="-128"/>
              </a:rPr>
              <a:t>G</a:t>
            </a:r>
          </a:p>
          <a:p>
            <a:pPr algn="ctr"/>
            <a:r>
              <a:rPr lang="en-US" altLang="ja-JP" sz="900" dirty="0">
                <a:solidFill>
                  <a:prstClr val="black"/>
                </a:solidFill>
                <a:latin typeface="Meiryo UI" panose="020B0604030504040204" pitchFamily="50" charset="-128"/>
                <a:ea typeface="Meiryo UI" panose="020B0604030504040204" pitchFamily="50" charset="-128"/>
              </a:rPr>
              <a:t>GW</a:t>
            </a:r>
            <a:r>
              <a:rPr lang="ja-JP" altLang="en-US" sz="900" dirty="0">
                <a:solidFill>
                  <a:prstClr val="black"/>
                </a:solidFill>
                <a:latin typeface="Meiryo UI" panose="020B0604030504040204" pitchFamily="50" charset="-128"/>
                <a:ea typeface="Meiryo UI" panose="020B0604030504040204" pitchFamily="50" charset="-128"/>
              </a:rPr>
              <a:t>ルーター</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pic>
        <p:nvPicPr>
          <p:cNvPr id="1187" name="グラフィックス 1186" descr="基地局 単色塗りつぶし">
            <a:extLst>
              <a:ext uri="{FF2B5EF4-FFF2-40B4-BE49-F238E27FC236}">
                <a16:creationId xmlns:a16="http://schemas.microsoft.com/office/drawing/2014/main" id="{9EF32B54-DAF1-939B-FA8F-7F4D24004E1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372842" y="2014405"/>
            <a:ext cx="659029" cy="659029"/>
          </a:xfrm>
          <a:prstGeom prst="rect">
            <a:avLst/>
          </a:prstGeom>
        </p:spPr>
      </p:pic>
      <p:grpSp>
        <p:nvGrpSpPr>
          <p:cNvPr id="1188" name="グループ化 1187">
            <a:extLst>
              <a:ext uri="{FF2B5EF4-FFF2-40B4-BE49-F238E27FC236}">
                <a16:creationId xmlns:a16="http://schemas.microsoft.com/office/drawing/2014/main" id="{48045763-2E28-DE31-6A39-07C84D2BE2F3}"/>
              </a:ext>
            </a:extLst>
          </p:cNvPr>
          <p:cNvGrpSpPr/>
          <p:nvPr/>
        </p:nvGrpSpPr>
        <p:grpSpPr>
          <a:xfrm>
            <a:off x="4146219" y="1918093"/>
            <a:ext cx="777077" cy="777077"/>
            <a:chOff x="1474385" y="2566044"/>
            <a:chExt cx="3583235" cy="3583235"/>
          </a:xfrm>
        </p:grpSpPr>
        <p:pic>
          <p:nvPicPr>
            <p:cNvPr id="1189" name="グラフィックス 1188" descr="無線ルーター 枠線">
              <a:extLst>
                <a:ext uri="{FF2B5EF4-FFF2-40B4-BE49-F238E27FC236}">
                  <a16:creationId xmlns:a16="http://schemas.microsoft.com/office/drawing/2014/main" id="{FE189C4D-2824-C65B-D726-F390B0EA420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74385" y="2566044"/>
              <a:ext cx="3583235" cy="3583235"/>
            </a:xfrm>
            <a:prstGeom prst="rect">
              <a:avLst/>
            </a:prstGeom>
          </p:spPr>
        </p:pic>
        <p:sp>
          <p:nvSpPr>
            <p:cNvPr id="1190" name="正方形/長方形 1189">
              <a:extLst>
                <a:ext uri="{FF2B5EF4-FFF2-40B4-BE49-F238E27FC236}">
                  <a16:creationId xmlns:a16="http://schemas.microsoft.com/office/drawing/2014/main" id="{D3CB4C71-94BE-CBAA-E76B-E2587E7112CE}"/>
                </a:ext>
              </a:extLst>
            </p:cNvPr>
            <p:cNvSpPr/>
            <p:nvPr/>
          </p:nvSpPr>
          <p:spPr>
            <a:xfrm>
              <a:off x="2178578" y="3119444"/>
              <a:ext cx="956650" cy="1536531"/>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sp>
        <p:nvSpPr>
          <p:cNvPr id="1191" name="コンテンツ プレースホルダー 7">
            <a:extLst>
              <a:ext uri="{FF2B5EF4-FFF2-40B4-BE49-F238E27FC236}">
                <a16:creationId xmlns:a16="http://schemas.microsoft.com/office/drawing/2014/main" id="{E1C3480F-3350-5BD0-104C-83B958D0F7AF}"/>
              </a:ext>
            </a:extLst>
          </p:cNvPr>
          <p:cNvSpPr txBox="1">
            <a:spLocks/>
          </p:cNvSpPr>
          <p:nvPr/>
        </p:nvSpPr>
        <p:spPr>
          <a:xfrm>
            <a:off x="6329140" y="2643276"/>
            <a:ext cx="950621" cy="309692"/>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Clr>
                <a:srgbClr val="1F497D"/>
              </a:buClr>
            </a:pPr>
            <a:r>
              <a:rPr lang="en-US" altLang="ja-JP" sz="900" b="0" dirty="0">
                <a:solidFill>
                  <a:prstClr val="black"/>
                </a:solidFill>
                <a:latin typeface="Meiryo UI" panose="020B0604030504040204" pitchFamily="50" charset="-128"/>
                <a:ea typeface="Meiryo UI" panose="020B0604030504040204" pitchFamily="50" charset="-128"/>
              </a:rPr>
              <a:t>L5G</a:t>
            </a:r>
            <a:r>
              <a:rPr lang="ja-JP" altLang="en-US" sz="900" b="0" dirty="0">
                <a:solidFill>
                  <a:prstClr val="black"/>
                </a:solidFill>
                <a:latin typeface="Meiryo UI" panose="020B0604030504040204" pitchFamily="50" charset="-128"/>
                <a:ea typeface="Meiryo UI" panose="020B0604030504040204" pitchFamily="50" charset="-128"/>
              </a:rPr>
              <a:t>基地局</a:t>
            </a:r>
            <a:br>
              <a:rPr lang="en-US" altLang="ja-JP" sz="900" b="0" dirty="0">
                <a:solidFill>
                  <a:prstClr val="black"/>
                </a:solidFill>
                <a:latin typeface="Meiryo UI" panose="020B0604030504040204" pitchFamily="50" charset="-128"/>
                <a:ea typeface="Meiryo UI" panose="020B0604030504040204" pitchFamily="50" charset="-128"/>
              </a:rPr>
            </a:br>
            <a:endParaRPr lang="en-US" altLang="ja-JP" sz="900" b="0" dirty="0">
              <a:solidFill>
                <a:prstClr val="black"/>
              </a:solidFill>
              <a:latin typeface="Meiryo UI" panose="020B0604030504040204" pitchFamily="50" charset="-128"/>
              <a:ea typeface="Meiryo UI" panose="020B0604030504040204" pitchFamily="50" charset="-128"/>
            </a:endParaRPr>
          </a:p>
        </p:txBody>
      </p:sp>
      <p:pic>
        <p:nvPicPr>
          <p:cNvPr id="1192" name="図 1191">
            <a:extLst>
              <a:ext uri="{FF2B5EF4-FFF2-40B4-BE49-F238E27FC236}">
                <a16:creationId xmlns:a16="http://schemas.microsoft.com/office/drawing/2014/main" id="{76E93AA5-803B-3B3E-EB97-8EAA8197407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656449" y="2192213"/>
            <a:ext cx="1310165" cy="398257"/>
          </a:xfrm>
          <a:prstGeom prst="rect">
            <a:avLst/>
          </a:prstGeom>
        </p:spPr>
      </p:pic>
      <p:pic>
        <p:nvPicPr>
          <p:cNvPr id="1193" name="グラフィックス 1192" descr="DVD プレーヤー 単色塗りつぶし">
            <a:extLst>
              <a:ext uri="{FF2B5EF4-FFF2-40B4-BE49-F238E27FC236}">
                <a16:creationId xmlns:a16="http://schemas.microsoft.com/office/drawing/2014/main" id="{52C2A666-B2A9-F544-3FA5-44ED05BD569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500070" y="2436846"/>
            <a:ext cx="491870" cy="491870"/>
          </a:xfrm>
          <a:prstGeom prst="rect">
            <a:avLst/>
          </a:prstGeom>
        </p:spPr>
      </p:pic>
      <p:sp>
        <p:nvSpPr>
          <p:cNvPr id="1194" name="テキスト ボックス 1193">
            <a:extLst>
              <a:ext uri="{FF2B5EF4-FFF2-40B4-BE49-F238E27FC236}">
                <a16:creationId xmlns:a16="http://schemas.microsoft.com/office/drawing/2014/main" id="{AD85E659-BAD6-B38E-8EC2-A97EBA755F28}"/>
              </a:ext>
            </a:extLst>
          </p:cNvPr>
          <p:cNvSpPr txBox="1"/>
          <p:nvPr/>
        </p:nvSpPr>
        <p:spPr>
          <a:xfrm>
            <a:off x="3313536" y="2714684"/>
            <a:ext cx="1043547"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エッジ</a:t>
            </a:r>
            <a:r>
              <a:rPr lang="en-US" altLang="ja-JP" sz="900" dirty="0">
                <a:solidFill>
                  <a:prstClr val="black"/>
                </a:solidFill>
                <a:latin typeface="Meiryo UI" panose="020B0604030504040204" pitchFamily="50" charset="-128"/>
                <a:ea typeface="Meiryo UI" panose="020B0604030504040204" pitchFamily="50" charset="-128"/>
              </a:rPr>
              <a:t>AI</a:t>
            </a:r>
            <a:r>
              <a:rPr lang="ja-JP" altLang="en-US" sz="900" dirty="0">
                <a:solidFill>
                  <a:prstClr val="black"/>
                </a:solidFill>
                <a:latin typeface="Meiryo UI" panose="020B0604030504040204" pitchFamily="50" charset="-128"/>
                <a:ea typeface="Meiryo UI" panose="020B0604030504040204" pitchFamily="50" charset="-128"/>
              </a:rPr>
              <a:t>端末</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95" name="テキスト ボックス 1194">
            <a:extLst>
              <a:ext uri="{FF2B5EF4-FFF2-40B4-BE49-F238E27FC236}">
                <a16:creationId xmlns:a16="http://schemas.microsoft.com/office/drawing/2014/main" id="{6B72A664-04C7-B251-348C-D1984D2B1F39}"/>
              </a:ext>
            </a:extLst>
          </p:cNvPr>
          <p:cNvSpPr txBox="1"/>
          <p:nvPr/>
        </p:nvSpPr>
        <p:spPr>
          <a:xfrm>
            <a:off x="2849388" y="1998046"/>
            <a:ext cx="1075514"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専用推論チップ</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pic>
        <p:nvPicPr>
          <p:cNvPr id="1196" name="グラフィックス 1195" descr="稲妻 枠線">
            <a:extLst>
              <a:ext uri="{FF2B5EF4-FFF2-40B4-BE49-F238E27FC236}">
                <a16:creationId xmlns:a16="http://schemas.microsoft.com/office/drawing/2014/main" id="{E43B3E6B-5813-BF2A-603E-BC8D8A5121C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4489228">
            <a:off x="4777276" y="1896905"/>
            <a:ext cx="685800" cy="685800"/>
          </a:xfrm>
          <a:prstGeom prst="rect">
            <a:avLst/>
          </a:prstGeom>
        </p:spPr>
      </p:pic>
      <p:sp>
        <p:nvSpPr>
          <p:cNvPr id="1197" name="テキスト ボックス 1196">
            <a:extLst>
              <a:ext uri="{FF2B5EF4-FFF2-40B4-BE49-F238E27FC236}">
                <a16:creationId xmlns:a16="http://schemas.microsoft.com/office/drawing/2014/main" id="{ECA0FCF2-31C1-9C9F-8961-6444D2E37E07}"/>
              </a:ext>
            </a:extLst>
          </p:cNvPr>
          <p:cNvSpPr txBox="1"/>
          <p:nvPr/>
        </p:nvSpPr>
        <p:spPr>
          <a:xfrm>
            <a:off x="5426776" y="2032056"/>
            <a:ext cx="1110408" cy="230832"/>
          </a:xfrm>
          <a:prstGeom prst="rect">
            <a:avLst/>
          </a:prstGeom>
          <a:noFill/>
        </p:spPr>
        <p:txBody>
          <a:bodyPr wrap="square">
            <a:spAutoFit/>
          </a:bodyPr>
          <a:lstStyle/>
          <a:p>
            <a:r>
              <a:rPr lang="en-US" altLang="ja-JP" sz="900" dirty="0">
                <a:solidFill>
                  <a:prstClr val="black"/>
                </a:solidFill>
                <a:latin typeface="Meiryo UI" panose="020B0604030504040204" pitchFamily="50" charset="-128"/>
                <a:ea typeface="Meiryo UI" panose="020B0604030504040204" pitchFamily="50" charset="-128"/>
              </a:rPr>
              <a:t>L</a:t>
            </a:r>
            <a:r>
              <a:rPr lang="ja-JP" altLang="en-US" sz="900" dirty="0">
                <a:solidFill>
                  <a:prstClr val="black"/>
                </a:solidFill>
                <a:latin typeface="Meiryo UI" panose="020B0604030504040204" pitchFamily="50" charset="-128"/>
                <a:ea typeface="Meiryo UI" panose="020B0604030504040204" pitchFamily="50" charset="-128"/>
              </a:rPr>
              <a:t>５</a:t>
            </a:r>
            <a:r>
              <a:rPr lang="en-US" altLang="ja-JP" sz="900" dirty="0">
                <a:solidFill>
                  <a:prstClr val="black"/>
                </a:solidFill>
                <a:latin typeface="Meiryo UI" panose="020B0604030504040204" pitchFamily="50" charset="-128"/>
                <a:ea typeface="Meiryo UI" panose="020B0604030504040204" pitchFamily="50" charset="-128"/>
              </a:rPr>
              <a:t>G</a:t>
            </a:r>
            <a:r>
              <a:rPr lang="ja-JP" altLang="en-US" sz="900" dirty="0">
                <a:solidFill>
                  <a:prstClr val="black"/>
                </a:solidFill>
                <a:latin typeface="Meiryo UI" panose="020B0604030504040204" pitchFamily="50" charset="-128"/>
                <a:ea typeface="Meiryo UI" panose="020B0604030504040204" pitchFamily="50" charset="-128"/>
              </a:rPr>
              <a:t> </a:t>
            </a:r>
          </a:p>
        </p:txBody>
      </p:sp>
      <p:pic>
        <p:nvPicPr>
          <p:cNvPr id="1198" name="グラフィックス 1197" descr="稲妻 枠線">
            <a:extLst>
              <a:ext uri="{FF2B5EF4-FFF2-40B4-BE49-F238E27FC236}">
                <a16:creationId xmlns:a16="http://schemas.microsoft.com/office/drawing/2014/main" id="{00D15737-F642-8E76-148F-BFC38811D82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15863093">
            <a:off x="5807848" y="1774481"/>
            <a:ext cx="685800" cy="685800"/>
          </a:xfrm>
          <a:prstGeom prst="rect">
            <a:avLst/>
          </a:prstGeom>
        </p:spPr>
      </p:pic>
      <p:sp>
        <p:nvSpPr>
          <p:cNvPr id="1199" name="テキスト ボックス 1198">
            <a:extLst>
              <a:ext uri="{FF2B5EF4-FFF2-40B4-BE49-F238E27FC236}">
                <a16:creationId xmlns:a16="http://schemas.microsoft.com/office/drawing/2014/main" id="{13620FCA-F802-9A06-A389-40208AF8F3A1}"/>
              </a:ext>
            </a:extLst>
          </p:cNvPr>
          <p:cNvSpPr txBox="1"/>
          <p:nvPr/>
        </p:nvSpPr>
        <p:spPr>
          <a:xfrm>
            <a:off x="1303934" y="3332860"/>
            <a:ext cx="1128835" cy="276999"/>
          </a:xfrm>
          <a:prstGeom prst="rect">
            <a:avLst/>
          </a:prstGeom>
          <a:noFill/>
        </p:spPr>
        <p:txBody>
          <a:bodyPr wrap="none" rtlCol="0">
            <a:spAutoFit/>
          </a:bodyPr>
          <a:lstStyle/>
          <a:p>
            <a:r>
              <a:rPr kumimoji="1" lang="en-US" altLang="ja-JP" sz="1200" b="1" dirty="0">
                <a:solidFill>
                  <a:srgbClr val="1F497D"/>
                </a:solidFill>
                <a:latin typeface="Meiryo UI" panose="020B0604030504040204" pitchFamily="50" charset="-128"/>
                <a:ea typeface="Meiryo UI" panose="020B0604030504040204" pitchFamily="50" charset="-128"/>
              </a:rPr>
              <a:t>YRP</a:t>
            </a:r>
            <a:r>
              <a:rPr kumimoji="1" lang="ja-JP" altLang="en-US" sz="1200" b="1" dirty="0">
                <a:solidFill>
                  <a:srgbClr val="1F497D"/>
                </a:solidFill>
                <a:latin typeface="Meiryo UI" panose="020B0604030504040204" pitchFamily="50" charset="-128"/>
                <a:ea typeface="Meiryo UI" panose="020B0604030504040204" pitchFamily="50" charset="-128"/>
              </a:rPr>
              <a:t>実証環境</a:t>
            </a:r>
          </a:p>
        </p:txBody>
      </p:sp>
      <p:sp>
        <p:nvSpPr>
          <p:cNvPr id="1200" name="テキスト ボックス 1199">
            <a:extLst>
              <a:ext uri="{FF2B5EF4-FFF2-40B4-BE49-F238E27FC236}">
                <a16:creationId xmlns:a16="http://schemas.microsoft.com/office/drawing/2014/main" id="{AC91E672-B613-8922-84A9-429F06555940}"/>
              </a:ext>
            </a:extLst>
          </p:cNvPr>
          <p:cNvSpPr txBox="1"/>
          <p:nvPr/>
        </p:nvSpPr>
        <p:spPr>
          <a:xfrm>
            <a:off x="8226182" y="2680749"/>
            <a:ext cx="1118916" cy="230832"/>
          </a:xfrm>
          <a:prstGeom prst="rect">
            <a:avLst/>
          </a:prstGeom>
          <a:noFill/>
        </p:spPr>
        <p:txBody>
          <a:bodyPr wrap="square" rtlCol="0">
            <a:spAutoFit/>
          </a:bodyPr>
          <a:lstStyle/>
          <a:p>
            <a:r>
              <a:rPr lang="en-US" altLang="ja-JP" sz="900" dirty="0">
                <a:solidFill>
                  <a:prstClr val="black"/>
                </a:solidFill>
                <a:latin typeface="Meiryo UI" panose="020B0604030504040204" pitchFamily="50" charset="-128"/>
                <a:ea typeface="Meiryo UI" panose="020B0604030504040204" pitchFamily="50" charset="-128"/>
              </a:rPr>
              <a:t>AP</a:t>
            </a:r>
            <a:r>
              <a:rPr lang="ja-JP" altLang="en-US" sz="900" dirty="0">
                <a:solidFill>
                  <a:prstClr val="black"/>
                </a:solidFill>
                <a:latin typeface="Meiryo UI" panose="020B0604030504040204" pitchFamily="50" charset="-128"/>
                <a:ea typeface="Meiryo UI" panose="020B0604030504040204" pitchFamily="50" charset="-128"/>
              </a:rPr>
              <a:t>開発サーバー</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201" name="テキスト ボックス 1200">
            <a:extLst>
              <a:ext uri="{FF2B5EF4-FFF2-40B4-BE49-F238E27FC236}">
                <a16:creationId xmlns:a16="http://schemas.microsoft.com/office/drawing/2014/main" id="{261B7916-772D-0089-425F-2F1D788DB02F}"/>
              </a:ext>
            </a:extLst>
          </p:cNvPr>
          <p:cNvSpPr txBox="1"/>
          <p:nvPr/>
        </p:nvSpPr>
        <p:spPr>
          <a:xfrm>
            <a:off x="7248892" y="2684112"/>
            <a:ext cx="1118916" cy="230832"/>
          </a:xfrm>
          <a:prstGeom prst="rect">
            <a:avLst/>
          </a:prstGeom>
          <a:noFill/>
        </p:spPr>
        <p:txBody>
          <a:bodyPr wrap="square" rtlCol="0">
            <a:spAutoFit/>
          </a:bodyPr>
          <a:lstStyle/>
          <a:p>
            <a:r>
              <a:rPr lang="en-US" altLang="ja-JP" sz="900" dirty="0">
                <a:solidFill>
                  <a:prstClr val="black"/>
                </a:solidFill>
                <a:latin typeface="Meiryo UI" panose="020B0604030504040204" pitchFamily="50" charset="-128"/>
                <a:ea typeface="Meiryo UI" panose="020B0604030504040204" pitchFamily="50" charset="-128"/>
              </a:rPr>
              <a:t>SW</a:t>
            </a:r>
            <a:r>
              <a:rPr lang="ja-JP" altLang="en-US" sz="900" dirty="0">
                <a:solidFill>
                  <a:prstClr val="black"/>
                </a:solidFill>
                <a:latin typeface="Meiryo UI" panose="020B0604030504040204" pitchFamily="50" charset="-128"/>
                <a:ea typeface="Meiryo UI" panose="020B0604030504040204" pitchFamily="50" charset="-128"/>
              </a:rPr>
              <a:t> </a:t>
            </a:r>
            <a:r>
              <a:rPr lang="en-US" altLang="ja-JP" sz="900" dirty="0">
                <a:solidFill>
                  <a:prstClr val="black"/>
                </a:solidFill>
                <a:latin typeface="Meiryo UI" panose="020B0604030504040204" pitchFamily="50" charset="-128"/>
                <a:ea typeface="Meiryo UI" panose="020B0604030504040204" pitchFamily="50" charset="-128"/>
              </a:rPr>
              <a:t>HUB</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202" name="四角形: 角を丸くする 1201">
            <a:extLst>
              <a:ext uri="{FF2B5EF4-FFF2-40B4-BE49-F238E27FC236}">
                <a16:creationId xmlns:a16="http://schemas.microsoft.com/office/drawing/2014/main" id="{035B46DD-60F3-433E-6E44-A8DB76CF50EC}"/>
              </a:ext>
            </a:extLst>
          </p:cNvPr>
          <p:cNvSpPr/>
          <p:nvPr/>
        </p:nvSpPr>
        <p:spPr>
          <a:xfrm>
            <a:off x="1142506" y="3326646"/>
            <a:ext cx="8455427" cy="3115248"/>
          </a:xfrm>
          <a:prstGeom prst="roundRect">
            <a:avLst>
              <a:gd name="adj" fmla="val 3633"/>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ｖ</a:t>
            </a:r>
          </a:p>
        </p:txBody>
      </p:sp>
      <p:pic>
        <p:nvPicPr>
          <p:cNvPr id="1203" name="図 1202">
            <a:extLst>
              <a:ext uri="{FF2B5EF4-FFF2-40B4-BE49-F238E27FC236}">
                <a16:creationId xmlns:a16="http://schemas.microsoft.com/office/drawing/2014/main" id="{38AA8018-B17F-EB4A-F480-56E9F3E4EF27}"/>
              </a:ext>
            </a:extLst>
          </p:cNvPr>
          <p:cNvPicPr>
            <a:picLocks noChangeAspect="1"/>
          </p:cNvPicPr>
          <p:nvPr/>
        </p:nvPicPr>
        <p:blipFill>
          <a:blip r:embed="rId8"/>
          <a:stretch>
            <a:fillRect/>
          </a:stretch>
        </p:blipFill>
        <p:spPr>
          <a:xfrm>
            <a:off x="7450138" y="1547143"/>
            <a:ext cx="1051034" cy="838984"/>
          </a:xfrm>
          <a:prstGeom prst="rect">
            <a:avLst/>
          </a:prstGeom>
        </p:spPr>
      </p:pic>
      <p:pic>
        <p:nvPicPr>
          <p:cNvPr id="1204" name="図 1203">
            <a:extLst>
              <a:ext uri="{FF2B5EF4-FFF2-40B4-BE49-F238E27FC236}">
                <a16:creationId xmlns:a16="http://schemas.microsoft.com/office/drawing/2014/main" id="{6FD4C81D-DA97-11E2-7E03-34F18E787449}"/>
              </a:ext>
            </a:extLst>
          </p:cNvPr>
          <p:cNvPicPr>
            <a:picLocks noChangeAspect="1"/>
          </p:cNvPicPr>
          <p:nvPr/>
        </p:nvPicPr>
        <p:blipFill>
          <a:blip r:embed="rId14"/>
          <a:stretch>
            <a:fillRect/>
          </a:stretch>
        </p:blipFill>
        <p:spPr>
          <a:xfrm>
            <a:off x="8158334" y="5448746"/>
            <a:ext cx="1152731" cy="843886"/>
          </a:xfrm>
          <a:prstGeom prst="rect">
            <a:avLst/>
          </a:prstGeom>
        </p:spPr>
      </p:pic>
      <p:sp>
        <p:nvSpPr>
          <p:cNvPr id="1205" name="テキスト ボックス 1204">
            <a:extLst>
              <a:ext uri="{FF2B5EF4-FFF2-40B4-BE49-F238E27FC236}">
                <a16:creationId xmlns:a16="http://schemas.microsoft.com/office/drawing/2014/main" id="{92595DBB-7C24-EBDD-974A-A33BC6864A32}"/>
              </a:ext>
            </a:extLst>
          </p:cNvPr>
          <p:cNvSpPr txBox="1"/>
          <p:nvPr/>
        </p:nvSpPr>
        <p:spPr>
          <a:xfrm>
            <a:off x="7382138" y="4974355"/>
            <a:ext cx="1003190"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点群データ生成</a:t>
            </a:r>
          </a:p>
        </p:txBody>
      </p:sp>
      <p:sp>
        <p:nvSpPr>
          <p:cNvPr id="1206" name="テキスト ボックス 1205">
            <a:extLst>
              <a:ext uri="{FF2B5EF4-FFF2-40B4-BE49-F238E27FC236}">
                <a16:creationId xmlns:a16="http://schemas.microsoft.com/office/drawing/2014/main" id="{A29C0516-A390-443A-575C-5BB2BC3B9FD8}"/>
              </a:ext>
            </a:extLst>
          </p:cNvPr>
          <p:cNvSpPr txBox="1"/>
          <p:nvPr/>
        </p:nvSpPr>
        <p:spPr>
          <a:xfrm>
            <a:off x="8252973" y="5298539"/>
            <a:ext cx="1003190"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デジタルツイン</a:t>
            </a:r>
          </a:p>
        </p:txBody>
      </p:sp>
      <p:pic>
        <p:nvPicPr>
          <p:cNvPr id="1207" name="グラフィックス 1206" descr="クワッドコプター 単色塗りつぶし">
            <a:extLst>
              <a:ext uri="{FF2B5EF4-FFF2-40B4-BE49-F238E27FC236}">
                <a16:creationId xmlns:a16="http://schemas.microsoft.com/office/drawing/2014/main" id="{9ED9B29F-B46D-C33A-074E-42D7778DF5E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54340" y="1809886"/>
            <a:ext cx="1130687" cy="1130687"/>
          </a:xfrm>
          <a:prstGeom prst="rect">
            <a:avLst/>
          </a:prstGeom>
        </p:spPr>
      </p:pic>
      <p:sp>
        <p:nvSpPr>
          <p:cNvPr id="1208" name="テキスト ボックス 1207">
            <a:extLst>
              <a:ext uri="{FF2B5EF4-FFF2-40B4-BE49-F238E27FC236}">
                <a16:creationId xmlns:a16="http://schemas.microsoft.com/office/drawing/2014/main" id="{DF5A9465-4D8A-4C95-AE84-E3091AF3B1C0}"/>
              </a:ext>
            </a:extLst>
          </p:cNvPr>
          <p:cNvSpPr txBox="1"/>
          <p:nvPr/>
        </p:nvSpPr>
        <p:spPr>
          <a:xfrm>
            <a:off x="1530632" y="2665183"/>
            <a:ext cx="530915" cy="230832"/>
          </a:xfrm>
          <a:prstGeom prst="rect">
            <a:avLst/>
          </a:prstGeom>
          <a:noFill/>
        </p:spPr>
        <p:txBody>
          <a:bodyPr wrap="none" rtlCol="0">
            <a:spAutoFit/>
          </a:bodyPr>
          <a:lstStyle/>
          <a:p>
            <a:r>
              <a:rPr kumimoji="1"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ドローン</a:t>
            </a:r>
          </a:p>
        </p:txBody>
      </p:sp>
      <p:sp>
        <p:nvSpPr>
          <p:cNvPr id="1209" name="テキスト ボックス 1208">
            <a:extLst>
              <a:ext uri="{FF2B5EF4-FFF2-40B4-BE49-F238E27FC236}">
                <a16:creationId xmlns:a16="http://schemas.microsoft.com/office/drawing/2014/main" id="{3BAD5B08-40A6-7061-1DF0-CCA9CEE0BBCE}"/>
              </a:ext>
            </a:extLst>
          </p:cNvPr>
          <p:cNvSpPr txBox="1"/>
          <p:nvPr/>
        </p:nvSpPr>
        <p:spPr>
          <a:xfrm>
            <a:off x="4942981" y="4961059"/>
            <a:ext cx="1708724" cy="3693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AI</a:t>
            </a: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モデル相互連携</a:t>
            </a:r>
            <a:endParaRPr kumimoji="1" lang="en-US" altLang="ja-JP"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t>
            </a:r>
            <a:r>
              <a:rPr kumimoji="1" lang="en-US" altLang="ja-JP"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API</a:t>
            </a: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他、プロトコル要検討）</a:t>
            </a:r>
          </a:p>
        </p:txBody>
      </p:sp>
      <p:sp>
        <p:nvSpPr>
          <p:cNvPr id="1210" name="テキスト ボックス 1209">
            <a:extLst>
              <a:ext uri="{FF2B5EF4-FFF2-40B4-BE49-F238E27FC236}">
                <a16:creationId xmlns:a16="http://schemas.microsoft.com/office/drawing/2014/main" id="{EA850E15-21A3-3094-7A26-4E0194447A0D}"/>
              </a:ext>
            </a:extLst>
          </p:cNvPr>
          <p:cNvSpPr txBox="1"/>
          <p:nvPr/>
        </p:nvSpPr>
        <p:spPr>
          <a:xfrm>
            <a:off x="1395159" y="5677489"/>
            <a:ext cx="1241074" cy="230832"/>
          </a:xfrm>
          <a:prstGeom prst="rect">
            <a:avLst/>
          </a:prstGeom>
          <a:noFill/>
        </p:spPr>
        <p:txBody>
          <a:bodyPr wrap="square">
            <a:spAutoFit/>
          </a:bodyPr>
          <a:lstStyle/>
          <a:p>
            <a:r>
              <a:rPr lang="ja-JP" altLang="en-US" sz="900" dirty="0">
                <a:solidFill>
                  <a:prstClr val="black"/>
                </a:solidFill>
                <a:latin typeface="Meiryo UI" panose="020B0604030504040204" pitchFamily="50" charset="-128"/>
                <a:ea typeface="Meiryo UI" panose="020B0604030504040204" pitchFamily="50" charset="-128"/>
              </a:rPr>
              <a:t>＜害獣対策＞ </a:t>
            </a:r>
          </a:p>
        </p:txBody>
      </p:sp>
      <p:sp>
        <p:nvSpPr>
          <p:cNvPr id="1211" name="テキスト ボックス 1210">
            <a:extLst>
              <a:ext uri="{FF2B5EF4-FFF2-40B4-BE49-F238E27FC236}">
                <a16:creationId xmlns:a16="http://schemas.microsoft.com/office/drawing/2014/main" id="{5DC93FF7-425B-B05F-1EF1-B95795E0396E}"/>
              </a:ext>
            </a:extLst>
          </p:cNvPr>
          <p:cNvSpPr txBox="1"/>
          <p:nvPr/>
        </p:nvSpPr>
        <p:spPr>
          <a:xfrm>
            <a:off x="2727658" y="5679962"/>
            <a:ext cx="1025122" cy="230832"/>
          </a:xfrm>
          <a:prstGeom prst="rect">
            <a:avLst/>
          </a:prstGeom>
          <a:noFill/>
        </p:spPr>
        <p:txBody>
          <a:bodyPr wrap="square">
            <a:spAutoFit/>
          </a:bodyPr>
          <a:lstStyle/>
          <a:p>
            <a:r>
              <a:rPr lang="ja-JP" altLang="en-US" sz="900" dirty="0">
                <a:solidFill>
                  <a:prstClr val="black"/>
                </a:solidFill>
                <a:latin typeface="Meiryo UI" panose="020B0604030504040204" pitchFamily="50" charset="-128"/>
                <a:ea typeface="Meiryo UI" panose="020B0604030504040204" pitchFamily="50" charset="-128"/>
              </a:rPr>
              <a:t>＜防災対策＞ </a:t>
            </a:r>
          </a:p>
        </p:txBody>
      </p:sp>
      <p:pic>
        <p:nvPicPr>
          <p:cNvPr id="1212" name="グラフィックス 1211" descr="基地局 単色塗りつぶし">
            <a:extLst>
              <a:ext uri="{FF2B5EF4-FFF2-40B4-BE49-F238E27FC236}">
                <a16:creationId xmlns:a16="http://schemas.microsoft.com/office/drawing/2014/main" id="{AA148893-3E15-92C1-5B16-B28291F7A59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607885" y="3778932"/>
            <a:ext cx="659029" cy="659029"/>
          </a:xfrm>
          <a:prstGeom prst="rect">
            <a:avLst/>
          </a:prstGeom>
        </p:spPr>
      </p:pic>
      <p:pic>
        <p:nvPicPr>
          <p:cNvPr id="1213" name="グラフィックス 1212" descr="クワッドコプター 単色塗りつぶし">
            <a:extLst>
              <a:ext uri="{FF2B5EF4-FFF2-40B4-BE49-F238E27FC236}">
                <a16:creationId xmlns:a16="http://schemas.microsoft.com/office/drawing/2014/main" id="{80AD1F73-2678-31EA-E8ED-62FD91725B0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78390" y="3637181"/>
            <a:ext cx="1025454" cy="1025454"/>
          </a:xfrm>
          <a:prstGeom prst="rect">
            <a:avLst/>
          </a:prstGeom>
        </p:spPr>
      </p:pic>
      <p:sp>
        <p:nvSpPr>
          <p:cNvPr id="1214" name="吹き出し: 角を丸めた四角形 1213">
            <a:extLst>
              <a:ext uri="{FF2B5EF4-FFF2-40B4-BE49-F238E27FC236}">
                <a16:creationId xmlns:a16="http://schemas.microsoft.com/office/drawing/2014/main" id="{E6838DB5-F3A9-8F5F-DA75-BF07A70F34DA}"/>
              </a:ext>
            </a:extLst>
          </p:cNvPr>
          <p:cNvSpPr/>
          <p:nvPr/>
        </p:nvSpPr>
        <p:spPr>
          <a:xfrm>
            <a:off x="2268178" y="3657957"/>
            <a:ext cx="1564807" cy="891530"/>
          </a:xfrm>
          <a:prstGeom prst="wedgeRoundRectCallout">
            <a:avLst>
              <a:gd name="adj1" fmla="val -60510"/>
              <a:gd name="adj2" fmla="val 3765"/>
              <a:gd name="adj3" fmla="val 16667"/>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35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215" name="吹き出し: 角を丸めた四角形 1214">
            <a:extLst>
              <a:ext uri="{FF2B5EF4-FFF2-40B4-BE49-F238E27FC236}">
                <a16:creationId xmlns:a16="http://schemas.microsoft.com/office/drawing/2014/main" id="{15737FA0-4741-7350-0593-D73D4E1DCF37}"/>
              </a:ext>
            </a:extLst>
          </p:cNvPr>
          <p:cNvSpPr/>
          <p:nvPr/>
        </p:nvSpPr>
        <p:spPr>
          <a:xfrm>
            <a:off x="2278129" y="4724313"/>
            <a:ext cx="1564807" cy="891530"/>
          </a:xfrm>
          <a:prstGeom prst="wedgeRoundRectCallout">
            <a:avLst>
              <a:gd name="adj1" fmla="val -55591"/>
              <a:gd name="adj2" fmla="val 4549"/>
              <a:gd name="adj3" fmla="val 16667"/>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35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216" name="テキスト ボックス 1215">
            <a:extLst>
              <a:ext uri="{FF2B5EF4-FFF2-40B4-BE49-F238E27FC236}">
                <a16:creationId xmlns:a16="http://schemas.microsoft.com/office/drawing/2014/main" id="{A9434A93-8494-F2F7-B14B-FA2549F81308}"/>
              </a:ext>
            </a:extLst>
          </p:cNvPr>
          <p:cNvSpPr txBox="1"/>
          <p:nvPr/>
        </p:nvSpPr>
        <p:spPr>
          <a:xfrm>
            <a:off x="1321510" y="3621518"/>
            <a:ext cx="1024026"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自律反射行動</a:t>
            </a:r>
            <a:r>
              <a:rPr kumimoji="0" lang="en-US" altLang="ja-JP"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AI</a:t>
            </a:r>
            <a:endPar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217" name="テキスト ボックス 1216">
            <a:extLst>
              <a:ext uri="{FF2B5EF4-FFF2-40B4-BE49-F238E27FC236}">
                <a16:creationId xmlns:a16="http://schemas.microsoft.com/office/drawing/2014/main" id="{6FE3C0C5-3980-537A-3234-03A6A0904091}"/>
              </a:ext>
            </a:extLst>
          </p:cNvPr>
          <p:cNvSpPr txBox="1"/>
          <p:nvPr/>
        </p:nvSpPr>
        <p:spPr>
          <a:xfrm>
            <a:off x="8294885" y="4189448"/>
            <a:ext cx="1003190"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シミュレーション</a:t>
            </a:r>
          </a:p>
        </p:txBody>
      </p:sp>
      <p:sp>
        <p:nvSpPr>
          <p:cNvPr id="1218" name="テキスト ボックス 1217">
            <a:extLst>
              <a:ext uri="{FF2B5EF4-FFF2-40B4-BE49-F238E27FC236}">
                <a16:creationId xmlns:a16="http://schemas.microsoft.com/office/drawing/2014/main" id="{84142C78-2440-5656-01B3-89D744CBFB43}"/>
              </a:ext>
            </a:extLst>
          </p:cNvPr>
          <p:cNvSpPr txBox="1"/>
          <p:nvPr/>
        </p:nvSpPr>
        <p:spPr>
          <a:xfrm>
            <a:off x="3273687" y="1732689"/>
            <a:ext cx="1606913"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自律反射行動</a:t>
            </a:r>
            <a:r>
              <a:rPr kumimoji="1" lang="en-US" altLang="ja-JP"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AI</a:t>
            </a: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モデル開発</a:t>
            </a:r>
          </a:p>
        </p:txBody>
      </p:sp>
      <p:sp>
        <p:nvSpPr>
          <p:cNvPr id="1219" name="テキスト ボックス 1218">
            <a:extLst>
              <a:ext uri="{FF2B5EF4-FFF2-40B4-BE49-F238E27FC236}">
                <a16:creationId xmlns:a16="http://schemas.microsoft.com/office/drawing/2014/main" id="{64CAAA44-E25E-4838-8938-C9A8C80AA180}"/>
              </a:ext>
            </a:extLst>
          </p:cNvPr>
          <p:cNvSpPr txBox="1"/>
          <p:nvPr/>
        </p:nvSpPr>
        <p:spPr>
          <a:xfrm>
            <a:off x="3154138" y="5835576"/>
            <a:ext cx="1025122" cy="230832"/>
          </a:xfrm>
          <a:prstGeom prst="rect">
            <a:avLst/>
          </a:prstGeom>
          <a:noFill/>
        </p:spPr>
        <p:txBody>
          <a:bodyPr wrap="square">
            <a:spAutoFit/>
          </a:bodyPr>
          <a:lstStyle/>
          <a:p>
            <a:r>
              <a:rPr lang="ja-JP" altLang="en-US" sz="900" dirty="0">
                <a:solidFill>
                  <a:prstClr val="black"/>
                </a:solidFill>
                <a:latin typeface="Meiryo UI" panose="020B0604030504040204" pitchFamily="50" charset="-128"/>
                <a:ea typeface="Meiryo UI" panose="020B0604030504040204" pitchFamily="50" charset="-128"/>
              </a:rPr>
              <a:t>＜防犯対策＞ </a:t>
            </a:r>
          </a:p>
        </p:txBody>
      </p:sp>
    </p:spTree>
    <p:extLst>
      <p:ext uri="{BB962C8B-B14F-4D97-AF65-F5344CB8AC3E}">
        <p14:creationId xmlns:p14="http://schemas.microsoft.com/office/powerpoint/2010/main" val="14139520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06AF4-DF7D-7198-ADCD-3C69C99CBC9D}"/>
              </a:ext>
            </a:extLst>
          </p:cNvPr>
          <p:cNvSpPr>
            <a:spLocks noGrp="1"/>
          </p:cNvSpPr>
          <p:nvPr>
            <p:ph type="ctrTitle"/>
          </p:nvPr>
        </p:nvSpPr>
        <p:spPr/>
        <p:txBody>
          <a:bodyPr>
            <a:normAutofit fontScale="90000"/>
          </a:bodyPr>
          <a:lstStyle/>
          <a:p>
            <a:r>
              <a:rPr lang="en-US" altLang="ja-JP" dirty="0"/>
              <a:t>[</a:t>
            </a:r>
            <a:r>
              <a:rPr lang="ja-JP" altLang="en-US" dirty="0"/>
              <a:t>社内検証</a:t>
            </a:r>
            <a:r>
              <a:rPr lang="en-US" altLang="ja-JP" dirty="0"/>
              <a:t>]</a:t>
            </a:r>
            <a:br>
              <a:rPr lang="en-US" altLang="ja-JP" dirty="0"/>
            </a:br>
            <a:r>
              <a:rPr lang="ja-JP" altLang="en-US" dirty="0"/>
              <a:t>ロボットアーム </a:t>
            </a:r>
            <a:r>
              <a:rPr lang="en-US" altLang="ja-JP" dirty="0"/>
              <a:t>x VLA</a:t>
            </a:r>
            <a:r>
              <a:rPr lang="ja-JP" altLang="en-US" dirty="0"/>
              <a:t>の動作検証ご紹介</a:t>
            </a:r>
            <a:endParaRPr kumimoji="1" lang="ja-JP" altLang="en-US" dirty="0"/>
          </a:p>
        </p:txBody>
      </p:sp>
    </p:spTree>
    <p:extLst>
      <p:ext uri="{BB962C8B-B14F-4D97-AF65-F5344CB8AC3E}">
        <p14:creationId xmlns:p14="http://schemas.microsoft.com/office/powerpoint/2010/main" val="19317379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2AC62-5565-C994-1452-2238CF1139E2}"/>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A15880E0-D6FC-8220-2914-D672A005D5FC}"/>
              </a:ext>
            </a:extLst>
          </p:cNvPr>
          <p:cNvSpPr>
            <a:spLocks noGrp="1"/>
          </p:cNvSpPr>
          <p:nvPr>
            <p:ph type="title"/>
          </p:nvPr>
        </p:nvSpPr>
        <p:spPr/>
        <p:txBody>
          <a:bodyPr>
            <a:normAutofit/>
          </a:bodyPr>
          <a:lstStyle/>
          <a:p>
            <a:pPr algn="l"/>
            <a:r>
              <a:rPr lang="ja-JP" altLang="en-US" dirty="0">
                <a:solidFill>
                  <a:srgbClr val="00209B"/>
                </a:solidFill>
                <a:latin typeface="+mn-ea"/>
                <a:ea typeface="+mn-ea"/>
              </a:rPr>
              <a:t>オフィスの一コマ</a:t>
            </a:r>
          </a:p>
        </p:txBody>
      </p:sp>
      <p:sp>
        <p:nvSpPr>
          <p:cNvPr id="8" name="コンテンツ プレースホルダー 7">
            <a:extLst>
              <a:ext uri="{FF2B5EF4-FFF2-40B4-BE49-F238E27FC236}">
                <a16:creationId xmlns:a16="http://schemas.microsoft.com/office/drawing/2014/main" id="{F366918D-606F-ED42-4D94-052EC74CFAF7}"/>
              </a:ext>
            </a:extLst>
          </p:cNvPr>
          <p:cNvSpPr>
            <a:spLocks noGrp="1"/>
          </p:cNvSpPr>
          <p:nvPr>
            <p:ph idx="11"/>
          </p:nvPr>
        </p:nvSpPr>
        <p:spPr/>
        <p:txBody>
          <a:bodyPr>
            <a:normAutofit/>
          </a:bodyPr>
          <a:lstStyle/>
          <a:p>
            <a:r>
              <a:rPr lang="en-US" altLang="ja-JP" dirty="0">
                <a:latin typeface="+mn-ea"/>
                <a:ea typeface="+mn-ea"/>
              </a:rPr>
              <a:t>T</a:t>
            </a:r>
            <a:r>
              <a:rPr lang="ja-JP" altLang="en-US" dirty="0">
                <a:latin typeface="+mn-ea"/>
                <a:ea typeface="+mn-ea"/>
              </a:rPr>
              <a:t>代さんの机上　青いボールをカメラでとらえたら、ロボットがつかんで、枠内に配置する。</a:t>
            </a:r>
          </a:p>
        </p:txBody>
      </p:sp>
      <p:pic>
        <p:nvPicPr>
          <p:cNvPr id="1026" name="Picture 2">
            <a:extLst>
              <a:ext uri="{FF2B5EF4-FFF2-40B4-BE49-F238E27FC236}">
                <a16:creationId xmlns:a16="http://schemas.microsoft.com/office/drawing/2014/main" id="{840BFD88-2299-9355-6351-678C10CB0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291" y="1661759"/>
            <a:ext cx="8585627" cy="4831932"/>
          </a:xfrm>
          <a:prstGeom prst="rect">
            <a:avLst/>
          </a:prstGeom>
          <a:noFill/>
          <a:extLst>
            <a:ext uri="{909E8E84-426E-40DD-AFC4-6F175D3DCCD1}">
              <a14:hiddenFill xmlns:a14="http://schemas.microsoft.com/office/drawing/2010/main">
                <a:solidFill>
                  <a:srgbClr val="FFFFFF"/>
                </a:solidFill>
              </a14:hiddenFill>
            </a:ext>
          </a:extLst>
        </p:spPr>
      </p:pic>
      <p:sp>
        <p:nvSpPr>
          <p:cNvPr id="2" name="吹き出し: 角を丸めた四角形 1">
            <a:extLst>
              <a:ext uri="{FF2B5EF4-FFF2-40B4-BE49-F238E27FC236}">
                <a16:creationId xmlns:a16="http://schemas.microsoft.com/office/drawing/2014/main" id="{1BC792A9-B057-F7D9-7977-D5445AC3D5E6}"/>
              </a:ext>
            </a:extLst>
          </p:cNvPr>
          <p:cNvSpPr/>
          <p:nvPr/>
        </p:nvSpPr>
        <p:spPr>
          <a:xfrm>
            <a:off x="733425" y="3181350"/>
            <a:ext cx="1257300" cy="1238250"/>
          </a:xfrm>
          <a:prstGeom prst="wedgeRoundRectCallout">
            <a:avLst>
              <a:gd name="adj1" fmla="val 60985"/>
              <a:gd name="adj2" fmla="val 7019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ロボットアーム</a:t>
            </a:r>
          </a:p>
        </p:txBody>
      </p:sp>
      <p:sp>
        <p:nvSpPr>
          <p:cNvPr id="3" name="吹き出し: 角を丸めた四角形 2">
            <a:extLst>
              <a:ext uri="{FF2B5EF4-FFF2-40B4-BE49-F238E27FC236}">
                <a16:creationId xmlns:a16="http://schemas.microsoft.com/office/drawing/2014/main" id="{CC05A977-0458-01EB-3B55-EFB01ADF57B2}"/>
              </a:ext>
            </a:extLst>
          </p:cNvPr>
          <p:cNvSpPr/>
          <p:nvPr/>
        </p:nvSpPr>
        <p:spPr>
          <a:xfrm>
            <a:off x="4127285" y="5067300"/>
            <a:ext cx="1257300" cy="1238250"/>
          </a:xfrm>
          <a:prstGeom prst="wedgeRoundRectCallout">
            <a:avLst>
              <a:gd name="adj1" fmla="val 92803"/>
              <a:gd name="adj2" fmla="val -2596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ロボットアーム</a:t>
            </a:r>
          </a:p>
        </p:txBody>
      </p:sp>
      <p:sp>
        <p:nvSpPr>
          <p:cNvPr id="5" name="吹き出し: 角を丸めた四角形 4">
            <a:extLst>
              <a:ext uri="{FF2B5EF4-FFF2-40B4-BE49-F238E27FC236}">
                <a16:creationId xmlns:a16="http://schemas.microsoft.com/office/drawing/2014/main" id="{170927EB-6CB5-6FEA-9EFC-71F10D9C26A3}"/>
              </a:ext>
            </a:extLst>
          </p:cNvPr>
          <p:cNvSpPr/>
          <p:nvPr/>
        </p:nvSpPr>
        <p:spPr>
          <a:xfrm>
            <a:off x="2869985" y="2562225"/>
            <a:ext cx="1257300" cy="1238250"/>
          </a:xfrm>
          <a:prstGeom prst="wedgeRoundRectCallout">
            <a:avLst>
              <a:gd name="adj1" fmla="val 83712"/>
              <a:gd name="adj2" fmla="val 7942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物体検知用カメラ</a:t>
            </a:r>
          </a:p>
        </p:txBody>
      </p:sp>
      <p:sp>
        <p:nvSpPr>
          <p:cNvPr id="7" name="吹き出し: 角を丸めた四角形 6">
            <a:extLst>
              <a:ext uri="{FF2B5EF4-FFF2-40B4-BE49-F238E27FC236}">
                <a16:creationId xmlns:a16="http://schemas.microsoft.com/office/drawing/2014/main" id="{96BAA238-A6C3-D748-C51F-F2CDA642B202}"/>
              </a:ext>
            </a:extLst>
          </p:cNvPr>
          <p:cNvSpPr/>
          <p:nvPr/>
        </p:nvSpPr>
        <p:spPr>
          <a:xfrm>
            <a:off x="8690402" y="3590925"/>
            <a:ext cx="1257300" cy="1238250"/>
          </a:xfrm>
          <a:prstGeom prst="wedgeRoundRectCallout">
            <a:avLst>
              <a:gd name="adj1" fmla="val -197349"/>
              <a:gd name="adj2" fmla="val -5903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NVIDA</a:t>
            </a:r>
          </a:p>
          <a:p>
            <a:pPr algn="ctr"/>
            <a:r>
              <a:rPr kumimoji="1" lang="en-US" altLang="ja-JP" dirty="0"/>
              <a:t>SPARK</a:t>
            </a:r>
            <a:endParaRPr kumimoji="1" lang="ja-JP" altLang="en-US" dirty="0"/>
          </a:p>
        </p:txBody>
      </p:sp>
      <p:sp>
        <p:nvSpPr>
          <p:cNvPr id="9" name="吹き出し: 角を丸めた四角形 8">
            <a:extLst>
              <a:ext uri="{FF2B5EF4-FFF2-40B4-BE49-F238E27FC236}">
                <a16:creationId xmlns:a16="http://schemas.microsoft.com/office/drawing/2014/main" id="{C6916644-EB04-48C7-5B59-31487967FD7B}"/>
              </a:ext>
            </a:extLst>
          </p:cNvPr>
          <p:cNvSpPr/>
          <p:nvPr/>
        </p:nvSpPr>
        <p:spPr>
          <a:xfrm>
            <a:off x="9204752" y="2058639"/>
            <a:ext cx="1691848" cy="687825"/>
          </a:xfrm>
          <a:prstGeom prst="wedgeRoundRectCallout">
            <a:avLst>
              <a:gd name="adj1" fmla="val -262527"/>
              <a:gd name="adj2" fmla="val 9219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t>EdgeCortix</a:t>
            </a:r>
            <a:endParaRPr kumimoji="1" lang="ja-JP" altLang="en-US" dirty="0"/>
          </a:p>
        </p:txBody>
      </p:sp>
    </p:spTree>
    <p:extLst>
      <p:ext uri="{BB962C8B-B14F-4D97-AF65-F5344CB8AC3E}">
        <p14:creationId xmlns:p14="http://schemas.microsoft.com/office/powerpoint/2010/main" val="1794262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B3446-EF54-B4BF-EF07-F7A451CDFFE3}"/>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63F35705-7D8D-17D5-E820-95F42FAF1C13}"/>
              </a:ext>
            </a:extLst>
          </p:cNvPr>
          <p:cNvSpPr>
            <a:spLocks noGrp="1"/>
          </p:cNvSpPr>
          <p:nvPr>
            <p:ph type="ctrTitle"/>
          </p:nvPr>
        </p:nvSpPr>
        <p:spPr>
          <a:xfrm>
            <a:off x="550863" y="2971784"/>
            <a:ext cx="8135937" cy="883524"/>
          </a:xfrm>
        </p:spPr>
        <p:txBody>
          <a:bodyPr>
            <a:normAutofit/>
          </a:bodyPr>
          <a:lstStyle/>
          <a:p>
            <a:r>
              <a:rPr lang="ja-JP" altLang="en-US" dirty="0"/>
              <a:t>当社フィジカル</a:t>
            </a:r>
            <a:r>
              <a:rPr lang="en-US" altLang="ja-JP" dirty="0"/>
              <a:t>AI</a:t>
            </a:r>
            <a:r>
              <a:rPr lang="ja-JP" altLang="en-US" dirty="0"/>
              <a:t>提供イメージ</a:t>
            </a:r>
            <a:r>
              <a:rPr lang="en-US" altLang="ja-JP" dirty="0"/>
              <a:t>(</a:t>
            </a:r>
            <a:r>
              <a:rPr lang="ja-JP" altLang="en-US" dirty="0"/>
              <a:t>案</a:t>
            </a:r>
            <a:r>
              <a:rPr lang="en-US" altLang="ja-JP" dirty="0"/>
              <a:t>)</a:t>
            </a:r>
            <a:endParaRPr lang="ja-JP" altLang="en-US" dirty="0"/>
          </a:p>
        </p:txBody>
      </p:sp>
    </p:spTree>
    <p:extLst>
      <p:ext uri="{BB962C8B-B14F-4D97-AF65-F5344CB8AC3E}">
        <p14:creationId xmlns:p14="http://schemas.microsoft.com/office/powerpoint/2010/main" val="26680784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CA871B-1D64-6422-1825-AE06F8DFBBC1}"/>
              </a:ext>
            </a:extLst>
          </p:cNvPr>
          <p:cNvSpPr>
            <a:spLocks noGrp="1"/>
          </p:cNvSpPr>
          <p:nvPr>
            <p:ph type="ctrTitle"/>
          </p:nvPr>
        </p:nvSpPr>
        <p:spPr/>
        <p:txBody>
          <a:bodyPr/>
          <a:lstStyle/>
          <a:p>
            <a:pPr algn="l"/>
            <a:r>
              <a:rPr kumimoji="1" lang="en-US" altLang="ja-JP" dirty="0"/>
              <a:t>End of Document</a:t>
            </a:r>
            <a:endParaRPr kumimoji="1" lang="ja-JP" altLang="en-US" dirty="0"/>
          </a:p>
        </p:txBody>
      </p:sp>
      <p:sp>
        <p:nvSpPr>
          <p:cNvPr id="3" name="コンテンツ プレースホルダー 2">
            <a:extLst>
              <a:ext uri="{FF2B5EF4-FFF2-40B4-BE49-F238E27FC236}">
                <a16:creationId xmlns:a16="http://schemas.microsoft.com/office/drawing/2014/main" id="{7644250D-28F8-6DF2-7E14-230A7268ED08}"/>
              </a:ext>
            </a:extLst>
          </p:cNvPr>
          <p:cNvSpPr>
            <a:spLocks noGrp="1"/>
          </p:cNvSpPr>
          <p:nvPr>
            <p:ph idx="1"/>
          </p:nvPr>
        </p:nvSpPr>
        <p:spPr>
          <a:xfrm>
            <a:off x="503858" y="4353680"/>
            <a:ext cx="11184283" cy="784912"/>
          </a:xfrm>
        </p:spPr>
        <p:txBody>
          <a:bodyPr/>
          <a:lstStyle/>
          <a:p>
            <a:r>
              <a:rPr lang="ja-JP" altLang="en-US" dirty="0"/>
              <a:t>双日テックイノベーション、双日テックイノベーションのロゴは、双日テックイノベーション株式会社の登録商標です。 </a:t>
            </a:r>
            <a:endParaRPr lang="en-US" altLang="ja-JP" dirty="0"/>
          </a:p>
          <a:p>
            <a:r>
              <a:rPr lang="ja-JP" altLang="en-US" dirty="0"/>
              <a:t>その他記載されている全ての商標、サービスマーク、登録商標、登録サービスマークは、各所有者に所有権があります。 </a:t>
            </a:r>
            <a:endParaRPr lang="en-US" altLang="ja-JP" dirty="0"/>
          </a:p>
          <a:p>
            <a:endParaRPr lang="en-US" altLang="ja-JP" dirty="0"/>
          </a:p>
          <a:p>
            <a:r>
              <a:rPr lang="ja-JP" altLang="en-US" dirty="0"/>
              <a:t>本書記載の仕様はすべて予告なく変更される場合があります。</a:t>
            </a:r>
            <a:endParaRPr lang="en-US" altLang="ja-JP" dirty="0"/>
          </a:p>
          <a:p>
            <a:r>
              <a:rPr lang="ja-JP" altLang="en-US" dirty="0"/>
              <a:t>本書の記載内容に誤りがあった場合、 あるいは記載内容を更新する義務が生じた場合も、双日テックイノベーションは一切責任を負いません。 </a:t>
            </a:r>
            <a:endParaRPr lang="en-US" altLang="ja-JP" dirty="0"/>
          </a:p>
          <a:p>
            <a:r>
              <a:rPr lang="ja-JP" altLang="en-US" dirty="0"/>
              <a:t>双日テックイノベーションは、本書を予告無く変更、修正、または改訂する権利を有します。 </a:t>
            </a:r>
            <a:endParaRPr lang="en-US" altLang="ja-JP" dirty="0"/>
          </a:p>
          <a:p>
            <a:r>
              <a:rPr lang="ja-JP" altLang="en-US" dirty="0"/>
              <a:t>本書に記載されている内容を無断で複写、複製することを禁じます。</a:t>
            </a:r>
            <a:endParaRPr lang="en-US" altLang="ja-JP" dirty="0"/>
          </a:p>
          <a:p>
            <a:r>
              <a:rPr lang="ja-JP" altLang="en-US" dirty="0"/>
              <a:t> </a:t>
            </a:r>
            <a:endParaRPr lang="en-US" altLang="ja-JP" dirty="0"/>
          </a:p>
          <a:p>
            <a:r>
              <a:rPr lang="ja-JP" altLang="en-US" dirty="0"/>
              <a:t>記載の価格は参考価格となり、ご検討の際にはお見積りのご依頼をお願いいたします。 </a:t>
            </a:r>
            <a:endParaRPr lang="en-US" altLang="ja-JP" dirty="0"/>
          </a:p>
          <a:p>
            <a:r>
              <a:rPr lang="ja-JP" altLang="en-US" dirty="0"/>
              <a:t>為替変更やメーカーの価格改定により予告なく変更することがあります。</a:t>
            </a:r>
          </a:p>
        </p:txBody>
      </p:sp>
    </p:spTree>
    <p:extLst>
      <p:ext uri="{BB962C8B-B14F-4D97-AF65-F5344CB8AC3E}">
        <p14:creationId xmlns:p14="http://schemas.microsoft.com/office/powerpoint/2010/main" val="35078510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06658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a:latin typeface="BIZ UDPGothic"/>
                <a:ea typeface="BIZ UDPGothic"/>
              </a:rPr>
              <a:t>フィジカルAIエコシステムの適用ユースケース候補　①産業現場</a:t>
            </a:r>
            <a:endParaRPr lang="ja-JP" altLang="en-US"/>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a:latin typeface="BIZ UDPGothic"/>
                <a:ea typeface="BIZ UDPGothic"/>
              </a:rPr>
              <a:t>「見る・分析する」で終わらせず、「動く」までAIが担う現場を狙う</a:t>
            </a:r>
            <a:endParaRPr lang="ja-JP" altLang="en-US"/>
          </a:p>
        </p:txBody>
      </p:sp>
      <p:sp>
        <p:nvSpPr>
          <p:cNvPr id="9" name="Rounded Rectangle 8"/>
          <p:cNvSpPr/>
          <p:nvPr/>
        </p:nvSpPr>
        <p:spPr>
          <a:xfrm>
            <a:off x="88900" y="2148840"/>
            <a:ext cx="4000498"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物流倉庫：ピッキング・搬送</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VLA搭載アームが多品種の把持を自律実行し、AMR群が棚間を自律搬送。人手不足の最前線</a:t>
            </a:r>
            <a:endParaRPr lang="en-US" sz="1400" b="1" dirty="0">
              <a:solidFill>
                <a:srgbClr val="191919"/>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効き所：±1ms級のエッジ推論（把持・衝突回避）＋移動体を切れずにつなぐローカル5G</a:t>
            </a:r>
            <a:endParaRPr sz="1400" b="1" dirty="0">
              <a:solidFill>
                <a:srgbClr val="191919"/>
              </a:solidFill>
              <a:latin typeface="BIZ UDPGothic"/>
              <a:ea typeface="BIZ UDPGothic"/>
            </a:endParaRPr>
          </a:p>
        </p:txBody>
      </p:sp>
      <p:pic>
        <p:nvPicPr>
          <p:cNvPr id="10" name="Picture 9" descr="microchip_teal.png"/>
          <p:cNvPicPr>
            <a:picLocks noChangeAspect="1"/>
          </p:cNvPicPr>
          <p:nvPr/>
        </p:nvPicPr>
        <p:blipFill>
          <a:blip r:embed="rId3"/>
          <a:stretch>
            <a:fillRect/>
          </a:stretch>
        </p:blipFill>
        <p:spPr>
          <a:xfrm>
            <a:off x="1705721" y="2249789"/>
            <a:ext cx="675924" cy="675924"/>
          </a:xfrm>
          <a:prstGeom prst="rect">
            <a:avLst/>
          </a:prstGeom>
        </p:spPr>
      </p:pic>
      <p:sp>
        <p:nvSpPr>
          <p:cNvPr id="11" name="Rounded Rectangle 10"/>
          <p:cNvSpPr/>
          <p:nvPr/>
        </p:nvSpPr>
        <p:spPr>
          <a:xfrm>
            <a:off x="4178300" y="2148840"/>
            <a:ext cx="3797300"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製造：外観検査＋不良品除去</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不良を見つけるだけでなく、ロボットが「取り除く」まで実行。見つけて終わりにしない</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効き所：現場の失敗データを集中基盤で再学習し、賢くなったモデルを各ラインへ配信</a:t>
            </a:r>
            <a:endParaRPr sz="1400" b="1" dirty="0">
              <a:solidFill>
                <a:srgbClr val="191919"/>
              </a:solidFill>
              <a:latin typeface="BIZ UDPGothic"/>
              <a:ea typeface="BIZ UDPGothic"/>
            </a:endParaRPr>
          </a:p>
        </p:txBody>
      </p:sp>
      <p:pic>
        <p:nvPicPr>
          <p:cNvPr id="12" name="Picture 11" descr="personexcl_red.png"/>
          <p:cNvPicPr>
            <a:picLocks noChangeAspect="1"/>
          </p:cNvPicPr>
          <p:nvPr/>
        </p:nvPicPr>
        <p:blipFill>
          <a:blip r:embed="rId4"/>
          <a:stretch>
            <a:fillRect/>
          </a:stretch>
        </p:blipFill>
        <p:spPr>
          <a:xfrm>
            <a:off x="5719937" y="2249789"/>
            <a:ext cx="675924" cy="675924"/>
          </a:xfrm>
          <a:prstGeom prst="rect">
            <a:avLst/>
          </a:prstGeom>
        </p:spPr>
      </p:pic>
      <p:sp>
        <p:nvSpPr>
          <p:cNvPr id="13" name="Rounded Rectangle 12"/>
          <p:cNvSpPr/>
          <p:nvPr/>
        </p:nvSpPr>
        <p:spPr>
          <a:xfrm>
            <a:off x="8126476" y="2148840"/>
            <a:ext cx="3925824"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建設・プラント：点検・操縦</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ドローンが自律巡回で異常を発見し接近確認。建機は遠隔操縦から段階的に自律化へ</a:t>
            </a:r>
            <a:r>
              <a:rPr sz="1400" b="1" dirty="0" err="1">
                <a:solidFill>
                  <a:srgbClr val="191919"/>
                </a:solidFill>
                <a:latin typeface="BIZ UDPGothic"/>
                <a:ea typeface="BIZ UDPGothic"/>
              </a:rPr>
              <a:t/>
            </a:r>
            <a:r>
              <a:rPr sz="1400" b="1" dirty="0">
                <a:solidFill>
                  <a:srgbClr val="191919"/>
                </a:solidFill>
                <a:latin typeface="BIZ UDPGothic"/>
                <a:ea typeface="BIZ UDPGothic"/>
              </a:rPr>
              <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効き所：上り映像の太い帯域と遅延設計（ローカル5G）＋屋外でのエッジ推論</a:t>
            </a:r>
            <a:endParaRPr sz="1400" b="1" dirty="0">
              <a:solidFill>
                <a:srgbClr val="191919"/>
              </a:solidFill>
              <a:latin typeface="BIZ UDPGothic"/>
              <a:ea typeface="BIZ UDPGothic"/>
            </a:endParaRPr>
          </a:p>
        </p:txBody>
      </p:sp>
      <p:pic>
        <p:nvPicPr>
          <p:cNvPr id="14" name="Picture 13" descr="rocket_purple.png"/>
          <p:cNvPicPr>
            <a:picLocks noChangeAspect="1"/>
          </p:cNvPicPr>
          <p:nvPr/>
        </p:nvPicPr>
        <p:blipFill>
          <a:blip r:embed="rId5"/>
          <a:stretch>
            <a:fillRect/>
          </a:stretch>
        </p:blipFill>
        <p:spPr>
          <a:xfrm>
            <a:off x="9670653" y="2249789"/>
            <a:ext cx="675924" cy="675924"/>
          </a:xfrm>
          <a:prstGeom prst="rect">
            <a:avLst/>
          </a:prstGeom>
        </p:spPr>
      </p:pic>
      <p:sp>
        <p:nvSpPr>
          <p:cNvPr id="991" name="UCBottomNote"/>
          <p:cNvSpPr/>
          <p:nvPr/>
        </p:nvSpPr>
        <p:spPr>
          <a:xfrm>
            <a:off x="88900" y="5760720"/>
            <a:ext cx="11963400" cy="502920"/>
          </a:xfrm>
          <a:prstGeom prst="roundRect">
            <a:avLst/>
          </a:prstGeom>
          <a:solidFill>
            <a:srgbClr val="1B3A6B"/>
          </a:solidFill>
          <a:ln>
            <a:noFill/>
          </a:ln>
        </p:spPr>
        <p:txBody>
          <a:bodyPr anchor="ctr"/>
          <a:lstStyle/>
          <a:p>
            <a:pPr algn="ctr"/>
            <a:r>
              <a:rPr lang="ja-JP" altLang="en-US" sz="1300" b="1" dirty="0">
                <a:solidFill>
                  <a:srgbClr val="FFFFFF"/>
                </a:solidFill>
                <a:latin typeface="Meiryo UI"/>
                <a:ea typeface="Meiryo UI"/>
              </a:rPr>
              <a:t>共通構造：認識→判断→行動を現場で完結（エッジNPU）× 移動体をつなぐ（ローカル5G）× 学習・配信（集中基盤）</a:t>
            </a:r>
          </a:p>
        </p:txBody>
      </p:sp>
    </p:spTree>
    <p:extLst>
      <p:ext uri="{BB962C8B-B14F-4D97-AF65-F5344CB8AC3E}">
        <p14:creationId xmlns:p14="http://schemas.microsoft.com/office/powerpoint/2010/main" val="13036752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a:latin typeface="BIZ UDPGothic"/>
                <a:ea typeface="BIZ UDPGothic"/>
              </a:rPr>
              <a:t>フィジカルAIエコシステムの適用ユースケース候補　②地域・社会</a:t>
            </a:r>
            <a:endParaRPr lang="ja-JP" altLang="en-US"/>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a:latin typeface="BIZ UDPGothic"/>
                <a:ea typeface="BIZ UDPGothic"/>
              </a:rPr>
              <a:t>提案中の地域実証（害獣・防災）を起点に、同じ仕組みを横展開する</a:t>
            </a:r>
            <a:endParaRPr lang="ja-JP" altLang="en-US"/>
          </a:p>
        </p:txBody>
      </p:sp>
      <p:sp>
        <p:nvSpPr>
          <p:cNvPr id="9" name="Rounded Rectangle 8"/>
          <p:cNvSpPr/>
          <p:nvPr/>
        </p:nvSpPr>
        <p:spPr>
          <a:xfrm>
            <a:off x="88900" y="2148840"/>
            <a:ext cx="4000498"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害獣対策：検知→追い払い</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カメラ検知→行動予測→ドローンが出動し、音・光で森へ追い込むまでを自律実行</a:t>
            </a:r>
            <a:endParaRPr lang="en-US" sz="1400" b="1" dirty="0">
              <a:solidFill>
                <a:srgbClr val="191919"/>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効き所：現場で即応するエッジ推論＋デジタルツインでの行動予測（集中基盤）</a:t>
            </a:r>
            <a:endParaRPr sz="1400" b="1" dirty="0">
              <a:solidFill>
                <a:srgbClr val="191919"/>
              </a:solidFill>
              <a:latin typeface="BIZ UDPGothic"/>
              <a:ea typeface="BIZ UDPGothic"/>
            </a:endParaRPr>
          </a:p>
        </p:txBody>
      </p:sp>
      <p:pic>
        <p:nvPicPr>
          <p:cNvPr id="10" name="Picture 9" descr="microchip_teal.png"/>
          <p:cNvPicPr>
            <a:picLocks noChangeAspect="1"/>
          </p:cNvPicPr>
          <p:nvPr/>
        </p:nvPicPr>
        <p:blipFill>
          <a:blip r:embed="rId3"/>
          <a:stretch>
            <a:fillRect/>
          </a:stretch>
        </p:blipFill>
        <p:spPr>
          <a:xfrm>
            <a:off x="1705721" y="2249789"/>
            <a:ext cx="675924" cy="675924"/>
          </a:xfrm>
          <a:prstGeom prst="rect">
            <a:avLst/>
          </a:prstGeom>
        </p:spPr>
      </p:pic>
      <p:sp>
        <p:nvSpPr>
          <p:cNvPr id="11" name="Rounded Rectangle 10"/>
          <p:cNvSpPr/>
          <p:nvPr/>
        </p:nvSpPr>
        <p:spPr>
          <a:xfrm>
            <a:off x="4178300" y="2148840"/>
            <a:ext cx="3797300"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防災：探索→避難誘導</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発災時にドローンが自律派遣され、逃げ遅れを探索。音声・光で避難方向を誘導</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効き所：「知らせる」から「助けに動く」へ。通信断時も現場で安全に動ける</a:t>
            </a:r>
            <a:endParaRPr sz="1400" b="1" dirty="0">
              <a:solidFill>
                <a:srgbClr val="191919"/>
              </a:solidFill>
              <a:latin typeface="BIZ UDPGothic"/>
              <a:ea typeface="BIZ UDPGothic"/>
            </a:endParaRPr>
          </a:p>
        </p:txBody>
      </p:sp>
      <p:pic>
        <p:nvPicPr>
          <p:cNvPr id="12" name="Picture 11" descr="personexcl_red.png"/>
          <p:cNvPicPr>
            <a:picLocks noChangeAspect="1"/>
          </p:cNvPicPr>
          <p:nvPr/>
        </p:nvPicPr>
        <p:blipFill>
          <a:blip r:embed="rId4"/>
          <a:stretch>
            <a:fillRect/>
          </a:stretch>
        </p:blipFill>
        <p:spPr>
          <a:xfrm>
            <a:off x="5719937" y="2249789"/>
            <a:ext cx="675924" cy="675924"/>
          </a:xfrm>
          <a:prstGeom prst="rect">
            <a:avLst/>
          </a:prstGeom>
        </p:spPr>
      </p:pic>
      <p:sp>
        <p:nvSpPr>
          <p:cNvPr id="13" name="Rounded Rectangle 12"/>
          <p:cNvSpPr/>
          <p:nvPr/>
        </p:nvSpPr>
        <p:spPr>
          <a:xfrm>
            <a:off x="8126476" y="2148840"/>
            <a:ext cx="3925824"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農業・インフラ点検</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収穫・草刈りロボットの自律作業。橋梁・鉄塔はドローンが自律点検し補修箇所をマーキング</a:t>
            </a:r>
            <a:r>
              <a:rPr sz="1400" b="1" dirty="0" err="1">
                <a:solidFill>
                  <a:srgbClr val="191919"/>
                </a:solidFill>
                <a:latin typeface="BIZ UDPGothic"/>
                <a:ea typeface="BIZ UDPGothic"/>
              </a:rPr>
              <a:t/>
            </a:r>
            <a:r>
              <a:rPr sz="1400" b="1" dirty="0">
                <a:solidFill>
                  <a:srgbClr val="191919"/>
                </a:solidFill>
                <a:latin typeface="BIZ UDPGothic"/>
                <a:ea typeface="BIZ UDPGothic"/>
              </a:rPr>
              <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効き所：広域・屋外をカバーする無線＋少数データからのモデル追加学習</a:t>
            </a:r>
            <a:endParaRPr sz="1400" b="1" dirty="0">
              <a:solidFill>
                <a:srgbClr val="191919"/>
              </a:solidFill>
              <a:latin typeface="BIZ UDPGothic"/>
              <a:ea typeface="BIZ UDPGothic"/>
            </a:endParaRPr>
          </a:p>
        </p:txBody>
      </p:sp>
      <p:pic>
        <p:nvPicPr>
          <p:cNvPr id="14" name="Picture 13" descr="rocket_purple.png"/>
          <p:cNvPicPr>
            <a:picLocks noChangeAspect="1"/>
          </p:cNvPicPr>
          <p:nvPr/>
        </p:nvPicPr>
        <p:blipFill>
          <a:blip r:embed="rId5"/>
          <a:stretch>
            <a:fillRect/>
          </a:stretch>
        </p:blipFill>
        <p:spPr>
          <a:xfrm>
            <a:off x="9670653" y="2249789"/>
            <a:ext cx="675924" cy="675924"/>
          </a:xfrm>
          <a:prstGeom prst="rect">
            <a:avLst/>
          </a:prstGeom>
        </p:spPr>
      </p:pic>
      <p:sp>
        <p:nvSpPr>
          <p:cNvPr id="991" name="UCBottomNote"/>
          <p:cNvSpPr/>
          <p:nvPr/>
        </p:nvSpPr>
        <p:spPr>
          <a:xfrm>
            <a:off x="88900" y="5760720"/>
            <a:ext cx="11963400" cy="502920"/>
          </a:xfrm>
          <a:prstGeom prst="roundRect">
            <a:avLst/>
          </a:prstGeom>
          <a:solidFill>
            <a:srgbClr val="1B3A6B"/>
          </a:solidFill>
          <a:ln>
            <a:noFill/>
          </a:ln>
        </p:spPr>
        <p:txBody>
          <a:bodyPr anchor="ctr"/>
          <a:lstStyle/>
          <a:p>
            <a:pPr algn="ctr"/>
            <a:r>
              <a:rPr lang="ja-JP" altLang="en-US" sz="1300" b="1" dirty="0">
                <a:solidFill>
                  <a:srgbClr val="FFFFFF"/>
                </a:solidFill>
                <a:latin typeface="Meiryo UI"/>
                <a:ea typeface="Meiryo UI"/>
              </a:rPr>
              <a:t>1件の実証で作った「認識→判断→行動」の型を、他のユースケースへ転用して横展開できる</a:t>
            </a:r>
          </a:p>
        </p:txBody>
      </p:sp>
    </p:spTree>
    <p:extLst>
      <p:ext uri="{BB962C8B-B14F-4D97-AF65-F5344CB8AC3E}">
        <p14:creationId xmlns:p14="http://schemas.microsoft.com/office/powerpoint/2010/main" val="1303675212"/>
      </p:ext>
    </p:extLst>
  </p:cSld>
  <p:clrMapOvr>
    <a:masterClrMapping/>
  </p:clrMapOvr>
</p:sld>
</file>

<file path=ppt/theme/theme1.xml><?xml version="1.0" encoding="utf-8"?>
<a:theme xmlns:a="http://schemas.openxmlformats.org/drawingml/2006/main" name="Office テーマ">
  <a:themeElements>
    <a:clrScheme name="STechI PPT COLOR">
      <a:dk1>
        <a:srgbClr val="191919"/>
      </a:dk1>
      <a:lt1>
        <a:srgbClr val="FFFFFF"/>
      </a:lt1>
      <a:dk2>
        <a:srgbClr val="A7ACAF"/>
      </a:dk2>
      <a:lt2>
        <a:srgbClr val="EDF3F9"/>
      </a:lt2>
      <a:accent1>
        <a:srgbClr val="00209B"/>
      </a:accent1>
      <a:accent2>
        <a:srgbClr val="2A65F5"/>
      </a:accent2>
      <a:accent3>
        <a:srgbClr val="E86487"/>
      </a:accent3>
      <a:accent4>
        <a:srgbClr val="AAA5FD"/>
      </a:accent4>
      <a:accent5>
        <a:srgbClr val="55D2D8"/>
      </a:accent5>
      <a:accent6>
        <a:srgbClr val="6BB8F2"/>
      </a:accent6>
      <a:hlink>
        <a:srgbClr val="6BB8F2"/>
      </a:hlink>
      <a:folHlink>
        <a:srgbClr val="E86487"/>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rtlCol="0" anchor="ctr"/>
      <a:lstStyle>
        <a:defPPr algn="ctr">
          <a:defRPr kumimoji="1" b="1" dirty="0" smtClean="0">
            <a:latin typeface="BIZ UDPゴシック" panose="020B0400000000000000" pitchFamily="50" charset="-128"/>
            <a:ea typeface="BIZ UDPゴシック" panose="020B0400000000000000"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687DEC0F95D374FB7FD557024CCB622" ma:contentTypeVersion="16" ma:contentTypeDescription="新しいドキュメントを作成します。" ma:contentTypeScope="" ma:versionID="b66a505357664b116695fd69ecb67f40">
  <xsd:schema xmlns:xsd="http://www.w3.org/2001/XMLSchema" xmlns:xs="http://www.w3.org/2001/XMLSchema" xmlns:p="http://schemas.microsoft.com/office/2006/metadata/properties" xmlns:ns2="a8fcbd8c-2aa5-4228-8d5a-43b47d86b154" xmlns:ns3="cb355013-8d7a-41a7-8b7e-f572bfc8f349" targetNamespace="http://schemas.microsoft.com/office/2006/metadata/properties" ma:root="true" ma:fieldsID="e34da94b137a7ed678fba1cc545d4988" ns2:_="" ns3:_="">
    <xsd:import namespace="a8fcbd8c-2aa5-4228-8d5a-43b47d86b154"/>
    <xsd:import namespace="cb355013-8d7a-41a7-8b7e-f572bfc8f349"/>
    <xsd:element name="properties">
      <xsd:complexType>
        <xsd:sequence>
          <xsd:element name="documentManagement">
            <xsd:complexType>
              <xsd:all>
                <xsd:element ref="ns2:MediaServiceMetadata" minOccurs="0"/>
                <xsd:element ref="ns2:MediaServiceFastMetadata" minOccurs="0"/>
                <xsd:element ref="ns2:_x5099__x8003_"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DateTake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fcbd8c-2aa5-4228-8d5a-43b47d86b1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x5099__x8003_" ma:index="10" nillable="true" ma:displayName="備考" ma:format="Dropdown" ma:internalName="_x5099__x8003_">
      <xsd:simpleType>
        <xsd:restriction base="dms:Note">
          <xsd:maxLength value="255"/>
        </xsd:restriction>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b6df4097-6fa1-44ae-95c3-4b33cacb8142"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b355013-8d7a-41a7-8b7e-f572bfc8f349" elementFormDefault="qualified">
    <xsd:import namespace="http://schemas.microsoft.com/office/2006/documentManagement/types"/>
    <xsd:import namespace="http://schemas.microsoft.com/office/infopath/2007/PartnerControls"/>
    <xsd:element name="SharedWithUsers" ma:index="15"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共有相手の詳細情報" ma:internalName="SharedWithDetails" ma:readOnly="true">
      <xsd:simpleType>
        <xsd:restriction base="dms:Note">
          <xsd:maxLength value="255"/>
        </xsd:restriction>
      </xsd:simpleType>
    </xsd:element>
    <xsd:element name="TaxCatchAll" ma:index="20" nillable="true" ma:displayName="Taxonomy Catch All Column" ma:hidden="true" ma:list="{94256f52-75b8-4886-9f18-1a307df9c87d}" ma:internalName="TaxCatchAll" ma:showField="CatchAllData" ma:web="cb355013-8d7a-41a7-8b7e-f572bfc8f3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b355013-8d7a-41a7-8b7e-f572bfc8f349" xsi:nil="true"/>
    <lcf76f155ced4ddcb4097134ff3c332f xmlns="a8fcbd8c-2aa5-4228-8d5a-43b47d86b154">
      <Terms xmlns="http://schemas.microsoft.com/office/infopath/2007/PartnerControls"/>
    </lcf76f155ced4ddcb4097134ff3c332f>
    <_x5099__x8003_ xmlns="a8fcbd8c-2aa5-4228-8d5a-43b47d86b15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4BB487-05B5-4831-B236-54BDA674BB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fcbd8c-2aa5-4228-8d5a-43b47d86b154"/>
    <ds:schemaRef ds:uri="cb355013-8d7a-41a7-8b7e-f572bfc8f3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6ABB21-D544-4CB2-A13A-0C1AFD84119C}">
  <ds:schemaRefs>
    <ds:schemaRef ds:uri="http://schemas.microsoft.com/office/2006/metadata/properties"/>
    <ds:schemaRef ds:uri="http://schemas.microsoft.com/office/infopath/2007/PartnerControls"/>
    <ds:schemaRef ds:uri="5227c1a8-9380-4cb9-a049-015dc35f74b8"/>
    <ds:schemaRef ds:uri="bc5f12d4-c7da-4e54-a32e-1c57020298bc"/>
    <ds:schemaRef ds:uri="cb355013-8d7a-41a7-8b7e-f572bfc8f349"/>
    <ds:schemaRef ds:uri="a8fcbd8c-2aa5-4228-8d5a-43b47d86b154"/>
  </ds:schemaRefs>
</ds:datastoreItem>
</file>

<file path=customXml/itemProps3.xml><?xml version="1.0" encoding="utf-8"?>
<ds:datastoreItem xmlns:ds="http://schemas.openxmlformats.org/officeDocument/2006/customXml" ds:itemID="{7BD2FE33-A8FE-4994-BBB0-649B948DAB5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5038</TotalTime>
  <Words>6437</Words>
  <Application>Microsoft Office PowerPoint</Application>
  <PresentationFormat>ワイド画面</PresentationFormat>
  <Paragraphs>697</Paragraphs>
  <Slides>40</Slides>
  <Notes>40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40</vt:i4>
      </vt:variant>
    </vt:vector>
  </HeadingPairs>
  <TitlesOfParts>
    <vt:vector size="49" baseType="lpstr">
      <vt:lpstr>BIZ UDPGothic</vt:lpstr>
      <vt:lpstr>BIZ UDPGothic</vt:lpstr>
      <vt:lpstr>Meiryo UI</vt:lpstr>
      <vt:lpstr>游ゴシック</vt:lpstr>
      <vt:lpstr>Aptos</vt:lpstr>
      <vt:lpstr>Aptos Display</vt:lpstr>
      <vt:lpstr>Arial</vt:lpstr>
      <vt:lpstr>Wingdings</vt:lpstr>
      <vt:lpstr>Office テーマ</vt:lpstr>
      <vt:lpstr>フィジカルAI勉強会</vt:lpstr>
      <vt:lpstr>目次</vt:lpstr>
      <vt:lpstr>1．フィジカルAIとは</vt:lpstr>
      <vt:lpstr>そもそもフィジカルAIとは 　～  AI進化の「第4の波」</vt:lpstr>
      <vt:lpstr>なぜ今、フィジカルAIが注目されるのか</vt:lpstr>
      <vt:lpstr>2．フィジカルAIへの取り組みの背景と目指す姿</vt:lpstr>
      <vt:lpstr>なぜ、フィジカルAIに取り組むのか</vt:lpstr>
      <vt:lpstr>通信事業者の投資推移</vt:lpstr>
      <vt:lpstr>フィジカルAIの市場</vt:lpstr>
      <vt:lpstr>現状の商圏も継続しつつ段階的にフィジカルAIへ市場を広げていく</vt:lpstr>
      <vt:lpstr>今後推進していきたいフィジカルAIを活用した提供イメージ</vt:lpstr>
      <vt:lpstr>ユースケース案</vt:lpstr>
      <vt:lpstr>ユースケース案</vt:lpstr>
      <vt:lpstr>3．フィジカルAIで使われている技術の紹介</vt:lpstr>
      <vt:lpstr>フィジカルAIを支える3層の技術スタック</vt:lpstr>
      <vt:lpstr>なぜ「技術が追いついた」のか</vt:lpstr>
      <vt:lpstr>どんなAIモデル「頭」が使われているのか</vt:lpstr>
      <vt:lpstr>比較的新しいAIモデル ～ VLA(Vision Language Action)</vt:lpstr>
      <vt:lpstr>どうやって学習させるのか ～　訓練場でシミュレーション</vt:lpstr>
      <vt:lpstr>現実世界で働く身体　～　ロボットアーム</vt:lpstr>
      <vt:lpstr>現実世界で働く身体　～　AMR（自律走行ロボット）</vt:lpstr>
      <vt:lpstr>現実世界で働く身体　～　ヒューマノイド</vt:lpstr>
      <vt:lpstr>現実世界で働く身体　～　AIアクセラレータ</vt:lpstr>
      <vt:lpstr>4．フィジカルAIに関連した現在の取り組み</vt:lpstr>
      <vt:lpstr>[案件対応] AIアクセラレータ/次世代分散ストレージ市場・技術調査検証</vt:lpstr>
      <vt:lpstr>会社概要</vt:lpstr>
      <vt:lpstr>EdgeCortix AIアクセラレーター</vt:lpstr>
      <vt:lpstr>技術検証にて実証出来た結果</vt:lpstr>
      <vt:lpstr>データフロー型アーキテクチャをプロセッサでのAI推論処理に採用</vt:lpstr>
      <vt:lpstr>検証結果及びデモ実施 (速度/遅延)</vt:lpstr>
      <vt:lpstr>検証結果及びデモ実施 (速度/遅延)</vt:lpstr>
      <vt:lpstr>検証シナリオ (低消費電力)</vt:lpstr>
      <vt:lpstr>[提案対応] 地域課題解決に向けた次世代技術実証実験</vt:lpstr>
      <vt:lpstr>エッジソリューション</vt:lpstr>
      <vt:lpstr>エッジソリューション</vt:lpstr>
      <vt:lpstr>[社内検証] ロボットアーム x VLAの動作検証ご紹介</vt:lpstr>
      <vt:lpstr>オフィスの一コマ</vt:lpstr>
      <vt:lpstr>当社フィジカルAI提供イメージ(案)</vt:lpstr>
      <vt:lpstr>End of Document</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Mitsuru Katayanagi</dc:creator>
  <cp:lastModifiedBy>田代 裕基</cp:lastModifiedBy>
  <cp:revision>147</cp:revision>
  <dcterms:created xsi:type="dcterms:W3CDTF">2024-10-20T05:00:09Z</dcterms:created>
  <dcterms:modified xsi:type="dcterms:W3CDTF">2026-08-27T04:35:19Z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0x0101008687DEC0F95D374FB7FD557024CCB622</vt:lpwstr>
  </property>
  <property fmtid="{D5CDD505-2E9C-101B-9397-08002B2CF9AE}" pid="3" name="MediaServiceImageTags">
    <vt:lpwstr/>
  </property>
</Properties>
</file>