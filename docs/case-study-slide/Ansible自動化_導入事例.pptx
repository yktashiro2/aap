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1188720" cy="329184"/>
          </a:xfrm>
          <a:prstGeom prst="roundRect">
            <a:avLst>
              <a:gd name="adj" fmla="val 47222"/>
            </a:avLst>
          </a:prstGeom>
          <a:solidFill>
            <a:srgbClr val="0020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20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Ansible による Windows / RHEL 設定作業の自動化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仮想化基盤移行に伴うゲストOSの設定作業を Playbook 化し、移行前後の作業を自動化・標準化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0" y="457200"/>
            <a:ext cx="841248" cy="841248"/>
          </a:xfrm>
          <a:prstGeom prst="ellipse">
            <a:avLst/>
          </a:prstGeom>
          <a:solidFill>
            <a:srgbClr val="E000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4" y="64922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0" y="13350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199339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案件概要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" y="2304288"/>
            <a:ext cx="3172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VMware環境から新たな仮想化基盤への大規模VM移行プロジェクトにおいて、移行の前後に必要となるゲストOSの設定作業を Ansible で自動化。Windows・RHEL の両OSに対応し、多数のVMへ均一に適用しました。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" y="3419856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適用フロー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" y="3694176"/>
            <a:ext cx="3172968" cy="402336"/>
          </a:xfrm>
          <a:prstGeom prst="roundRect">
            <a:avLst>
              <a:gd name="adj" fmla="val 13636"/>
            </a:avLst>
          </a:prstGeom>
          <a:solidFill>
            <a:srgbClr val="00209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694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移行前の事前設定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97480" y="369417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Ansible 自動実行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 flipV="1">
            <a:off x="2199132" y="4110228"/>
            <a:ext cx="128016" cy="73152"/>
          </a:xfrm>
          <a:prstGeom prst="triangle">
            <a:avLst/>
          </a:prstGeom>
          <a:solidFill>
            <a:srgbClr val="2A6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676656" y="4187952"/>
            <a:ext cx="317296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6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1879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Zerto によるVM移行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97480" y="4187952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同期・切替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 flipV="1">
            <a:off x="2199132" y="4604004"/>
            <a:ext cx="128016" cy="73152"/>
          </a:xfrm>
          <a:prstGeom prst="triangle">
            <a:avLst/>
          </a:prstGeom>
          <a:solidFill>
            <a:srgbClr val="2A6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676656" y="4681728"/>
            <a:ext cx="3172968" cy="402336"/>
          </a:xfrm>
          <a:prstGeom prst="roundRect">
            <a:avLst>
              <a:gd name="adj" fmla="val 13636"/>
            </a:avLst>
          </a:prstGeom>
          <a:solidFill>
            <a:srgbClr val="00209B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681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移行後の事後設定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97480" y="4681728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Ansible 自動実行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343400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62856" y="1993392"/>
            <a:ext cx="475488" cy="475488"/>
          </a:xfrm>
          <a:prstGeom prst="ellipse">
            <a:avLst/>
          </a:prstGeom>
          <a:solidFill>
            <a:srgbClr val="2A65F5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10312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84648" y="19933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4562856" y="2633472"/>
            <a:ext cx="749808" cy="237744"/>
          </a:xfrm>
          <a:prstGeom prst="roundRect">
            <a:avLst>
              <a:gd name="adj" fmla="val 42308"/>
            </a:avLst>
          </a:prstGeom>
          <a:solidFill>
            <a:srgbClr val="2A65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移行前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562856" y="2962656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VirtIO ISO の自動マウント / アンマウント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VirtIO ドライバ・Guest Tools・QEMU Guest Agent の導入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VMware Tools の導入状態確認</a:t>
            </a:r>
            <a:endParaRPr lang="en-US" sz="95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処理結果レポートの自動出力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62856" y="4407408"/>
            <a:ext cx="749808" cy="237744"/>
          </a:xfrm>
          <a:prstGeom prst="roundRect">
            <a:avLst>
              <a:gd name="adj" fmla="val 42308"/>
            </a:avLst>
          </a:prstGeom>
          <a:solidFill>
            <a:srgbClr val="0020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移行後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562856" y="4736592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VMware Tools のアンインストール</a:t>
            </a:r>
            <a:endParaRPr lang="en-US" sz="95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処理結果レポートの自動出力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119872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339328" y="1993392"/>
            <a:ext cx="475488" cy="475488"/>
          </a:xfrm>
          <a:prstGeom prst="ellipse">
            <a:avLst/>
          </a:prstGeom>
          <a:solidFill>
            <a:srgbClr val="E00000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03120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61120" y="19933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RHEL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8339328" y="2633472"/>
            <a:ext cx="749808" cy="237744"/>
          </a:xfrm>
          <a:prstGeom prst="roundRect">
            <a:avLst>
              <a:gd name="adj" fmla="val 42308"/>
            </a:avLst>
          </a:prstGeom>
          <a:solidFill>
            <a:srgbClr val="2A65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移行前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339328" y="2962656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qemu-guest-agent / open-vm-tools の導入とサービス有効化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VirtIO ドライバの initramfs 登録確認・再生成(dracut)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qemu-ga・SELinux の設定変更</a:t>
            </a:r>
            <a:endParaRPr lang="en-US" sz="95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処理結果レポートの自動出力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8339328" y="4407408"/>
            <a:ext cx="749808" cy="237744"/>
          </a:xfrm>
          <a:prstGeom prst="roundRect">
            <a:avLst>
              <a:gd name="adj" fmla="val 42308"/>
            </a:avLst>
          </a:prstGeom>
          <a:solidFill>
            <a:srgbClr val="0020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移行後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339328" y="4736592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open-vm-tools のアンインストール</a:t>
            </a:r>
            <a:endParaRPr lang="en-US" sz="950" dirty="0"/>
          </a:p>
          <a:p>
            <a:pPr marL="127000" indent="-1270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処理結果レポートの自動出力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457200" y="5440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00209B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751576"/>
            <a:ext cx="384048" cy="38404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61872" y="55686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冪等性のある自動化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1261872" y="587959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導入済みの項目は自動でスキップ。何度でも安全に再実行できます。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4265676" y="5440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00209B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5751576"/>
            <a:ext cx="384048" cy="38404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070348" y="55686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証跡レポートを自動生成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5070348" y="587959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処理結果をレポート出力し、確認作業と証跡管理を効率化。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8074152" y="5440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00209B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5751576"/>
            <a:ext cx="384048" cy="38404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878824" y="55686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作業の標準化・品質向上</a:t>
            </a:r>
            <a:endParaRPr lang="en-US" sz="1250" dirty="0"/>
          </a:p>
        </p:txBody>
      </p:sp>
      <p:sp>
        <p:nvSpPr>
          <p:cNvPr id="50" name="Text 42"/>
          <p:cNvSpPr/>
          <p:nvPr/>
        </p:nvSpPr>
        <p:spPr>
          <a:xfrm>
            <a:off x="8878824" y="587959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多数のVMへ均一に適用し、手作業によるミスを削減。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2026-08-19T03:02:27Z</dcterms:created>
  <dcterms:modified xsi:type="dcterms:W3CDTF">2026-08-19T03:02:27Z</dcterms:modified>
</cp:coreProperties>
</file>